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454" r:id="rId2"/>
    <p:sldId id="439" r:id="rId3"/>
    <p:sldId id="455" r:id="rId4"/>
    <p:sldId id="456" r:id="rId5"/>
  </p:sldIdLst>
  <p:sldSz cx="9144000" cy="5143500" type="screen16x9"/>
  <p:notesSz cx="7026275" cy="93122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FD1689A-4C89-2578-3B4B-E89A834151D6}" name="Nancy Raider" initials="NR" userId="S::nar4015@med.cornell.edu::d49d8a2c-e8e6-46d3-9c26-d4f35563bb5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55555"/>
    <a:srgbClr val="343433"/>
    <a:srgbClr val="B31B1B"/>
    <a:srgbClr val="E87722"/>
    <a:srgbClr val="000000"/>
    <a:srgbClr val="CF4520"/>
    <a:srgbClr val="A20815"/>
    <a:srgbClr val="636463"/>
    <a:srgbClr val="F47A22"/>
    <a:srgbClr val="A21E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3119" autoAdjust="0"/>
    <p:restoredTop sz="96327" autoAdjust="0"/>
  </p:normalViewPr>
  <p:slideViewPr>
    <p:cSldViewPr snapToGrid="0" snapToObjects="1">
      <p:cViewPr varScale="1">
        <p:scale>
          <a:sx n="146" d="100"/>
          <a:sy n="146" d="100"/>
        </p:scale>
        <p:origin x="192" y="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91" d="100"/>
        <a:sy n="91" d="100"/>
      </p:scale>
      <p:origin x="0" y="0"/>
    </p:cViewPr>
  </p:sorterViewPr>
  <p:notesViewPr>
    <p:cSldViewPr snapToGrid="0" snapToObjects="1">
      <p:cViewPr varScale="1">
        <p:scale>
          <a:sx n="119" d="100"/>
          <a:sy n="119" d="100"/>
        </p:scale>
        <p:origin x="4304" y="19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microsoft.com/office/2018/10/relationships/authors" Target="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4719" cy="465614"/>
          </a:xfrm>
          <a:prstGeom prst="rect">
            <a:avLst/>
          </a:prstGeom>
        </p:spPr>
        <p:txBody>
          <a:bodyPr vert="horz" lIns="93360" tIns="46680" rIns="93360" bIns="4668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9930" y="0"/>
            <a:ext cx="3044719" cy="465614"/>
          </a:xfrm>
          <a:prstGeom prst="rect">
            <a:avLst/>
          </a:prstGeom>
        </p:spPr>
        <p:txBody>
          <a:bodyPr vert="horz" lIns="93360" tIns="46680" rIns="93360" bIns="46680" rtlCol="0"/>
          <a:lstStyle>
            <a:lvl1pPr algn="r">
              <a:defRPr sz="1200"/>
            </a:lvl1pPr>
          </a:lstStyle>
          <a:p>
            <a:fld id="{9D880E72-C0D1-7B4E-95F7-AA2918E085BC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45045"/>
            <a:ext cx="3044719" cy="465614"/>
          </a:xfrm>
          <a:prstGeom prst="rect">
            <a:avLst/>
          </a:prstGeom>
        </p:spPr>
        <p:txBody>
          <a:bodyPr vert="horz" lIns="93360" tIns="46680" rIns="93360" bIns="4668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9930" y="8845045"/>
            <a:ext cx="3044719" cy="465614"/>
          </a:xfrm>
          <a:prstGeom prst="rect">
            <a:avLst/>
          </a:prstGeom>
        </p:spPr>
        <p:txBody>
          <a:bodyPr vert="horz" lIns="93360" tIns="46680" rIns="93360" bIns="46680" rtlCol="0" anchor="b"/>
          <a:lstStyle>
            <a:lvl1pPr algn="r">
              <a:defRPr sz="1200"/>
            </a:lvl1pPr>
          </a:lstStyle>
          <a:p>
            <a:fld id="{25FBFBE2-5FC1-6D49-9CB1-BEBD9B36BD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72135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4719" cy="465614"/>
          </a:xfrm>
          <a:prstGeom prst="rect">
            <a:avLst/>
          </a:prstGeom>
        </p:spPr>
        <p:txBody>
          <a:bodyPr vert="horz" lIns="93360" tIns="46680" rIns="93360" bIns="4668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9930" y="0"/>
            <a:ext cx="3044719" cy="465614"/>
          </a:xfrm>
          <a:prstGeom prst="rect">
            <a:avLst/>
          </a:prstGeom>
        </p:spPr>
        <p:txBody>
          <a:bodyPr vert="horz" lIns="93360" tIns="46680" rIns="93360" bIns="46680" rtlCol="0"/>
          <a:lstStyle>
            <a:lvl1pPr algn="r">
              <a:defRPr sz="1200"/>
            </a:lvl1pPr>
          </a:lstStyle>
          <a:p>
            <a:fld id="{835B1ABD-57F1-1B46-A417-3C7D1F2A85D0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698500"/>
            <a:ext cx="6207125" cy="34925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360" tIns="46680" rIns="93360" bIns="4668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2628" y="4423331"/>
            <a:ext cx="5621020" cy="4190524"/>
          </a:xfrm>
          <a:prstGeom prst="rect">
            <a:avLst/>
          </a:prstGeom>
        </p:spPr>
        <p:txBody>
          <a:bodyPr vert="horz" lIns="93360" tIns="46680" rIns="93360" bIns="4668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5045"/>
            <a:ext cx="3044719" cy="465614"/>
          </a:xfrm>
          <a:prstGeom prst="rect">
            <a:avLst/>
          </a:prstGeom>
        </p:spPr>
        <p:txBody>
          <a:bodyPr vert="horz" lIns="93360" tIns="46680" rIns="93360" bIns="4668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9930" y="8845045"/>
            <a:ext cx="3044719" cy="465614"/>
          </a:xfrm>
          <a:prstGeom prst="rect">
            <a:avLst/>
          </a:prstGeom>
        </p:spPr>
        <p:txBody>
          <a:bodyPr vert="horz" lIns="93360" tIns="46680" rIns="93360" bIns="46680" rtlCol="0" anchor="b"/>
          <a:lstStyle>
            <a:lvl1pPr algn="r">
              <a:defRPr sz="1200"/>
            </a:lvl1pPr>
          </a:lstStyle>
          <a:p>
            <a:fld id="{33FF746A-9A42-BC49-B5AB-F8339C12B1B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90979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F08F8DD-10C1-9CE3-7F45-489DFFAD302E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D92239-97C5-DC53-FCF8-631C38E32D24}"/>
              </a:ext>
            </a:extLst>
          </p:cNvPr>
          <p:cNvSpPr/>
          <p:nvPr userDrawn="1"/>
        </p:nvSpPr>
        <p:spPr>
          <a:xfrm>
            <a:off x="0" y="1320393"/>
            <a:ext cx="9144000" cy="3362743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396072" y="1603652"/>
            <a:ext cx="8351856" cy="1329595"/>
          </a:xfrm>
        </p:spPr>
        <p:txBody>
          <a:bodyPr lIns="0" bIns="0" anchor="b" anchorCtr="0">
            <a:spAutoFit/>
          </a:bodyPr>
          <a:lstStyle>
            <a:lvl1pPr algn="l">
              <a:lnSpc>
                <a:spcPct val="90000"/>
              </a:lnSpc>
              <a:defRPr sz="4800" b="1" baseline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Enterprise 2-line</a:t>
            </a:r>
            <a:br>
              <a:rPr lang="en-US" dirty="0"/>
            </a:br>
            <a:r>
              <a:rPr lang="en-US" dirty="0"/>
              <a:t>Cover Slide</a:t>
            </a:r>
          </a:p>
        </p:txBody>
      </p:sp>
      <p:sp>
        <p:nvSpPr>
          <p:cNvPr id="12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96072" y="3020419"/>
            <a:ext cx="8351856" cy="29084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buNone/>
              <a:defRPr sz="2100" b="0">
                <a:solidFill>
                  <a:schemeClr val="bg1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a secondary title</a:t>
            </a:r>
          </a:p>
        </p:txBody>
      </p:sp>
      <p:sp>
        <p:nvSpPr>
          <p:cNvPr id="14" name="Content Placeholder 8"/>
          <p:cNvSpPr>
            <a:spLocks noGrp="1"/>
          </p:cNvSpPr>
          <p:nvPr>
            <p:ph sz="quarter" idx="12" hasCustomPrompt="1"/>
          </p:nvPr>
        </p:nvSpPr>
        <p:spPr>
          <a:xfrm>
            <a:off x="396072" y="3816384"/>
            <a:ext cx="5853112" cy="52847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tabLst/>
              <a:defRPr sz="15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Presenter’s Name</a:t>
            </a:r>
          </a:p>
          <a:p>
            <a:pPr lvl="0"/>
            <a:r>
              <a:rPr lang="en-US" dirty="0"/>
              <a:t>Presenter’s Title</a:t>
            </a:r>
          </a:p>
        </p:txBody>
      </p:sp>
      <p:sp>
        <p:nvSpPr>
          <p:cNvPr id="15" name="Content Placeholder 10"/>
          <p:cNvSpPr>
            <a:spLocks noGrp="1"/>
          </p:cNvSpPr>
          <p:nvPr>
            <p:ph sz="quarter" idx="13" hasCustomPrompt="1"/>
          </p:nvPr>
        </p:nvSpPr>
        <p:spPr>
          <a:xfrm>
            <a:off x="5842000" y="3816383"/>
            <a:ext cx="2905928" cy="52847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5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01.07.26</a:t>
            </a:r>
            <a:br>
              <a:rPr lang="en-US" dirty="0"/>
            </a:br>
            <a:r>
              <a:rPr lang="en-US" dirty="0"/>
              <a:t>Web address here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48684B0-CA31-A3A1-9A7B-E61331323C6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187837"/>
            <a:ext cx="9144000" cy="4953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E86E9C3A-C2EA-8C12-137D-AD641CC3838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9653" y="400173"/>
            <a:ext cx="4550912" cy="445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06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uilding surrounded by trees&#10;&#10;Description automatically generated">
            <a:extLst>
              <a:ext uri="{FF2B5EF4-FFF2-40B4-BE49-F238E27FC236}">
                <a16:creationId xmlns:a16="http://schemas.microsoft.com/office/drawing/2014/main" id="{715371B4-F594-6CD8-7C79-3CCA926347D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41" b="17333"/>
          <a:stretch/>
        </p:blipFill>
        <p:spPr>
          <a:xfrm>
            <a:off x="484" y="0"/>
            <a:ext cx="9143516" cy="5143500"/>
          </a:xfrm>
          <a:prstGeom prst="rect">
            <a:avLst/>
          </a:prstGeom>
        </p:spPr>
      </p:pic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470499" y="1409680"/>
            <a:ext cx="8351856" cy="664797"/>
          </a:xfrm>
        </p:spPr>
        <p:txBody>
          <a:bodyPr lIns="0" bIns="0" anchor="b" anchorCtr="0">
            <a:spAutoFit/>
          </a:bodyPr>
          <a:lstStyle>
            <a:lvl1pPr algn="l">
              <a:lnSpc>
                <a:spcPct val="90000"/>
              </a:lnSpc>
              <a:defRPr sz="4800" b="1" baseline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Section Divider Title</a:t>
            </a:r>
          </a:p>
        </p:txBody>
      </p:sp>
      <p:sp>
        <p:nvSpPr>
          <p:cNvPr id="11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70499" y="2179750"/>
            <a:ext cx="8351856" cy="29084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buNone/>
              <a:defRPr sz="2100" b="0">
                <a:solidFill>
                  <a:schemeClr val="bg1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Secondary Title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AEC11A48-AF0B-1A3D-A25B-364E9710BF9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4648200"/>
            <a:ext cx="9144000" cy="49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1282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B1814BC-ED90-4C15-D282-1424524CBBE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-2" r="3983" b="10200"/>
          <a:stretch/>
        </p:blipFill>
        <p:spPr>
          <a:xfrm>
            <a:off x="0" y="-2"/>
            <a:ext cx="9144000" cy="514350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79E7BC5-AEA3-F892-AA61-B52287EC6B00}"/>
              </a:ext>
            </a:extLst>
          </p:cNvPr>
          <p:cNvSpPr/>
          <p:nvPr userDrawn="1"/>
        </p:nvSpPr>
        <p:spPr>
          <a:xfrm>
            <a:off x="0" y="0"/>
            <a:ext cx="9144000" cy="4980878"/>
          </a:xfrm>
          <a:prstGeom prst="rect">
            <a:avLst/>
          </a:prstGeom>
          <a:gradFill>
            <a:gsLst>
              <a:gs pos="40000">
                <a:schemeClr val="accent1">
                  <a:lumMod val="5000"/>
                  <a:lumOff val="95000"/>
                  <a:alpha val="67104"/>
                </a:schemeClr>
              </a:gs>
              <a:gs pos="5700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470499" y="1409680"/>
            <a:ext cx="8351856" cy="664797"/>
          </a:xfrm>
        </p:spPr>
        <p:txBody>
          <a:bodyPr lIns="0" bIns="0" anchor="b" anchorCtr="0">
            <a:spAutoFit/>
          </a:bodyPr>
          <a:lstStyle>
            <a:lvl1pPr algn="l">
              <a:lnSpc>
                <a:spcPct val="90000"/>
              </a:lnSpc>
              <a:defRPr sz="4800" b="1" baseline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Section Divider Title</a:t>
            </a:r>
          </a:p>
        </p:txBody>
      </p:sp>
      <p:sp>
        <p:nvSpPr>
          <p:cNvPr id="11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70499" y="2179750"/>
            <a:ext cx="8351856" cy="29084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buNone/>
              <a:defRPr sz="2100" b="0">
                <a:solidFill>
                  <a:schemeClr val="tx1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Secondary Title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AEC11A48-AF0B-1A3D-A25B-364E9710BF9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4648200"/>
            <a:ext cx="9144000" cy="49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3340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uilding surrounded by trees&#10;&#10;Description automatically generated">
            <a:extLst>
              <a:ext uri="{FF2B5EF4-FFF2-40B4-BE49-F238E27FC236}">
                <a16:creationId xmlns:a16="http://schemas.microsoft.com/office/drawing/2014/main" id="{BF9DCDAA-17B1-BE96-72FC-3DB994FF053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31650" r="37081" b="5273"/>
          <a:stretch/>
        </p:blipFill>
        <p:spPr>
          <a:xfrm>
            <a:off x="0" y="0"/>
            <a:ext cx="9144000" cy="5143501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75B37D1A-22AA-BAC2-AF09-FFAE114D5FBE}"/>
              </a:ext>
            </a:extLst>
          </p:cNvPr>
          <p:cNvSpPr/>
          <p:nvPr userDrawn="1"/>
        </p:nvSpPr>
        <p:spPr>
          <a:xfrm rot="16200000">
            <a:off x="944764" y="359779"/>
            <a:ext cx="2923770" cy="4813301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79912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469884" y="1930721"/>
            <a:ext cx="3641761" cy="1329595"/>
          </a:xfrm>
        </p:spPr>
        <p:txBody>
          <a:bodyPr wrap="square" lIns="0" bIns="0" anchor="b" anchorCtr="0">
            <a:spAutoFit/>
          </a:bodyPr>
          <a:lstStyle>
            <a:lvl1pPr algn="l">
              <a:lnSpc>
                <a:spcPct val="90000"/>
              </a:lnSpc>
              <a:defRPr sz="4800" b="1" baseline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Section Divider Title</a:t>
            </a:r>
          </a:p>
        </p:txBody>
      </p:sp>
      <p:sp>
        <p:nvSpPr>
          <p:cNvPr id="11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69884" y="3337370"/>
            <a:ext cx="3641761" cy="2492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Secondary Title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AEC11A48-AF0B-1A3D-A25B-364E9710BF9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4648200"/>
            <a:ext cx="9144000" cy="49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2391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5197D59-9538-88A4-0D37-515FC3EDFAF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-2" t="21629" r="19036" b="2651"/>
          <a:stretch/>
        </p:blipFill>
        <p:spPr>
          <a:xfrm>
            <a:off x="0" y="0"/>
            <a:ext cx="9144000" cy="5143499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AEC11A48-AF0B-1A3D-A25B-364E9710BF9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4648200"/>
            <a:ext cx="9144000" cy="4953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AB91155-BE25-4BCA-3531-F570AA3209EE}"/>
              </a:ext>
            </a:extLst>
          </p:cNvPr>
          <p:cNvSpPr/>
          <p:nvPr userDrawn="1"/>
        </p:nvSpPr>
        <p:spPr>
          <a:xfrm rot="16200000">
            <a:off x="944764" y="356222"/>
            <a:ext cx="2923770" cy="4813301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79912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086CA6E-77D1-F0FC-CC8D-41B9EA98BDE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6021" y="1927164"/>
            <a:ext cx="3641761" cy="1329595"/>
          </a:xfrm>
        </p:spPr>
        <p:txBody>
          <a:bodyPr wrap="square" lIns="0" bIns="0" anchor="b" anchorCtr="0">
            <a:spAutoFit/>
          </a:bodyPr>
          <a:lstStyle>
            <a:lvl1pPr algn="l">
              <a:lnSpc>
                <a:spcPct val="90000"/>
              </a:lnSpc>
              <a:defRPr sz="4800" b="1" baseline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Section Divider Title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A915AB51-7DDB-61B6-EC1B-8F7C4B490D1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76021" y="3333813"/>
            <a:ext cx="3641761" cy="2492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Secondary Title</a:t>
            </a:r>
          </a:p>
        </p:txBody>
      </p:sp>
    </p:spTree>
    <p:extLst>
      <p:ext uri="{BB962C8B-B14F-4D97-AF65-F5344CB8AC3E}">
        <p14:creationId xmlns:p14="http://schemas.microsoft.com/office/powerpoint/2010/main" val="400861446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003CB1E-B3BE-6C51-7CD4-2E07A6E8FAC8}"/>
              </a:ext>
            </a:extLst>
          </p:cNvPr>
          <p:cNvSpPr/>
          <p:nvPr userDrawn="1"/>
        </p:nvSpPr>
        <p:spPr>
          <a:xfrm>
            <a:off x="0" y="4295775"/>
            <a:ext cx="9144000" cy="8477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AEC11A48-AF0B-1A3D-A25B-364E9710BF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648200"/>
            <a:ext cx="9144000" cy="495300"/>
          </a:xfrm>
          <a:prstGeom prst="rect">
            <a:avLst/>
          </a:prstGeom>
        </p:spPr>
      </p:pic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470499" y="2325252"/>
            <a:ext cx="8351856" cy="664797"/>
          </a:xfrm>
        </p:spPr>
        <p:txBody>
          <a:bodyPr lIns="0" bIns="0" anchor="b" anchorCtr="0">
            <a:spAutoFit/>
          </a:bodyPr>
          <a:lstStyle>
            <a:lvl1pPr algn="l">
              <a:lnSpc>
                <a:spcPct val="90000"/>
              </a:lnSpc>
              <a:defRPr sz="4800" b="1" baseline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Section Divider Title</a:t>
            </a:r>
          </a:p>
        </p:txBody>
      </p:sp>
      <p:sp>
        <p:nvSpPr>
          <p:cNvPr id="11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70499" y="3095322"/>
            <a:ext cx="8351856" cy="29084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buNone/>
              <a:defRPr sz="2100" b="0">
                <a:solidFill>
                  <a:schemeClr val="tx1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a secondary title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0415BDD-4F94-EDB5-C8CD-9289012E7CB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9653" y="400173"/>
            <a:ext cx="4550912" cy="445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750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31698C-A798-4B2C-D0CA-4C8C1BA396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9" y="123568"/>
            <a:ext cx="8220243" cy="415498"/>
          </a:xfrm>
          <a:prstGeom prst="rect">
            <a:avLst/>
          </a:prstGeom>
        </p:spPr>
        <p:txBody>
          <a:bodyPr vert="horz" lIns="0" tIns="0" rIns="91440" bIns="45720" rtlCol="0" anchor="t">
            <a:noAutofit/>
          </a:bodyPr>
          <a:lstStyle/>
          <a:p>
            <a:r>
              <a:rPr lang="en-US" dirty="0"/>
              <a:t>Insert Title Here Image &amp; Copy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FB8DA90B-19FD-3B68-2914-6B5EBF4DF2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594059"/>
            <a:ext cx="8233719" cy="3653992"/>
          </a:xfrm>
          <a:prstGeom prst="rect">
            <a:avLst/>
          </a:prstGeom>
        </p:spPr>
        <p:txBody>
          <a:bodyPr vert="horz" wrap="square" lIns="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412841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py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0EFBACD-CF62-DDF8-2A2E-B218FDACF784}"/>
              </a:ext>
            </a:extLst>
          </p:cNvPr>
          <p:cNvSpPr/>
          <p:nvPr userDrawn="1"/>
        </p:nvSpPr>
        <p:spPr>
          <a:xfrm>
            <a:off x="270024" y="4326523"/>
            <a:ext cx="8475077" cy="58914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7D8D0C12-CCB3-CD6F-526F-39993D773D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9" y="123568"/>
            <a:ext cx="8220243" cy="415498"/>
          </a:xfrm>
          <a:prstGeom prst="rect">
            <a:avLst/>
          </a:prstGeom>
        </p:spPr>
        <p:txBody>
          <a:bodyPr vert="horz" lIns="0" tIns="0" rIns="91440" bIns="45720" rtlCol="0" anchor="t">
            <a:noAutofit/>
          </a:bodyPr>
          <a:lstStyle/>
          <a:p>
            <a:r>
              <a:rPr lang="en-US" dirty="0"/>
              <a:t>Insert Title Here Image &amp; Copy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A35CE1B5-6B72-80B1-06B7-767DB52862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594059"/>
            <a:ext cx="8233719" cy="4285983"/>
          </a:xfrm>
          <a:prstGeom prst="rect">
            <a:avLst/>
          </a:prstGeom>
        </p:spPr>
        <p:txBody>
          <a:bodyPr vert="horz" wrap="square" lIns="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152168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&amp;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5589662" y="0"/>
            <a:ext cx="3554338" cy="514350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8FC1E26-3DFA-4729-D4CE-1DEFDCDE950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648200"/>
            <a:ext cx="9144000" cy="495300"/>
          </a:xfrm>
          <a:prstGeom prst="rect">
            <a:avLst/>
          </a:prstGeom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80DA951E-2346-C651-F31E-6C0F8B0C0D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9" y="123568"/>
            <a:ext cx="4819017" cy="415498"/>
          </a:xfrm>
          <a:prstGeom prst="rect">
            <a:avLst/>
          </a:prstGeom>
        </p:spPr>
        <p:txBody>
          <a:bodyPr vert="horz" lIns="0" tIns="0" rIns="91440" bIns="45720" rtlCol="0" anchor="t">
            <a:noAutofit/>
          </a:bodyPr>
          <a:lstStyle/>
          <a:p>
            <a:r>
              <a:rPr lang="en-US" dirty="0"/>
              <a:t>Insert Title Here Image &amp; Copy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A4665A5E-23A2-B700-AB86-18613EA1BA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594059"/>
            <a:ext cx="4826917" cy="3653992"/>
          </a:xfrm>
          <a:prstGeom prst="rect">
            <a:avLst/>
          </a:prstGeom>
        </p:spPr>
        <p:txBody>
          <a:bodyPr vert="horz" wrap="square" lIns="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ub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3DF5B6-8C3D-11C4-7615-44F0C68704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9" y="123568"/>
            <a:ext cx="8220243" cy="415498"/>
          </a:xfrm>
          <a:prstGeom prst="rect">
            <a:avLst/>
          </a:prstGeom>
        </p:spPr>
        <p:txBody>
          <a:bodyPr vert="horz" lIns="0" tIns="0" rIns="91440" bIns="45720" rtlCol="0" anchor="t">
            <a:noAutofit/>
          </a:bodyPr>
          <a:lstStyle/>
          <a:p>
            <a:r>
              <a:rPr lang="en-US" dirty="0"/>
              <a:t>Insert Title Here Image &amp; Copy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F751674C-E917-6EC7-BD46-04395286AB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594059"/>
            <a:ext cx="4040660" cy="3653992"/>
          </a:xfrm>
          <a:prstGeom prst="rect">
            <a:avLst/>
          </a:prstGeom>
        </p:spPr>
        <p:txBody>
          <a:bodyPr vert="horz" wrap="square" lIns="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FFE2ACCC-DD45-B3AA-3F38-BFC90B1F6C1E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636782" y="594059"/>
            <a:ext cx="4040660" cy="3653992"/>
          </a:xfrm>
          <a:prstGeom prst="rect">
            <a:avLst/>
          </a:prstGeom>
        </p:spPr>
        <p:txBody>
          <a:bodyPr vert="horz" wrap="square" lIns="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4871BFAE-FE4F-F5FD-6080-11E1045FEAC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43870" y="0"/>
            <a:ext cx="3700130" cy="514350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B544A2-6FDF-57C2-B14B-E4ADDDAA26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9" y="123568"/>
            <a:ext cx="4673463" cy="415498"/>
          </a:xfrm>
          <a:prstGeom prst="rect">
            <a:avLst/>
          </a:prstGeom>
        </p:spPr>
        <p:txBody>
          <a:bodyPr vert="horz" lIns="0" tIns="0" rIns="91440" bIns="45720" rtlCol="0" anchor="t">
            <a:noAutofit/>
          </a:bodyPr>
          <a:lstStyle/>
          <a:p>
            <a:r>
              <a:rPr lang="en-US" dirty="0"/>
              <a:t>Insert Title Here Image &amp; Copy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3CDE917-A7C9-1F9B-C858-56510DB656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594059"/>
            <a:ext cx="4681125" cy="3653992"/>
          </a:xfrm>
          <a:prstGeom prst="rect">
            <a:avLst/>
          </a:prstGeom>
        </p:spPr>
        <p:txBody>
          <a:bodyPr vert="horz" wrap="square" lIns="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&amp; Copy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9"/>
          <p:cNvSpPr>
            <a:spLocks noGrp="1"/>
          </p:cNvSpPr>
          <p:nvPr>
            <p:ph type="pic" sz="quarter" idx="16"/>
          </p:nvPr>
        </p:nvSpPr>
        <p:spPr>
          <a:xfrm>
            <a:off x="457200" y="662507"/>
            <a:ext cx="2569035" cy="170754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9"/>
          <p:cNvSpPr>
            <a:spLocks noGrp="1"/>
          </p:cNvSpPr>
          <p:nvPr>
            <p:ph type="pic" sz="quarter" idx="18"/>
          </p:nvPr>
        </p:nvSpPr>
        <p:spPr>
          <a:xfrm>
            <a:off x="3287483" y="662507"/>
            <a:ext cx="2569035" cy="170754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20"/>
          </p:nvPr>
        </p:nvSpPr>
        <p:spPr>
          <a:xfrm>
            <a:off x="6117765" y="662507"/>
            <a:ext cx="2569035" cy="170754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404F15ED-E47A-A121-FEA2-D5A985DFA0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9" y="123568"/>
            <a:ext cx="8220243" cy="415498"/>
          </a:xfrm>
          <a:prstGeom prst="rect">
            <a:avLst/>
          </a:prstGeom>
        </p:spPr>
        <p:txBody>
          <a:bodyPr vert="horz" lIns="0" tIns="0" rIns="91440" bIns="45720" rtlCol="0" anchor="t">
            <a:noAutofit/>
          </a:bodyPr>
          <a:lstStyle/>
          <a:p>
            <a:r>
              <a:rPr lang="en-US" dirty="0"/>
              <a:t>Insert Title Here Image &amp; Copy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5BD5B9CC-B9CE-BC16-0D2C-B79666938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429425"/>
            <a:ext cx="2569036" cy="1818626"/>
          </a:xfrm>
          <a:prstGeom prst="rect">
            <a:avLst/>
          </a:prstGeom>
        </p:spPr>
        <p:txBody>
          <a:bodyPr vert="horz" wrap="square" lIns="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9CBB301A-5DB9-1A2D-435E-047CEEB39A1C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3282779" y="2429425"/>
            <a:ext cx="2569036" cy="1818626"/>
          </a:xfrm>
          <a:prstGeom prst="rect">
            <a:avLst/>
          </a:prstGeom>
        </p:spPr>
        <p:txBody>
          <a:bodyPr vert="horz" wrap="square" lIns="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AC6AEDD-A44B-7357-7F77-EDDCC2F8DCB4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6116595" y="2429425"/>
            <a:ext cx="2569036" cy="1818626"/>
          </a:xfrm>
          <a:prstGeom prst="rect">
            <a:avLst/>
          </a:prstGeom>
        </p:spPr>
        <p:txBody>
          <a:bodyPr vert="horz" wrap="square" lIns="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Top &amp; Copy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6AEAB4E0-EC82-DB10-0691-C7D57C11638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57200" y="660569"/>
            <a:ext cx="8229598" cy="170754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7EC80901-5414-5465-B9DD-C2808DF290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9" y="123568"/>
            <a:ext cx="8220243" cy="415498"/>
          </a:xfrm>
          <a:prstGeom prst="rect">
            <a:avLst/>
          </a:prstGeom>
        </p:spPr>
        <p:txBody>
          <a:bodyPr vert="horz" lIns="0" tIns="0" rIns="91440" bIns="45720" rtlCol="0" anchor="t">
            <a:noAutofit/>
          </a:bodyPr>
          <a:lstStyle/>
          <a:p>
            <a:r>
              <a:rPr lang="en-US" dirty="0"/>
              <a:t>Insert Title Here Image &amp; Copy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550E7DA-BF61-922F-6C58-CCEB9E7FCC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429425"/>
            <a:ext cx="8220242" cy="1818626"/>
          </a:xfrm>
          <a:prstGeom prst="rect">
            <a:avLst/>
          </a:prstGeom>
        </p:spPr>
        <p:txBody>
          <a:bodyPr vert="horz" wrap="square" lIns="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s &amp; Cop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hart Placeholder 6"/>
          <p:cNvSpPr>
            <a:spLocks noGrp="1"/>
          </p:cNvSpPr>
          <p:nvPr>
            <p:ph type="chart" sz="quarter" idx="23"/>
          </p:nvPr>
        </p:nvSpPr>
        <p:spPr>
          <a:xfrm>
            <a:off x="457200" y="721883"/>
            <a:ext cx="2569034" cy="161755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chart</a:t>
            </a:r>
          </a:p>
        </p:txBody>
      </p:sp>
      <p:sp>
        <p:nvSpPr>
          <p:cNvPr id="25" name="Chart Placeholder 6">
            <a:extLst>
              <a:ext uri="{FF2B5EF4-FFF2-40B4-BE49-F238E27FC236}">
                <a16:creationId xmlns:a16="http://schemas.microsoft.com/office/drawing/2014/main" id="{05CE34A9-2767-EE52-2288-0282EAB77DA4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3292188" y="721883"/>
            <a:ext cx="2569034" cy="161755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26" name="Chart Placeholder 6">
            <a:extLst>
              <a:ext uri="{FF2B5EF4-FFF2-40B4-BE49-F238E27FC236}">
                <a16:creationId xmlns:a16="http://schemas.microsoft.com/office/drawing/2014/main" id="{38D520DC-ADC2-F226-F41C-DDB4ADE9DE0C}"/>
              </a:ext>
            </a:extLst>
          </p:cNvPr>
          <p:cNvSpPr>
            <a:spLocks noGrp="1"/>
          </p:cNvSpPr>
          <p:nvPr>
            <p:ph type="chart" sz="quarter" idx="27"/>
          </p:nvPr>
        </p:nvSpPr>
        <p:spPr>
          <a:xfrm>
            <a:off x="6110868" y="721883"/>
            <a:ext cx="2569034" cy="161755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chart</a:t>
            </a: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F90E998F-0EE0-BAE3-93E8-713B6F4BD3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9" y="123568"/>
            <a:ext cx="8220243" cy="415498"/>
          </a:xfrm>
          <a:prstGeom prst="rect">
            <a:avLst/>
          </a:prstGeom>
        </p:spPr>
        <p:txBody>
          <a:bodyPr vert="horz" lIns="0" tIns="0" rIns="91440" bIns="45720" rtlCol="0" anchor="t">
            <a:noAutofit/>
          </a:bodyPr>
          <a:lstStyle/>
          <a:p>
            <a:r>
              <a:rPr lang="en-US" dirty="0"/>
              <a:t>Insert Title Here Image &amp; Copy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D3409C1-6CA9-5A9A-CA79-E15B57BCB4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429425"/>
            <a:ext cx="2569036" cy="1818626"/>
          </a:xfrm>
          <a:prstGeom prst="rect">
            <a:avLst/>
          </a:prstGeom>
        </p:spPr>
        <p:txBody>
          <a:bodyPr vert="horz" wrap="square" lIns="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063E3B64-6DC2-93C1-725F-862FE960D220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3282779" y="2429425"/>
            <a:ext cx="2569036" cy="1818626"/>
          </a:xfrm>
          <a:prstGeom prst="rect">
            <a:avLst/>
          </a:prstGeom>
        </p:spPr>
        <p:txBody>
          <a:bodyPr vert="horz" wrap="square" lIns="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C47F5947-A02D-03E9-AC17-E61BE3082AEE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6116595" y="2429425"/>
            <a:ext cx="2569036" cy="1818626"/>
          </a:xfrm>
          <a:prstGeom prst="rect">
            <a:avLst/>
          </a:prstGeom>
        </p:spPr>
        <p:txBody>
          <a:bodyPr vert="horz" wrap="square" lIns="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s &amp; Cop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art Placeholder 6">
            <a:extLst>
              <a:ext uri="{FF2B5EF4-FFF2-40B4-BE49-F238E27FC236}">
                <a16:creationId xmlns:a16="http://schemas.microsoft.com/office/drawing/2014/main" id="{1A51BEDA-2ECE-F4E3-D7CC-B17120C31B22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457200" y="721883"/>
            <a:ext cx="1985216" cy="161755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chart</a:t>
            </a: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5C67F8C-ADB5-0740-A2E8-26D3D52BD16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9" y="123568"/>
            <a:ext cx="8220243" cy="415498"/>
          </a:xfrm>
          <a:prstGeom prst="rect">
            <a:avLst/>
          </a:prstGeom>
        </p:spPr>
        <p:txBody>
          <a:bodyPr vert="horz" lIns="0" tIns="0" rIns="91440" bIns="45720" rtlCol="0" anchor="t">
            <a:noAutofit/>
          </a:bodyPr>
          <a:lstStyle/>
          <a:p>
            <a:r>
              <a:rPr lang="en-US" dirty="0"/>
              <a:t>Insert Title Here Image &amp; Copy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C12EBDDF-5E8A-08E3-4231-ED10F13262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429425"/>
            <a:ext cx="1985218" cy="1818626"/>
          </a:xfrm>
          <a:prstGeom prst="rect">
            <a:avLst/>
          </a:prstGeom>
        </p:spPr>
        <p:txBody>
          <a:bodyPr vert="horz" wrap="square" lIns="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Chart Placeholder 6">
            <a:extLst>
              <a:ext uri="{FF2B5EF4-FFF2-40B4-BE49-F238E27FC236}">
                <a16:creationId xmlns:a16="http://schemas.microsoft.com/office/drawing/2014/main" id="{84692620-1CF2-21C8-F61E-279D6088399C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2538661" y="721883"/>
            <a:ext cx="1985216" cy="161755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chart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61BE2E6F-83B1-920C-46A2-9FB21A81B36C}"/>
              </a:ext>
            </a:extLst>
          </p:cNvPr>
          <p:cNvSpPr>
            <a:spLocks noGrp="1"/>
          </p:cNvSpPr>
          <p:nvPr>
            <p:ph idx="25"/>
          </p:nvPr>
        </p:nvSpPr>
        <p:spPr>
          <a:xfrm>
            <a:off x="2538661" y="2429425"/>
            <a:ext cx="1985218" cy="1818626"/>
          </a:xfrm>
          <a:prstGeom prst="rect">
            <a:avLst/>
          </a:prstGeom>
        </p:spPr>
        <p:txBody>
          <a:bodyPr vert="horz" wrap="square" lIns="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6" name="Chart Placeholder 6">
            <a:extLst>
              <a:ext uri="{FF2B5EF4-FFF2-40B4-BE49-F238E27FC236}">
                <a16:creationId xmlns:a16="http://schemas.microsoft.com/office/drawing/2014/main" id="{D108831C-8C93-7BEA-4466-65381D27082A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4620122" y="721883"/>
            <a:ext cx="1985216" cy="161755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chart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F721AD43-8ED1-C524-D6AF-1298683C9AAD}"/>
              </a:ext>
            </a:extLst>
          </p:cNvPr>
          <p:cNvSpPr>
            <a:spLocks noGrp="1"/>
          </p:cNvSpPr>
          <p:nvPr>
            <p:ph idx="27"/>
          </p:nvPr>
        </p:nvSpPr>
        <p:spPr>
          <a:xfrm>
            <a:off x="4620122" y="2429425"/>
            <a:ext cx="1985218" cy="1818626"/>
          </a:xfrm>
          <a:prstGeom prst="rect">
            <a:avLst/>
          </a:prstGeom>
        </p:spPr>
        <p:txBody>
          <a:bodyPr vert="horz" wrap="square" lIns="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8" name="Chart Placeholder 6">
            <a:extLst>
              <a:ext uri="{FF2B5EF4-FFF2-40B4-BE49-F238E27FC236}">
                <a16:creationId xmlns:a16="http://schemas.microsoft.com/office/drawing/2014/main" id="{AD48C0FF-B872-59E9-9FA3-AF1CD37F9501}"/>
              </a:ext>
            </a:extLst>
          </p:cNvPr>
          <p:cNvSpPr>
            <a:spLocks noGrp="1"/>
          </p:cNvSpPr>
          <p:nvPr>
            <p:ph type="chart" sz="quarter" idx="28"/>
          </p:nvPr>
        </p:nvSpPr>
        <p:spPr>
          <a:xfrm>
            <a:off x="6701582" y="721883"/>
            <a:ext cx="1985216" cy="161755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chart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8F4405D-3A1F-350E-3753-F7310B8CC94C}"/>
              </a:ext>
            </a:extLst>
          </p:cNvPr>
          <p:cNvSpPr>
            <a:spLocks noGrp="1"/>
          </p:cNvSpPr>
          <p:nvPr>
            <p:ph idx="29"/>
          </p:nvPr>
        </p:nvSpPr>
        <p:spPr>
          <a:xfrm>
            <a:off x="6701582" y="2429425"/>
            <a:ext cx="1985218" cy="1818626"/>
          </a:xfrm>
          <a:prstGeom prst="rect">
            <a:avLst/>
          </a:prstGeom>
        </p:spPr>
        <p:txBody>
          <a:bodyPr vert="horz" wrap="square" lIns="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rts &amp; Cop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art Placeholder 6">
            <a:extLst>
              <a:ext uri="{FF2B5EF4-FFF2-40B4-BE49-F238E27FC236}">
                <a16:creationId xmlns:a16="http://schemas.microsoft.com/office/drawing/2014/main" id="{2E5BD443-A2ED-4728-2C8E-3D755CFCE860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457200" y="721883"/>
            <a:ext cx="1985216" cy="161755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chart</a:t>
            </a:r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DB32806E-9ECC-38A3-DC09-ECFAA09DEC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9" y="123568"/>
            <a:ext cx="8220243" cy="415498"/>
          </a:xfrm>
          <a:prstGeom prst="rect">
            <a:avLst/>
          </a:prstGeom>
        </p:spPr>
        <p:txBody>
          <a:bodyPr vert="horz" lIns="0" tIns="0" rIns="91440" bIns="45720" rtlCol="0" anchor="t">
            <a:noAutofit/>
          </a:bodyPr>
          <a:lstStyle/>
          <a:p>
            <a:r>
              <a:rPr lang="en-US" dirty="0"/>
              <a:t>Insert Title Here Image &amp; Copy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C335EF53-0ED0-E456-0EDC-5FE74C8B6D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429425"/>
            <a:ext cx="8220242" cy="1818626"/>
          </a:xfrm>
          <a:prstGeom prst="rect">
            <a:avLst/>
          </a:prstGeom>
        </p:spPr>
        <p:txBody>
          <a:bodyPr vert="horz" wrap="square" lIns="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Chart Placeholder 6">
            <a:extLst>
              <a:ext uri="{FF2B5EF4-FFF2-40B4-BE49-F238E27FC236}">
                <a16:creationId xmlns:a16="http://schemas.microsoft.com/office/drawing/2014/main" id="{CDBB8CA8-138E-D4E5-EC06-E6159F408057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2538661" y="721883"/>
            <a:ext cx="1985216" cy="161755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chart</a:t>
            </a:r>
          </a:p>
        </p:txBody>
      </p:sp>
      <p:sp>
        <p:nvSpPr>
          <p:cNvPr id="10" name="Chart Placeholder 6">
            <a:extLst>
              <a:ext uri="{FF2B5EF4-FFF2-40B4-BE49-F238E27FC236}">
                <a16:creationId xmlns:a16="http://schemas.microsoft.com/office/drawing/2014/main" id="{B0ABA782-7951-5B68-3A4B-84800F7C5591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4620122" y="721883"/>
            <a:ext cx="1985216" cy="161755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chart</a:t>
            </a:r>
          </a:p>
        </p:txBody>
      </p:sp>
      <p:sp>
        <p:nvSpPr>
          <p:cNvPr id="12" name="Chart Placeholder 6">
            <a:extLst>
              <a:ext uri="{FF2B5EF4-FFF2-40B4-BE49-F238E27FC236}">
                <a16:creationId xmlns:a16="http://schemas.microsoft.com/office/drawing/2014/main" id="{EDE0EE97-A19D-FE1D-3D04-2C6DEF8AF491}"/>
              </a:ext>
            </a:extLst>
          </p:cNvPr>
          <p:cNvSpPr>
            <a:spLocks noGrp="1"/>
          </p:cNvSpPr>
          <p:nvPr>
            <p:ph type="chart" sz="quarter" idx="28"/>
          </p:nvPr>
        </p:nvSpPr>
        <p:spPr>
          <a:xfrm>
            <a:off x="6701582" y="721883"/>
            <a:ext cx="1985216" cy="161755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chart</a:t>
            </a:r>
          </a:p>
        </p:txBody>
      </p:sp>
    </p:spTree>
    <p:extLst>
      <p:ext uri="{BB962C8B-B14F-4D97-AF65-F5344CB8AC3E}">
        <p14:creationId xmlns:p14="http://schemas.microsoft.com/office/powerpoint/2010/main" val="2308994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&amp;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art Placeholder 6">
            <a:extLst>
              <a:ext uri="{FF2B5EF4-FFF2-40B4-BE49-F238E27FC236}">
                <a16:creationId xmlns:a16="http://schemas.microsoft.com/office/drawing/2014/main" id="{C0C0F081-2FD9-B43B-58C1-825ACA5D7D6E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457199" y="594059"/>
            <a:ext cx="4031673" cy="365399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B02DDF5A-9959-8DC9-9BC2-32E5E44F69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9" y="123568"/>
            <a:ext cx="8220243" cy="415498"/>
          </a:xfrm>
          <a:prstGeom prst="rect">
            <a:avLst/>
          </a:prstGeom>
        </p:spPr>
        <p:txBody>
          <a:bodyPr vert="horz" lIns="0" tIns="0" rIns="91440" bIns="45720" rtlCol="0" anchor="t">
            <a:noAutofit/>
          </a:bodyPr>
          <a:lstStyle/>
          <a:p>
            <a:r>
              <a:rPr lang="en-US" dirty="0"/>
              <a:t>Insert Title Here Image &amp; Copy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836885-E7CC-2D0D-BE78-C9D206BF05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62641" y="594059"/>
            <a:ext cx="4114801" cy="3653992"/>
          </a:xfrm>
          <a:prstGeom prst="rect">
            <a:avLst/>
          </a:prstGeom>
        </p:spPr>
        <p:txBody>
          <a:bodyPr vert="horz" wrap="square" lIns="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&amp;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6">
            <a:extLst>
              <a:ext uri="{FF2B5EF4-FFF2-40B4-BE49-F238E27FC236}">
                <a16:creationId xmlns:a16="http://schemas.microsoft.com/office/drawing/2014/main" id="{824676FA-0309-7D0D-5176-B13CCA6B0E5A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4655127" y="594059"/>
            <a:ext cx="4022315" cy="365399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4CD44697-F530-C03F-2D23-2445D57A88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9" y="123568"/>
            <a:ext cx="8220243" cy="415498"/>
          </a:xfrm>
          <a:prstGeom prst="rect">
            <a:avLst/>
          </a:prstGeom>
        </p:spPr>
        <p:txBody>
          <a:bodyPr vert="horz" lIns="0" tIns="0" rIns="91440" bIns="45720" rtlCol="0" anchor="t">
            <a:noAutofit/>
          </a:bodyPr>
          <a:lstStyle/>
          <a:p>
            <a:r>
              <a:rPr lang="en-US" dirty="0"/>
              <a:t>Insert Title Here Image &amp; Copy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DD29596-5DF3-52F6-A165-6C84E1F23E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594059"/>
            <a:ext cx="4114801" cy="3653992"/>
          </a:xfrm>
          <a:prstGeom prst="rect">
            <a:avLst/>
          </a:prstGeom>
        </p:spPr>
        <p:txBody>
          <a:bodyPr vert="horz" wrap="square" lIns="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py &amp;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6C7B926-B124-4173-66D6-40FE88F7621A}"/>
              </a:ext>
            </a:extLst>
          </p:cNvPr>
          <p:cNvSpPr/>
          <p:nvPr userDrawn="1"/>
        </p:nvSpPr>
        <p:spPr>
          <a:xfrm>
            <a:off x="0" y="4295775"/>
            <a:ext cx="9144000" cy="8477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89E338A-6874-C3D9-DD50-D4829A9F5F6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0499" y="2038173"/>
            <a:ext cx="8351856" cy="664797"/>
          </a:xfrm>
        </p:spPr>
        <p:txBody>
          <a:bodyPr lIns="0" bIns="0" anchor="b" anchorCtr="0">
            <a:spAutoFit/>
          </a:bodyPr>
          <a:lstStyle>
            <a:lvl1pPr algn="ctr">
              <a:lnSpc>
                <a:spcPct val="90000"/>
              </a:lnSpc>
              <a:defRPr sz="4800" b="1" baseline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Questions?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18FD301-E754-7449-B322-995679D41C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648200"/>
            <a:ext cx="9144000" cy="4953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47E73198-EFC1-EBC1-30A1-DB508E7A38B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33031" y="4096311"/>
            <a:ext cx="4077938" cy="398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79699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py &amp;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6C7B926-B124-4173-66D6-40FE88F7621A}"/>
              </a:ext>
            </a:extLst>
          </p:cNvPr>
          <p:cNvSpPr/>
          <p:nvPr userDrawn="1"/>
        </p:nvSpPr>
        <p:spPr>
          <a:xfrm>
            <a:off x="0" y="4295775"/>
            <a:ext cx="9144000" cy="8477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89E338A-6874-C3D9-DD50-D4829A9F5F6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0499" y="2038173"/>
            <a:ext cx="8351856" cy="664797"/>
          </a:xfrm>
        </p:spPr>
        <p:txBody>
          <a:bodyPr lIns="0" bIns="0" anchor="b" anchorCtr="0">
            <a:spAutoFit/>
          </a:bodyPr>
          <a:lstStyle>
            <a:lvl1pPr algn="ctr">
              <a:lnSpc>
                <a:spcPct val="90000"/>
              </a:lnSpc>
              <a:defRPr sz="4800" b="1" baseline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Thank you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18FD301-E754-7449-B322-995679D41C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648200"/>
            <a:ext cx="9144000" cy="4953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DFEBFF9F-8370-DBDA-110A-5880E2F730C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33031" y="4096311"/>
            <a:ext cx="4077938" cy="398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22137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1DB78F4-9839-506D-85A5-E46EC9A3465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648200"/>
            <a:ext cx="9144000" cy="4953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E902B94D-AA91-6B02-2AAE-FBBC52A5420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33031" y="2280183"/>
            <a:ext cx="4077938" cy="398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7613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4.sv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2.sv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ED615F03-C367-24C6-9AAC-7A87FF5B668A}"/>
              </a:ext>
            </a:extLst>
          </p:cNvPr>
          <p:cNvPicPr>
            <a:picLocks noChangeAspect="1"/>
          </p:cNvPicPr>
          <p:nvPr userDrawn="1"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0" y="4648200"/>
            <a:ext cx="9144000" cy="4953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199" y="1"/>
            <a:ext cx="8149665" cy="937610"/>
          </a:xfrm>
          <a:prstGeom prst="rect">
            <a:avLst/>
          </a:prstGeom>
        </p:spPr>
        <p:txBody>
          <a:bodyPr vert="horz" lIns="0" tIns="0" rIns="91440" bIns="45720" rtlCol="0" anchor="b">
            <a:noAutofit/>
          </a:bodyPr>
          <a:lstStyle/>
          <a:p>
            <a:r>
              <a:rPr lang="en-US" dirty="0"/>
              <a:t>Insert Title Here Image &amp; Copy</a:t>
            </a:r>
          </a:p>
        </p:txBody>
      </p:sp>
      <p:sp>
        <p:nvSpPr>
          <p:cNvPr id="8" name="Slide Number Placeholder 5"/>
          <p:cNvSpPr txBox="1">
            <a:spLocks/>
          </p:cNvSpPr>
          <p:nvPr/>
        </p:nvSpPr>
        <p:spPr>
          <a:xfrm>
            <a:off x="4311873" y="4988311"/>
            <a:ext cx="520255" cy="1551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b="1" kern="1200">
                <a:solidFill>
                  <a:srgbClr val="8D8E8D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C3BF4A0-F7E7-4F05-98F8-4325DF1FDB43}" type="slidenum">
              <a:rPr lang="en-US" sz="800" b="0" smtClean="0">
                <a:solidFill>
                  <a:schemeClr val="bg1"/>
                </a:solidFill>
              </a:rPr>
              <a:pPr/>
              <a:t>‹#›</a:t>
            </a:fld>
            <a:endParaRPr lang="en-US" sz="800" b="0" dirty="0">
              <a:solidFill>
                <a:schemeClr val="bg1"/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665962-D527-D9A7-7D51-9A728E2C1C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199" y="1169399"/>
            <a:ext cx="8163025" cy="904863"/>
          </a:xfrm>
          <a:prstGeom prst="rect">
            <a:avLst/>
          </a:prstGeom>
        </p:spPr>
        <p:txBody>
          <a:bodyPr vert="horz" wrap="square" lIns="0" tIns="45720" rIns="9144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843FB73-839C-307F-E23A-3503F1BC31A5}"/>
              </a:ext>
            </a:extLst>
          </p:cNvPr>
          <p:cNvPicPr>
            <a:picLocks noChangeAspect="1"/>
          </p:cNvPicPr>
          <p:nvPr userDrawn="1"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409652" y="4542181"/>
            <a:ext cx="2616583" cy="255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339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33" r:id="rId2"/>
    <p:sldLayoutId id="2147483718" r:id="rId3"/>
    <p:sldLayoutId id="2147483720" r:id="rId4"/>
    <p:sldLayoutId id="2147483734" r:id="rId5"/>
    <p:sldLayoutId id="2147483666" r:id="rId6"/>
    <p:sldLayoutId id="2147483651" r:id="rId7"/>
    <p:sldLayoutId id="2147483735" r:id="rId8"/>
    <p:sldLayoutId id="2147483668" r:id="rId9"/>
    <p:sldLayoutId id="2147483671" r:id="rId10"/>
    <p:sldLayoutId id="2147483675" r:id="rId11"/>
    <p:sldLayoutId id="2147483670" r:id="rId12"/>
    <p:sldLayoutId id="2147483672" r:id="rId13"/>
    <p:sldLayoutId id="2147483673" r:id="rId14"/>
    <p:sldLayoutId id="2147483674" r:id="rId15"/>
    <p:sldLayoutId id="2147483679" r:id="rId16"/>
    <p:sldLayoutId id="2147483676" r:id="rId17"/>
    <p:sldLayoutId id="2147483677" r:id="rId18"/>
    <p:sldLayoutId id="2147483736" r:id="rId19"/>
    <p:sldLayoutId id="2147483737" r:id="rId20"/>
    <p:sldLayoutId id="2147483667" r:id="rId21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2400" kern="1200">
          <a:solidFill>
            <a:schemeClr val="accent1"/>
          </a:solidFill>
          <a:latin typeface="Arial"/>
          <a:ea typeface="+mj-ea"/>
          <a:cs typeface="Arial"/>
        </a:defRPr>
      </a:lvl1pPr>
    </p:titleStyle>
    <p:bodyStyle>
      <a:lvl1pPr marL="0" marR="0" indent="0" algn="l" defTabSz="914400" rtl="0" eaLnBrk="1" fontAlgn="base" latinLnBrk="0" hangingPunct="1">
        <a:lnSpc>
          <a:spcPct val="90000"/>
        </a:lnSpc>
        <a:spcBef>
          <a:spcPts val="600"/>
        </a:spcBef>
        <a:spcAft>
          <a:spcPct val="0"/>
        </a:spcAft>
        <a:buClrTx/>
        <a:buSzTx/>
        <a:buFontTx/>
        <a:buNone/>
        <a:tabLst/>
        <a:defRPr sz="1600" b="0" kern="1200">
          <a:solidFill>
            <a:schemeClr val="tx1"/>
          </a:solidFill>
          <a:latin typeface="Arial"/>
          <a:ea typeface="+mn-ea"/>
          <a:cs typeface="Arial"/>
        </a:defRPr>
      </a:lvl1pPr>
      <a:lvl2pPr marL="742950" marR="0" indent="-28575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tabLst/>
        <a:defRPr sz="1600" b="0" kern="1200">
          <a:solidFill>
            <a:schemeClr val="tx1"/>
          </a:solidFill>
          <a:latin typeface="Arial"/>
          <a:ea typeface="+mn-ea"/>
          <a:cs typeface="Arial"/>
        </a:defRPr>
      </a:lvl2pPr>
      <a:lvl3pPr marL="1143000" marR="0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Tx/>
        <a:buSzTx/>
        <a:buFont typeface="Courier New" panose="02070309020205020404" pitchFamily="49" charset="0"/>
        <a:buChar char="o"/>
        <a:tabLst/>
        <a:defRPr sz="1600" b="0" kern="1200">
          <a:solidFill>
            <a:schemeClr val="tx1"/>
          </a:solidFill>
          <a:latin typeface="Arial"/>
          <a:ea typeface="+mn-ea"/>
          <a:cs typeface="Arial"/>
        </a:defRPr>
      </a:lvl3pPr>
      <a:lvl4pPr marL="0" indent="-228600" algn="l" defTabSz="457200" rtl="0" eaLnBrk="1" latinLnBrk="0" hangingPunct="1">
        <a:spcBef>
          <a:spcPct val="20000"/>
        </a:spcBef>
        <a:buFont typeface="Arial"/>
        <a:buChar char="–"/>
        <a:defRPr sz="1600" kern="1200">
          <a:solidFill>
            <a:schemeClr val="tx1"/>
          </a:solidFill>
          <a:latin typeface="Arial"/>
          <a:ea typeface="+mn-ea"/>
          <a:cs typeface="Arial"/>
        </a:defRPr>
      </a:lvl4pPr>
      <a:lvl5pPr marL="457200" indent="-228600" algn="l" defTabSz="457200" rtl="0" eaLnBrk="1" latinLnBrk="0" hangingPunct="1">
        <a:spcBef>
          <a:spcPct val="20000"/>
        </a:spcBef>
        <a:buFont typeface="Arial"/>
        <a:buChar char="»"/>
        <a:defRPr sz="1600" kern="1200">
          <a:solidFill>
            <a:schemeClr val="tx1"/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19B52-4B9B-EBD5-403A-CFDD774CB8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6072" y="1769852"/>
            <a:ext cx="8351856" cy="1163395"/>
          </a:xfrm>
        </p:spPr>
        <p:txBody>
          <a:bodyPr/>
          <a:lstStyle/>
          <a:p>
            <a:r>
              <a:rPr lang="en-US" sz="2800" dirty="0"/>
              <a:t>Accuracy and Safety of Large Language Models for Breast Cancer Surgical Consultation Summaries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B23483-D1C0-0C76-2818-46E80DD669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78BB63-B050-47BE-57F1-6C565D6B3A3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96072" y="3816384"/>
            <a:ext cx="5853112" cy="251544"/>
          </a:xfrm>
        </p:spPr>
        <p:txBody>
          <a:bodyPr/>
          <a:lstStyle/>
          <a:p>
            <a:r>
              <a:rPr lang="en-US" dirty="0"/>
              <a:t>Presented by Robert James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08219B8-105A-448D-4B3F-3AC9205CE85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2364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72404-E59C-854C-8B72-EBCC69112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5C7390-11AB-26E3-BADD-C8CD92CF58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What is the clinical problem?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Synthesis of oncologic data for breast cancer surgical consultations is time-intensive, error prone, and variable across clinicians.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Clinical information is fragmented across radiology and pathology reports, creating significant cognitive burden.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Large language models (LLMs) offer a potential solution through structured extraction and concise summarization of clinical data.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39757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7E8C1-7005-CE50-8AA6-8587E38DC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0A9C5A-4E05-BF41-F2BF-026A0DE1B7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a large language model (LLM)?</a:t>
            </a:r>
          </a:p>
          <a:p>
            <a:pPr marL="457200" lvl="1">
              <a:buFont typeface="Arial"/>
              <a:buChar char="•"/>
            </a:pPr>
            <a:r>
              <a:rPr lang="en-US" dirty="0"/>
              <a:t>Software that reads and writes natural language by predicting likely word sequences</a:t>
            </a:r>
          </a:p>
          <a:p>
            <a:pPr marL="857250" lvl="2">
              <a:buFont typeface="Arial"/>
              <a:buChar char="•"/>
            </a:pPr>
            <a:r>
              <a:rPr lang="en-US" dirty="0"/>
              <a:t>Examples include GPT (OpenAI), Claude (Anthropic), Gemini (Google), and Llama (Meta)</a:t>
            </a:r>
          </a:p>
          <a:p>
            <a:pPr marL="457200" lvl="1">
              <a:buFont typeface="Arial"/>
              <a:buChar char="•"/>
            </a:pPr>
            <a:r>
              <a:rPr lang="en-US" dirty="0"/>
              <a:t>Can be used to summarize, extract, and answer questions from unstructured clinical 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70197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3BD9B-051D-2597-AD10-0344E72BB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EBD237-322F-5316-8706-44F34F282C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Prior research on LLMs for clinical summarization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2887958"/>
      </p:ext>
    </p:extLst>
  </p:cSld>
  <p:clrMapOvr>
    <a:masterClrMapping/>
  </p:clrMapOvr>
</p:sld>
</file>

<file path=ppt/theme/theme1.xml><?xml version="1.0" encoding="utf-8"?>
<a:theme xmlns:a="http://schemas.openxmlformats.org/drawingml/2006/main" name="WCM_Template_Cobranded PPT_Gray">
  <a:themeElements>
    <a:clrScheme name="WCM 2022">
      <a:dk1>
        <a:srgbClr val="2D2E2D"/>
      </a:dk1>
      <a:lt1>
        <a:srgbClr val="FFFFFF"/>
      </a:lt1>
      <a:dk2>
        <a:srgbClr val="555555"/>
      </a:dk2>
      <a:lt2>
        <a:srgbClr val="EFEEED"/>
      </a:lt2>
      <a:accent1>
        <a:srgbClr val="B31B1B"/>
      </a:accent1>
      <a:accent2>
        <a:srgbClr val="CF4520"/>
      </a:accent2>
      <a:accent3>
        <a:srgbClr val="E87722"/>
      </a:accent3>
      <a:accent4>
        <a:srgbClr val="FFC72C"/>
      </a:accent4>
      <a:accent5>
        <a:srgbClr val="8D8E8D"/>
      </a:accent5>
      <a:accent6>
        <a:srgbClr val="CECFCD"/>
      </a:accent6>
      <a:hlink>
        <a:srgbClr val="272727"/>
      </a:hlink>
      <a:folHlink>
        <a:srgbClr val="272727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wcm_template_masterbrand_wide_ppt_white" id="{907254EC-2902-A44B-BCB7-1945B2D07FF4}" vid="{49B71980-DE23-324C-99C3-85255CCFAC7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f71b58b5-4126-43a9-bcb3-21c9de6f5241}" enabled="0" method="" siteId="{f71b58b5-4126-43a9-bcb3-21c9de6f524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3056</TotalTime>
  <Words>143</Words>
  <Application>Microsoft Office PowerPoint</Application>
  <PresentationFormat>On-screen Show (16:9)</PresentationFormat>
  <Paragraphs>14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Courier New</vt:lpstr>
      <vt:lpstr>WCM_Template_Cobranded PPT_Gray</vt:lpstr>
      <vt:lpstr>Accuracy and Safety of Large Language Models for Breast Cancer Surgical Consultation Summaries</vt:lpstr>
      <vt:lpstr>Introduction</vt:lpstr>
      <vt:lpstr>Introduction</vt:lpstr>
      <vt:lpstr>Introduction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Cover Slide Title</dc:title>
  <dc:subject/>
  <dc:creator>brian zickerman</dc:creator>
  <cp:keywords/>
  <dc:description/>
  <cp:lastModifiedBy>James, Robert</cp:lastModifiedBy>
  <cp:revision>472</cp:revision>
  <cp:lastPrinted>2015-10-19T20:50:20Z</cp:lastPrinted>
  <dcterms:created xsi:type="dcterms:W3CDTF">2022-12-12T22:47:27Z</dcterms:created>
  <dcterms:modified xsi:type="dcterms:W3CDTF">2026-05-22T15:53:20Z</dcterms:modified>
  <cp:category/>
</cp:coreProperties>
</file>