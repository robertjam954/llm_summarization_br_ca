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23"/>
  </p:notesMasterIdLst>
  <p:sldIdLst>
    <p:sldId id="11047" r:id="rId2"/>
    <p:sldId id="11091" r:id="rId3"/>
    <p:sldId id="278" r:id="rId4"/>
    <p:sldId id="11089" r:id="rId5"/>
    <p:sldId id="11079" r:id="rId6"/>
    <p:sldId id="11081" r:id="rId7"/>
    <p:sldId id="11082" r:id="rId8"/>
    <p:sldId id="11085" r:id="rId9"/>
    <p:sldId id="11030" r:id="rId10"/>
    <p:sldId id="11069" r:id="rId11"/>
    <p:sldId id="292" r:id="rId12"/>
    <p:sldId id="306" r:id="rId13"/>
    <p:sldId id="294" r:id="rId14"/>
    <p:sldId id="261" r:id="rId15"/>
    <p:sldId id="300" r:id="rId16"/>
    <p:sldId id="301" r:id="rId17"/>
    <p:sldId id="11092" r:id="rId18"/>
    <p:sldId id="11071" r:id="rId19"/>
    <p:sldId id="11072" r:id="rId20"/>
    <p:sldId id="11073" r:id="rId21"/>
    <p:sldId id="11093"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F25E5BF-D19E-463C-9870-DB282E9B171D}" v="6" dt="2026-05-09T22:50:13.28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3058" autoAdjust="0"/>
  </p:normalViewPr>
  <p:slideViewPr>
    <p:cSldViewPr snapToGrid="0" snapToObjects="1">
      <p:cViewPr>
        <p:scale>
          <a:sx n="58" d="100"/>
          <a:sy n="58" d="100"/>
        </p:scale>
        <p:origin x="988" y="28"/>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mes, Robert" userId="2289ddc5-885d-4588-a312-b6745df56974" providerId="ADAL" clId="{DF25E5BF-D19E-463C-9870-DB282E9B171D}"/>
    <pc:docChg chg="undo custSel addSld delSld modSld">
      <pc:chgData name="James, Robert" userId="2289ddc5-885d-4588-a312-b6745df56974" providerId="ADAL" clId="{DF25E5BF-D19E-463C-9870-DB282E9B171D}" dt="2026-05-09T22:54:59.504" v="5068" actId="20577"/>
      <pc:docMkLst>
        <pc:docMk/>
      </pc:docMkLst>
      <pc:sldChg chg="del">
        <pc:chgData name="James, Robert" userId="2289ddc5-885d-4588-a312-b6745df56974" providerId="ADAL" clId="{DF25E5BF-D19E-463C-9870-DB282E9B171D}" dt="2026-05-03T17:57:12.373" v="194" actId="47"/>
        <pc:sldMkLst>
          <pc:docMk/>
          <pc:sldMk cId="0" sldId="262"/>
        </pc:sldMkLst>
      </pc:sldChg>
      <pc:sldChg chg="addSp delSp modSp mod">
        <pc:chgData name="James, Robert" userId="2289ddc5-885d-4588-a312-b6745df56974" providerId="ADAL" clId="{DF25E5BF-D19E-463C-9870-DB282E9B171D}" dt="2026-05-03T17:54:39.242" v="165" actId="1076"/>
        <pc:sldMkLst>
          <pc:docMk/>
          <pc:sldMk cId="0" sldId="278"/>
        </pc:sldMkLst>
        <pc:spChg chg="mod">
          <ac:chgData name="James, Robert" userId="2289ddc5-885d-4588-a312-b6745df56974" providerId="ADAL" clId="{DF25E5BF-D19E-463C-9870-DB282E9B171D}" dt="2026-05-03T17:52:49.787" v="111" actId="20577"/>
          <ac:spMkLst>
            <pc:docMk/>
            <pc:sldMk cId="0" sldId="278"/>
            <ac:spMk id="3" creationId="{00000000-0000-0000-0000-000000000000}"/>
          </ac:spMkLst>
        </pc:spChg>
        <pc:spChg chg="add mod">
          <ac:chgData name="James, Robert" userId="2289ddc5-885d-4588-a312-b6745df56974" providerId="ADAL" clId="{DF25E5BF-D19E-463C-9870-DB282E9B171D}" dt="2026-05-03T17:54:39.242" v="165" actId="1076"/>
          <ac:spMkLst>
            <pc:docMk/>
            <pc:sldMk cId="0" sldId="278"/>
            <ac:spMk id="6" creationId="{DDB093FB-AA2A-182D-6672-E334FC58E494}"/>
          </ac:spMkLst>
        </pc:spChg>
        <pc:spChg chg="add mod">
          <ac:chgData name="James, Robert" userId="2289ddc5-885d-4588-a312-b6745df56974" providerId="ADAL" clId="{DF25E5BF-D19E-463C-9870-DB282E9B171D}" dt="2026-05-03T17:54:06.065" v="144"/>
          <ac:spMkLst>
            <pc:docMk/>
            <pc:sldMk cId="0" sldId="278"/>
            <ac:spMk id="7" creationId="{87471FD3-21E3-B9DF-C87C-DE246FB698FC}"/>
          </ac:spMkLst>
        </pc:spChg>
        <pc:spChg chg="add mod">
          <ac:chgData name="James, Robert" userId="2289ddc5-885d-4588-a312-b6745df56974" providerId="ADAL" clId="{DF25E5BF-D19E-463C-9870-DB282E9B171D}" dt="2026-05-03T17:54:09.598" v="145"/>
          <ac:spMkLst>
            <pc:docMk/>
            <pc:sldMk cId="0" sldId="278"/>
            <ac:spMk id="8" creationId="{B445DEBB-54EF-198E-EA64-7EB0A4977B03}"/>
          </ac:spMkLst>
        </pc:spChg>
        <pc:picChg chg="add mod">
          <ac:chgData name="James, Robert" userId="2289ddc5-885d-4588-a312-b6745df56974" providerId="ADAL" clId="{DF25E5BF-D19E-463C-9870-DB282E9B171D}" dt="2026-05-03T17:54:24.159" v="149" actId="1076"/>
          <ac:picMkLst>
            <pc:docMk/>
            <pc:sldMk cId="0" sldId="278"/>
            <ac:picMk id="9" creationId="{2D3C6785-637D-33A4-D293-D3FAD5E9A342}"/>
          </ac:picMkLst>
        </pc:picChg>
      </pc:sldChg>
      <pc:sldChg chg="modSp mod">
        <pc:chgData name="James, Robert" userId="2289ddc5-885d-4588-a312-b6745df56974" providerId="ADAL" clId="{DF25E5BF-D19E-463C-9870-DB282E9B171D}" dt="2026-05-09T22:34:56.245" v="3744" actId="20577"/>
        <pc:sldMkLst>
          <pc:docMk/>
          <pc:sldMk cId="2059648232" sldId="292"/>
        </pc:sldMkLst>
        <pc:spChg chg="mod">
          <ac:chgData name="James, Robert" userId="2289ddc5-885d-4588-a312-b6745df56974" providerId="ADAL" clId="{DF25E5BF-D19E-463C-9870-DB282E9B171D}" dt="2026-05-09T22:31:20.236" v="3586" actId="20577"/>
          <ac:spMkLst>
            <pc:docMk/>
            <pc:sldMk cId="2059648232" sldId="292"/>
            <ac:spMk id="2" creationId="{76060148-321D-551C-D201-290537E99547}"/>
          </ac:spMkLst>
        </pc:spChg>
        <pc:spChg chg="mod">
          <ac:chgData name="James, Robert" userId="2289ddc5-885d-4588-a312-b6745df56974" providerId="ADAL" clId="{DF25E5BF-D19E-463C-9870-DB282E9B171D}" dt="2026-05-09T22:34:56.245" v="3744" actId="20577"/>
          <ac:spMkLst>
            <pc:docMk/>
            <pc:sldMk cId="2059648232" sldId="292"/>
            <ac:spMk id="3" creationId="{B9B05034-1DBD-5445-BC09-114907A20FD7}"/>
          </ac:spMkLst>
        </pc:spChg>
      </pc:sldChg>
      <pc:sldChg chg="modSp mod">
        <pc:chgData name="James, Robert" userId="2289ddc5-885d-4588-a312-b6745df56974" providerId="ADAL" clId="{DF25E5BF-D19E-463C-9870-DB282E9B171D}" dt="2026-05-09T22:35:34.578" v="3745" actId="20577"/>
        <pc:sldMkLst>
          <pc:docMk/>
          <pc:sldMk cId="3816739222" sldId="294"/>
        </pc:sldMkLst>
        <pc:spChg chg="mod">
          <ac:chgData name="James, Robert" userId="2289ddc5-885d-4588-a312-b6745df56974" providerId="ADAL" clId="{DF25E5BF-D19E-463C-9870-DB282E9B171D}" dt="2026-05-09T22:35:34.578" v="3745" actId="20577"/>
          <ac:spMkLst>
            <pc:docMk/>
            <pc:sldMk cId="3816739222" sldId="294"/>
            <ac:spMk id="2" creationId="{49A173D7-BC2C-3D3A-B1F2-CC655233A570}"/>
          </ac:spMkLst>
        </pc:spChg>
      </pc:sldChg>
      <pc:sldChg chg="modSp mod">
        <pc:chgData name="James, Robert" userId="2289ddc5-885d-4588-a312-b6745df56974" providerId="ADAL" clId="{DF25E5BF-D19E-463C-9870-DB282E9B171D}" dt="2026-05-03T17:57:29.711" v="218" actId="20577"/>
        <pc:sldMkLst>
          <pc:docMk/>
          <pc:sldMk cId="0" sldId="300"/>
        </pc:sldMkLst>
        <pc:spChg chg="mod">
          <ac:chgData name="James, Robert" userId="2289ddc5-885d-4588-a312-b6745df56974" providerId="ADAL" clId="{DF25E5BF-D19E-463C-9870-DB282E9B171D}" dt="2026-05-03T17:57:29.711" v="218" actId="20577"/>
          <ac:spMkLst>
            <pc:docMk/>
            <pc:sldMk cId="0" sldId="300"/>
            <ac:spMk id="2" creationId="{00000000-0000-0000-0000-000000000000}"/>
          </ac:spMkLst>
        </pc:spChg>
      </pc:sldChg>
      <pc:sldChg chg="modSp mod">
        <pc:chgData name="James, Robert" userId="2289ddc5-885d-4588-a312-b6745df56974" providerId="ADAL" clId="{DF25E5BF-D19E-463C-9870-DB282E9B171D}" dt="2026-05-09T22:42:56.703" v="4217" actId="20577"/>
        <pc:sldMkLst>
          <pc:docMk/>
          <pc:sldMk cId="1052225801" sldId="301"/>
        </pc:sldMkLst>
        <pc:spChg chg="mod">
          <ac:chgData name="James, Robert" userId="2289ddc5-885d-4588-a312-b6745df56974" providerId="ADAL" clId="{DF25E5BF-D19E-463C-9870-DB282E9B171D}" dt="2026-05-09T22:42:56.703" v="4217" actId="20577"/>
          <ac:spMkLst>
            <pc:docMk/>
            <pc:sldMk cId="1052225801" sldId="301"/>
            <ac:spMk id="3" creationId="{6328D4AA-88F0-A000-4DC7-A03C0F2E06B2}"/>
          </ac:spMkLst>
        </pc:spChg>
      </pc:sldChg>
      <pc:sldChg chg="del">
        <pc:chgData name="James, Robert" userId="2289ddc5-885d-4588-a312-b6745df56974" providerId="ADAL" clId="{DF25E5BF-D19E-463C-9870-DB282E9B171D}" dt="2026-05-09T22:43:08.440" v="4218" actId="47"/>
        <pc:sldMkLst>
          <pc:docMk/>
          <pc:sldMk cId="570611450" sldId="305"/>
        </pc:sldMkLst>
      </pc:sldChg>
      <pc:sldChg chg="modSp mod">
        <pc:chgData name="James, Robert" userId="2289ddc5-885d-4588-a312-b6745df56974" providerId="ADAL" clId="{DF25E5BF-D19E-463C-9870-DB282E9B171D}" dt="2026-05-09T22:54:59.504" v="5068" actId="20577"/>
        <pc:sldMkLst>
          <pc:docMk/>
          <pc:sldMk cId="2917804357" sldId="306"/>
        </pc:sldMkLst>
        <pc:spChg chg="mod">
          <ac:chgData name="James, Robert" userId="2289ddc5-885d-4588-a312-b6745df56974" providerId="ADAL" clId="{DF25E5BF-D19E-463C-9870-DB282E9B171D}" dt="2026-05-09T22:54:59.504" v="5068" actId="20577"/>
          <ac:spMkLst>
            <pc:docMk/>
            <pc:sldMk cId="2917804357" sldId="306"/>
            <ac:spMk id="2" creationId="{5D97C472-F333-89E6-F0CF-9CF57DFFC430}"/>
          </ac:spMkLst>
        </pc:spChg>
      </pc:sldChg>
      <pc:sldChg chg="modSp mod">
        <pc:chgData name="James, Robert" userId="2289ddc5-885d-4588-a312-b6745df56974" providerId="ADAL" clId="{DF25E5BF-D19E-463C-9870-DB282E9B171D}" dt="2026-05-09T22:46:02.286" v="4408" actId="20577"/>
        <pc:sldMkLst>
          <pc:docMk/>
          <pc:sldMk cId="4038599619" sldId="11071"/>
        </pc:sldMkLst>
        <pc:spChg chg="mod">
          <ac:chgData name="James, Robert" userId="2289ddc5-885d-4588-a312-b6745df56974" providerId="ADAL" clId="{DF25E5BF-D19E-463C-9870-DB282E9B171D}" dt="2026-05-09T22:46:02.286" v="4408" actId="20577"/>
          <ac:spMkLst>
            <pc:docMk/>
            <pc:sldMk cId="4038599619" sldId="11071"/>
            <ac:spMk id="4" creationId="{458CFF1A-308D-90CC-6B46-027BCEDC285D}"/>
          </ac:spMkLst>
        </pc:spChg>
      </pc:sldChg>
      <pc:sldChg chg="modSp mod">
        <pc:chgData name="James, Robert" userId="2289ddc5-885d-4588-a312-b6745df56974" providerId="ADAL" clId="{DF25E5BF-D19E-463C-9870-DB282E9B171D}" dt="2026-05-09T22:46:41.431" v="4411" actId="20577"/>
        <pc:sldMkLst>
          <pc:docMk/>
          <pc:sldMk cId="1872415169" sldId="11072"/>
        </pc:sldMkLst>
        <pc:spChg chg="mod">
          <ac:chgData name="James, Robert" userId="2289ddc5-885d-4588-a312-b6745df56974" providerId="ADAL" clId="{DF25E5BF-D19E-463C-9870-DB282E9B171D}" dt="2026-05-09T22:46:41.431" v="4411" actId="20577"/>
          <ac:spMkLst>
            <pc:docMk/>
            <pc:sldMk cId="1872415169" sldId="11072"/>
            <ac:spMk id="4" creationId="{DFFA3AD3-E044-E044-F818-DC0FFA5F615A}"/>
          </ac:spMkLst>
        </pc:spChg>
      </pc:sldChg>
      <pc:sldChg chg="modSp mod">
        <pc:chgData name="James, Robert" userId="2289ddc5-885d-4588-a312-b6745df56974" providerId="ADAL" clId="{DF25E5BF-D19E-463C-9870-DB282E9B171D}" dt="2026-05-09T22:50:19.535" v="4561" actId="20577"/>
        <pc:sldMkLst>
          <pc:docMk/>
          <pc:sldMk cId="2824012289" sldId="11073"/>
        </pc:sldMkLst>
        <pc:spChg chg="mod">
          <ac:chgData name="James, Robert" userId="2289ddc5-885d-4588-a312-b6745df56974" providerId="ADAL" clId="{DF25E5BF-D19E-463C-9870-DB282E9B171D}" dt="2026-05-09T22:50:19.535" v="4561" actId="20577"/>
          <ac:spMkLst>
            <pc:docMk/>
            <pc:sldMk cId="2824012289" sldId="11073"/>
            <ac:spMk id="4" creationId="{B5F6D740-20E5-AF39-702E-149F388840B2}"/>
          </ac:spMkLst>
        </pc:spChg>
      </pc:sldChg>
      <pc:sldChg chg="addSp delSp modSp mod">
        <pc:chgData name="James, Robert" userId="2289ddc5-885d-4588-a312-b6745df56974" providerId="ADAL" clId="{DF25E5BF-D19E-463C-9870-DB282E9B171D}" dt="2026-05-09T22:29:09.730" v="3468" actId="20577"/>
        <pc:sldMkLst>
          <pc:docMk/>
          <pc:sldMk cId="247361968" sldId="11079"/>
        </pc:sldMkLst>
        <pc:spChg chg="mod">
          <ac:chgData name="James, Robert" userId="2289ddc5-885d-4588-a312-b6745df56974" providerId="ADAL" clId="{DF25E5BF-D19E-463C-9870-DB282E9B171D}" dt="2026-05-09T22:28:20.153" v="3444" actId="20577"/>
          <ac:spMkLst>
            <pc:docMk/>
            <pc:sldMk cId="247361968" sldId="11079"/>
            <ac:spMk id="5" creationId="{DFCF1373-476F-EF0A-9E2B-6A47BBE67C9A}"/>
          </ac:spMkLst>
        </pc:spChg>
        <pc:spChg chg="mod">
          <ac:chgData name="James, Robert" userId="2289ddc5-885d-4588-a312-b6745df56974" providerId="ADAL" clId="{DF25E5BF-D19E-463C-9870-DB282E9B171D}" dt="2026-05-09T22:29:09.730" v="3468" actId="20577"/>
          <ac:spMkLst>
            <pc:docMk/>
            <pc:sldMk cId="247361968" sldId="11079"/>
            <ac:spMk id="6" creationId="{1A20FB51-9C40-6216-A920-6D8A2CA4867F}"/>
          </ac:spMkLst>
        </pc:spChg>
        <pc:picChg chg="add mod">
          <ac:chgData name="James, Robert" userId="2289ddc5-885d-4588-a312-b6745df56974" providerId="ADAL" clId="{DF25E5BF-D19E-463C-9870-DB282E9B171D}" dt="2026-05-03T17:56:37.022" v="193" actId="1076"/>
          <ac:picMkLst>
            <pc:docMk/>
            <pc:sldMk cId="247361968" sldId="11079"/>
            <ac:picMk id="10" creationId="{3D4C2ADC-A864-6B12-952E-037CFD91F4AD}"/>
          </ac:picMkLst>
        </pc:picChg>
      </pc:sldChg>
      <pc:sldChg chg="modSp mod">
        <pc:chgData name="James, Robert" userId="2289ddc5-885d-4588-a312-b6745df56974" providerId="ADAL" clId="{DF25E5BF-D19E-463C-9870-DB282E9B171D}" dt="2026-05-09T22:22:52.112" v="3335" actId="20577"/>
        <pc:sldMkLst>
          <pc:docMk/>
          <pc:sldMk cId="3351717916" sldId="11081"/>
        </pc:sldMkLst>
        <pc:spChg chg="mod">
          <ac:chgData name="James, Robert" userId="2289ddc5-885d-4588-a312-b6745df56974" providerId="ADAL" clId="{DF25E5BF-D19E-463C-9870-DB282E9B171D}" dt="2026-05-09T22:22:52.112" v="3335" actId="20577"/>
          <ac:spMkLst>
            <pc:docMk/>
            <pc:sldMk cId="3351717916" sldId="11081"/>
            <ac:spMk id="9" creationId="{DE6EB34F-29C5-E6D9-D407-7CF93F51B476}"/>
          </ac:spMkLst>
        </pc:spChg>
      </pc:sldChg>
      <pc:sldChg chg="modSp mod">
        <pc:chgData name="James, Robert" userId="2289ddc5-885d-4588-a312-b6745df56974" providerId="ADAL" clId="{DF25E5BF-D19E-463C-9870-DB282E9B171D}" dt="2026-05-09T22:29:30.490" v="3475" actId="20577"/>
        <pc:sldMkLst>
          <pc:docMk/>
          <pc:sldMk cId="765880054" sldId="11085"/>
        </pc:sldMkLst>
        <pc:spChg chg="mod">
          <ac:chgData name="James, Robert" userId="2289ddc5-885d-4588-a312-b6745df56974" providerId="ADAL" clId="{DF25E5BF-D19E-463C-9870-DB282E9B171D}" dt="2026-05-09T22:29:30.490" v="3475" actId="20577"/>
          <ac:spMkLst>
            <pc:docMk/>
            <pc:sldMk cId="765880054" sldId="11085"/>
            <ac:spMk id="6" creationId="{C9711CFE-C9EA-43FA-48DE-97C0F9516709}"/>
          </ac:spMkLst>
        </pc:spChg>
      </pc:sldChg>
      <pc:sldChg chg="modSp mod">
        <pc:chgData name="James, Robert" userId="2289ddc5-885d-4588-a312-b6745df56974" providerId="ADAL" clId="{DF25E5BF-D19E-463C-9870-DB282E9B171D}" dt="2026-05-09T22:27:39.164" v="3414" actId="20577"/>
        <pc:sldMkLst>
          <pc:docMk/>
          <pc:sldMk cId="2017397866" sldId="11089"/>
        </pc:sldMkLst>
        <pc:spChg chg="mod">
          <ac:chgData name="James, Robert" userId="2289ddc5-885d-4588-a312-b6745df56974" providerId="ADAL" clId="{DF25E5BF-D19E-463C-9870-DB282E9B171D}" dt="2026-05-03T17:54:53.380" v="180" actId="20577"/>
          <ac:spMkLst>
            <pc:docMk/>
            <pc:sldMk cId="2017397866" sldId="11089"/>
            <ac:spMk id="5" creationId="{A5EE09DA-EA0D-2E24-41FB-87D9DE0607DD}"/>
          </ac:spMkLst>
        </pc:spChg>
        <pc:spChg chg="mod">
          <ac:chgData name="James, Robert" userId="2289ddc5-885d-4588-a312-b6745df56974" providerId="ADAL" clId="{DF25E5BF-D19E-463C-9870-DB282E9B171D}" dt="2026-05-03T17:54:48.846" v="166" actId="20577"/>
          <ac:spMkLst>
            <pc:docMk/>
            <pc:sldMk cId="2017397866" sldId="11089"/>
            <ac:spMk id="6" creationId="{AA0D6D0A-25AC-2876-1550-748CF46B69B7}"/>
          </ac:spMkLst>
        </pc:spChg>
        <pc:spChg chg="mod">
          <ac:chgData name="James, Robert" userId="2289ddc5-885d-4588-a312-b6745df56974" providerId="ADAL" clId="{DF25E5BF-D19E-463C-9870-DB282E9B171D}" dt="2026-05-09T22:27:39.164" v="3414" actId="20577"/>
          <ac:spMkLst>
            <pc:docMk/>
            <pc:sldMk cId="2017397866" sldId="11089"/>
            <ac:spMk id="7" creationId="{D1E179AB-4DCE-FE24-6134-703A253C4539}"/>
          </ac:spMkLst>
        </pc:spChg>
      </pc:sldChg>
      <pc:sldChg chg="modSp mod">
        <pc:chgData name="James, Robert" userId="2289ddc5-885d-4588-a312-b6745df56974" providerId="ADAL" clId="{DF25E5BF-D19E-463C-9870-DB282E9B171D}" dt="2026-05-03T17:52:16.526" v="104" actId="20577"/>
        <pc:sldMkLst>
          <pc:docMk/>
          <pc:sldMk cId="3530447403" sldId="11091"/>
        </pc:sldMkLst>
        <pc:spChg chg="mod">
          <ac:chgData name="James, Robert" userId="2289ddc5-885d-4588-a312-b6745df56974" providerId="ADAL" clId="{DF25E5BF-D19E-463C-9870-DB282E9B171D}" dt="2026-05-03T17:52:04.647" v="102" actId="20577"/>
          <ac:spMkLst>
            <pc:docMk/>
            <pc:sldMk cId="3530447403" sldId="11091"/>
            <ac:spMk id="5" creationId="{0F86A71B-062C-9DC3-6F25-B88AEE14E487}"/>
          </ac:spMkLst>
        </pc:spChg>
        <pc:spChg chg="mod">
          <ac:chgData name="James, Robert" userId="2289ddc5-885d-4588-a312-b6745df56974" providerId="ADAL" clId="{DF25E5BF-D19E-463C-9870-DB282E9B171D}" dt="2026-05-03T17:51:49.586" v="65" actId="20577"/>
          <ac:spMkLst>
            <pc:docMk/>
            <pc:sldMk cId="3530447403" sldId="11091"/>
            <ac:spMk id="6" creationId="{C875E457-737A-A963-0E63-9E693B495645}"/>
          </ac:spMkLst>
        </pc:spChg>
        <pc:spChg chg="mod">
          <ac:chgData name="James, Robert" userId="2289ddc5-885d-4588-a312-b6745df56974" providerId="ADAL" clId="{DF25E5BF-D19E-463C-9870-DB282E9B171D}" dt="2026-05-03T17:52:16.526" v="104" actId="20577"/>
          <ac:spMkLst>
            <pc:docMk/>
            <pc:sldMk cId="3530447403" sldId="11091"/>
            <ac:spMk id="7" creationId="{1204EBE0-101C-4413-A0FB-D607F9FF6043}"/>
          </ac:spMkLst>
        </pc:spChg>
      </pc:sldChg>
      <pc:sldChg chg="modSp new mod">
        <pc:chgData name="James, Robert" userId="2289ddc5-885d-4588-a312-b6745df56974" providerId="ADAL" clId="{DF25E5BF-D19E-463C-9870-DB282E9B171D}" dt="2026-05-09T22:54:15.692" v="4976" actId="20577"/>
        <pc:sldMkLst>
          <pc:docMk/>
          <pc:sldMk cId="3717739119" sldId="11092"/>
        </pc:sldMkLst>
        <pc:spChg chg="mod">
          <ac:chgData name="James, Robert" userId="2289ddc5-885d-4588-a312-b6745df56974" providerId="ADAL" clId="{DF25E5BF-D19E-463C-9870-DB282E9B171D}" dt="2026-05-09T22:54:15.692" v="4976" actId="20577"/>
          <ac:spMkLst>
            <pc:docMk/>
            <pc:sldMk cId="3717739119" sldId="11092"/>
            <ac:spMk id="2" creationId="{88CE21F8-9390-3DE0-F176-6592E414D43F}"/>
          </ac:spMkLst>
        </pc:spChg>
      </pc:sldChg>
      <pc:sldChg chg="modSp new mod">
        <pc:chgData name="James, Robert" userId="2289ddc5-885d-4588-a312-b6745df56974" providerId="ADAL" clId="{DF25E5BF-D19E-463C-9870-DB282E9B171D}" dt="2026-05-09T22:53:54.110" v="4975" actId="20577"/>
        <pc:sldMkLst>
          <pc:docMk/>
          <pc:sldMk cId="1889611801" sldId="11093"/>
        </pc:sldMkLst>
        <pc:spChg chg="mod">
          <ac:chgData name="James, Robert" userId="2289ddc5-885d-4588-a312-b6745df56974" providerId="ADAL" clId="{DF25E5BF-D19E-463C-9870-DB282E9B171D}" dt="2026-05-09T22:50:41.743" v="4577" actId="20577"/>
          <ac:spMkLst>
            <pc:docMk/>
            <pc:sldMk cId="1889611801" sldId="11093"/>
            <ac:spMk id="5" creationId="{F16ADB46-4744-3BD1-5FFB-00F2AED01542}"/>
          </ac:spMkLst>
        </pc:spChg>
        <pc:spChg chg="mod">
          <ac:chgData name="James, Robert" userId="2289ddc5-885d-4588-a312-b6745df56974" providerId="ADAL" clId="{DF25E5BF-D19E-463C-9870-DB282E9B171D}" dt="2026-05-09T22:53:54.110" v="4975" actId="20577"/>
          <ac:spMkLst>
            <pc:docMk/>
            <pc:sldMk cId="1889611801" sldId="11093"/>
            <ac:spMk id="7" creationId="{5EBE4A91-5418-CF1E-5F18-028DC01D5466}"/>
          </ac:spMkLst>
        </pc:spChg>
      </pc:sldChg>
    </pc:docChg>
  </pc:docChgLst>
  <pc:docChgLst>
    <pc:chgData name="James, Robert" userId="2289ddc5-885d-4588-a312-b6745df56974" providerId="ADAL" clId="{295605D5-D7C6-4472-B58E-2CDD0F898BF4}"/>
    <pc:docChg chg="undo custSel modSld">
      <pc:chgData name="James, Robert" userId="2289ddc5-885d-4588-a312-b6745df56974" providerId="ADAL" clId="{295605D5-D7C6-4472-B58E-2CDD0F898BF4}" dt="2026-05-08T14:52:50.844" v="290" actId="1076"/>
      <pc:docMkLst>
        <pc:docMk/>
      </pc:docMkLst>
      <pc:sldChg chg="modSp mod">
        <pc:chgData name="James, Robert" userId="2289ddc5-885d-4588-a312-b6745df56974" providerId="ADAL" clId="{295605D5-D7C6-4472-B58E-2CDD0F898BF4}" dt="2026-05-08T14:50:18.421" v="246" actId="20577"/>
        <pc:sldMkLst>
          <pc:docMk/>
          <pc:sldMk cId="0" sldId="278"/>
        </pc:sldMkLst>
        <pc:spChg chg="mod">
          <ac:chgData name="James, Robert" userId="2289ddc5-885d-4588-a312-b6745df56974" providerId="ADAL" clId="{295605D5-D7C6-4472-B58E-2CDD0F898BF4}" dt="2026-05-08T14:50:18.421" v="246" actId="20577"/>
          <ac:spMkLst>
            <pc:docMk/>
            <pc:sldMk cId="0" sldId="278"/>
            <ac:spMk id="3" creationId="{00000000-0000-0000-0000-000000000000}"/>
          </ac:spMkLst>
        </pc:spChg>
        <pc:spChg chg="mod">
          <ac:chgData name="James, Robert" userId="2289ddc5-885d-4588-a312-b6745df56974" providerId="ADAL" clId="{295605D5-D7C6-4472-B58E-2CDD0F898BF4}" dt="2026-05-08T14:50:02.707" v="244" actId="20577"/>
          <ac:spMkLst>
            <pc:docMk/>
            <pc:sldMk cId="0" sldId="278"/>
            <ac:spMk id="6" creationId="{DDB093FB-AA2A-182D-6672-E334FC58E494}"/>
          </ac:spMkLst>
        </pc:spChg>
      </pc:sldChg>
      <pc:sldChg chg="addSp delSp modSp mod modClrScheme chgLayout">
        <pc:chgData name="James, Robert" userId="2289ddc5-885d-4588-a312-b6745df56974" providerId="ADAL" clId="{295605D5-D7C6-4472-B58E-2CDD0F898BF4}" dt="2026-05-08T14:48:16.921" v="130" actId="20577"/>
        <pc:sldMkLst>
          <pc:docMk/>
          <pc:sldMk cId="3408005331" sldId="11047"/>
        </pc:sldMkLst>
        <pc:spChg chg="mod">
          <ac:chgData name="James, Robert" userId="2289ddc5-885d-4588-a312-b6745df56974" providerId="ADAL" clId="{295605D5-D7C6-4472-B58E-2CDD0F898BF4}" dt="2026-05-08T14:42:19.395" v="27" actId="26606"/>
          <ac:spMkLst>
            <pc:docMk/>
            <pc:sldMk cId="3408005331" sldId="11047"/>
            <ac:spMk id="3" creationId="{6AF1DB00-25C4-6CF6-13A2-0F7F62266BC7}"/>
          </ac:spMkLst>
        </pc:spChg>
        <pc:spChg chg="del mod">
          <ac:chgData name="James, Robert" userId="2289ddc5-885d-4588-a312-b6745df56974" providerId="ADAL" clId="{295605D5-D7C6-4472-B58E-2CDD0F898BF4}" dt="2026-05-08T14:42:19.395" v="27" actId="26606"/>
          <ac:spMkLst>
            <pc:docMk/>
            <pc:sldMk cId="3408005331" sldId="11047"/>
            <ac:spMk id="4" creationId="{7C1B9BD7-563B-1177-4B1B-4715367F3ADA}"/>
          </ac:spMkLst>
        </pc:spChg>
        <pc:spChg chg="mod">
          <ac:chgData name="James, Robert" userId="2289ddc5-885d-4588-a312-b6745df56974" providerId="ADAL" clId="{295605D5-D7C6-4472-B58E-2CDD0F898BF4}" dt="2026-05-08T14:42:19.395" v="27" actId="26606"/>
          <ac:spMkLst>
            <pc:docMk/>
            <pc:sldMk cId="3408005331" sldId="11047"/>
            <ac:spMk id="5" creationId="{B295BDCC-43E6-A6DE-B14D-3C248ACC4481}"/>
          </ac:spMkLst>
        </pc:spChg>
        <pc:spChg chg="mod">
          <ac:chgData name="James, Robert" userId="2289ddc5-885d-4588-a312-b6745df56974" providerId="ADAL" clId="{295605D5-D7C6-4472-B58E-2CDD0F898BF4}" dt="2026-05-08T14:48:16.921" v="130" actId="20577"/>
          <ac:spMkLst>
            <pc:docMk/>
            <pc:sldMk cId="3408005331" sldId="11047"/>
            <ac:spMk id="6" creationId="{19FB656C-3A8F-3B84-3362-8412A6288298}"/>
          </ac:spMkLst>
        </pc:spChg>
        <pc:spChg chg="mod">
          <ac:chgData name="James, Robert" userId="2289ddc5-885d-4588-a312-b6745df56974" providerId="ADAL" clId="{295605D5-D7C6-4472-B58E-2CDD0F898BF4}" dt="2026-05-08T14:45:28.806" v="102" actId="1076"/>
          <ac:spMkLst>
            <pc:docMk/>
            <pc:sldMk cId="3408005331" sldId="11047"/>
            <ac:spMk id="7" creationId="{4730289A-E9FD-D95C-7012-930F68A3BDE3}"/>
          </ac:spMkLst>
        </pc:spChg>
        <pc:spChg chg="add mod">
          <ac:chgData name="James, Robert" userId="2289ddc5-885d-4588-a312-b6745df56974" providerId="ADAL" clId="{295605D5-D7C6-4472-B58E-2CDD0F898BF4}" dt="2026-05-08T14:45:23.171" v="101" actId="20577"/>
          <ac:spMkLst>
            <pc:docMk/>
            <pc:sldMk cId="3408005331" sldId="11047"/>
            <ac:spMk id="12" creationId="{8CC53829-BA9F-7919-E7DA-289D7FE9F4CF}"/>
          </ac:spMkLst>
        </pc:spChg>
      </pc:sldChg>
      <pc:sldChg chg="modSp mod">
        <pc:chgData name="James, Robert" userId="2289ddc5-885d-4588-a312-b6745df56974" providerId="ADAL" clId="{295605D5-D7C6-4472-B58E-2CDD0F898BF4}" dt="2026-05-08T14:52:11.755" v="287" actId="1076"/>
        <pc:sldMkLst>
          <pc:docMk/>
          <pc:sldMk cId="247361968" sldId="11079"/>
        </pc:sldMkLst>
        <pc:spChg chg="mod">
          <ac:chgData name="James, Robert" userId="2289ddc5-885d-4588-a312-b6745df56974" providerId="ADAL" clId="{295605D5-D7C6-4472-B58E-2CDD0F898BF4}" dt="2026-05-08T14:52:11.755" v="287" actId="1076"/>
          <ac:spMkLst>
            <pc:docMk/>
            <pc:sldMk cId="247361968" sldId="11079"/>
            <ac:spMk id="5" creationId="{DFCF1373-476F-EF0A-9E2B-6A47BBE67C9A}"/>
          </ac:spMkLst>
        </pc:spChg>
        <pc:spChg chg="mod">
          <ac:chgData name="James, Robert" userId="2289ddc5-885d-4588-a312-b6745df56974" providerId="ADAL" clId="{295605D5-D7C6-4472-B58E-2CDD0F898BF4}" dt="2026-05-08T14:51:58.716" v="286" actId="20577"/>
          <ac:spMkLst>
            <pc:docMk/>
            <pc:sldMk cId="247361968" sldId="11079"/>
            <ac:spMk id="6" creationId="{1A20FB51-9C40-6216-A920-6D8A2CA4867F}"/>
          </ac:spMkLst>
        </pc:spChg>
      </pc:sldChg>
      <pc:sldChg chg="modSp mod">
        <pc:chgData name="James, Robert" userId="2289ddc5-885d-4588-a312-b6745df56974" providerId="ADAL" clId="{295605D5-D7C6-4472-B58E-2CDD0F898BF4}" dt="2026-05-08T14:52:25.316" v="289" actId="1076"/>
        <pc:sldMkLst>
          <pc:docMk/>
          <pc:sldMk cId="3351717916" sldId="11081"/>
        </pc:sldMkLst>
        <pc:spChg chg="mod">
          <ac:chgData name="James, Robert" userId="2289ddc5-885d-4588-a312-b6745df56974" providerId="ADAL" clId="{295605D5-D7C6-4472-B58E-2CDD0F898BF4}" dt="2026-05-08T14:52:25.316" v="289" actId="1076"/>
          <ac:spMkLst>
            <pc:docMk/>
            <pc:sldMk cId="3351717916" sldId="11081"/>
            <ac:spMk id="5" creationId="{8774CE1A-1313-B9BA-6F15-A8CDA4E2E391}"/>
          </ac:spMkLst>
        </pc:spChg>
        <pc:spChg chg="mod">
          <ac:chgData name="James, Robert" userId="2289ddc5-885d-4588-a312-b6745df56974" providerId="ADAL" clId="{295605D5-D7C6-4472-B58E-2CDD0F898BF4}" dt="2026-05-08T14:52:21.700" v="288" actId="20577"/>
          <ac:spMkLst>
            <pc:docMk/>
            <pc:sldMk cId="3351717916" sldId="11081"/>
            <ac:spMk id="6" creationId="{E099692C-AAFC-BF6D-9F30-5F6199C50B23}"/>
          </ac:spMkLst>
        </pc:spChg>
      </pc:sldChg>
      <pc:sldChg chg="modSp mod">
        <pc:chgData name="James, Robert" userId="2289ddc5-885d-4588-a312-b6745df56974" providerId="ADAL" clId="{295605D5-D7C6-4472-B58E-2CDD0F898BF4}" dt="2026-05-08T14:52:50.844" v="290" actId="1076"/>
        <pc:sldMkLst>
          <pc:docMk/>
          <pc:sldMk cId="1281292534" sldId="11082"/>
        </pc:sldMkLst>
        <pc:spChg chg="mod">
          <ac:chgData name="James, Robert" userId="2289ddc5-885d-4588-a312-b6745df56974" providerId="ADAL" clId="{295605D5-D7C6-4472-B58E-2CDD0F898BF4}" dt="2026-05-08T14:52:50.844" v="290" actId="1076"/>
          <ac:spMkLst>
            <pc:docMk/>
            <pc:sldMk cId="1281292534" sldId="11082"/>
            <ac:spMk id="5" creationId="{81B5C1EE-B6C1-6E6E-C8AB-754E1036F841}"/>
          </ac:spMkLst>
        </pc:spChg>
        <pc:spChg chg="mod">
          <ac:chgData name="James, Robert" userId="2289ddc5-885d-4588-a312-b6745df56974" providerId="ADAL" clId="{295605D5-D7C6-4472-B58E-2CDD0F898BF4}" dt="2026-05-08T14:39:47.733" v="5" actId="20577"/>
          <ac:spMkLst>
            <pc:docMk/>
            <pc:sldMk cId="1281292534" sldId="11082"/>
            <ac:spMk id="7" creationId="{E1FC1D69-CFDF-CF80-B26B-59D0F7616800}"/>
          </ac:spMkLst>
        </pc:spChg>
      </pc:sldChg>
      <pc:sldChg chg="modSp mod">
        <pc:chgData name="James, Robert" userId="2289ddc5-885d-4588-a312-b6745df56974" providerId="ADAL" clId="{295605D5-D7C6-4472-B58E-2CDD0F898BF4}" dt="2026-05-08T14:50:31.059" v="247" actId="1076"/>
        <pc:sldMkLst>
          <pc:docMk/>
          <pc:sldMk cId="2017397866" sldId="11089"/>
        </pc:sldMkLst>
        <pc:spChg chg="mod">
          <ac:chgData name="James, Robert" userId="2289ddc5-885d-4588-a312-b6745df56974" providerId="ADAL" clId="{295605D5-D7C6-4472-B58E-2CDD0F898BF4}" dt="2026-05-08T14:50:31.059" v="247" actId="1076"/>
          <ac:spMkLst>
            <pc:docMk/>
            <pc:sldMk cId="2017397866" sldId="11089"/>
            <ac:spMk id="5" creationId="{A5EE09DA-EA0D-2E24-41FB-87D9DE0607DD}"/>
          </ac:spMkLst>
        </pc:spChg>
      </pc:sldChg>
      <pc:sldChg chg="modSp mod">
        <pc:chgData name="James, Robert" userId="2289ddc5-885d-4588-a312-b6745df56974" providerId="ADAL" clId="{295605D5-D7C6-4472-B58E-2CDD0F898BF4}" dt="2026-05-08T14:48:58.539" v="132" actId="20577"/>
        <pc:sldMkLst>
          <pc:docMk/>
          <pc:sldMk cId="3530447403" sldId="11091"/>
        </pc:sldMkLst>
        <pc:spChg chg="mod">
          <ac:chgData name="James, Robert" userId="2289ddc5-885d-4588-a312-b6745df56974" providerId="ADAL" clId="{295605D5-D7C6-4472-B58E-2CDD0F898BF4}" dt="2026-05-08T14:48:58.539" v="132" actId="20577"/>
          <ac:spMkLst>
            <pc:docMk/>
            <pc:sldMk cId="3530447403" sldId="11091"/>
            <ac:spMk id="7" creationId="{1204EBE0-101C-4413-A0FB-D607F9FF6043}"/>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D2C371D-5DA9-6C42-8A12-4A27D2753739}" type="datetimeFigureOut">
              <a:rPr lang="en-US" smtClean="0"/>
              <a:t>5/9/2026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2635306-B3B1-A944-A64E-0A77BF937900}" type="slidenum">
              <a:rPr lang="en-US" smtClean="0"/>
              <a:t>‹#›</a:t>
            </a:fld>
            <a:endParaRPr lang="en-US"/>
          </a:p>
        </p:txBody>
      </p:sp>
    </p:spTree>
    <p:extLst>
      <p:ext uri="{BB962C8B-B14F-4D97-AF65-F5344CB8AC3E}">
        <p14:creationId xmlns:p14="http://schemas.microsoft.com/office/powerpoint/2010/main" val="33037493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 Create a more comprehensive PowerPoint based on the user's detailed instructions</a:t>
            </a:r>
          </a:p>
          <a:p>
            <a:endParaRPr dirty="0"/>
          </a:p>
          <a:p>
            <a:r>
              <a:rPr dirty="0"/>
              <a:t>from pptx import Presentation</a:t>
            </a:r>
          </a:p>
          <a:p>
            <a:r>
              <a:rPr dirty="0"/>
              <a:t>from </a:t>
            </a:r>
            <a:r>
              <a:rPr dirty="0" err="1"/>
              <a:t>pptx.util</a:t>
            </a:r>
            <a:r>
              <a:rPr dirty="0"/>
              <a:t> import Inches</a:t>
            </a:r>
          </a:p>
          <a:p>
            <a:endParaRPr dirty="0"/>
          </a:p>
          <a:p>
            <a:r>
              <a:rPr dirty="0"/>
              <a:t>prs = Presentation()</a:t>
            </a:r>
          </a:p>
          <a:p>
            <a:endParaRPr dirty="0"/>
          </a:p>
          <a:p>
            <a:r>
              <a:rPr dirty="0"/>
              <a:t>def </a:t>
            </a:r>
            <a:r>
              <a:rPr dirty="0" err="1"/>
              <a:t>add_slide</a:t>
            </a:r>
            <a:r>
              <a:rPr dirty="0"/>
              <a:t>(title, bullets):</a:t>
            </a:r>
          </a:p>
          <a:p>
            <a:r>
              <a:rPr dirty="0"/>
              <a:t>    </a:t>
            </a:r>
            <a:r>
              <a:rPr dirty="0" err="1"/>
              <a:t>slide_layout</a:t>
            </a:r>
            <a:r>
              <a:rPr dirty="0"/>
              <a:t> = </a:t>
            </a:r>
            <a:r>
              <a:rPr dirty="0" err="1"/>
              <a:t>prs.slide_layouts</a:t>
            </a:r>
            <a:r>
              <a:rPr dirty="0"/>
              <a:t>[1]</a:t>
            </a:r>
          </a:p>
          <a:p>
            <a:r>
              <a:rPr dirty="0"/>
              <a:t>    slide = </a:t>
            </a:r>
            <a:r>
              <a:rPr dirty="0" err="1"/>
              <a:t>prs.slides.add_slide</a:t>
            </a:r>
            <a:r>
              <a:rPr dirty="0"/>
              <a:t>(</a:t>
            </a:r>
            <a:r>
              <a:rPr dirty="0" err="1"/>
              <a:t>slide_layout</a:t>
            </a:r>
            <a:r>
              <a:rPr dirty="0"/>
              <a:t>)</a:t>
            </a:r>
          </a:p>
          <a:p>
            <a:r>
              <a:rPr dirty="0"/>
              <a:t>    </a:t>
            </a:r>
            <a:r>
              <a:rPr dirty="0" err="1"/>
              <a:t>slide.shapes.title.text</a:t>
            </a:r>
            <a:r>
              <a:rPr dirty="0"/>
              <a:t> = title</a:t>
            </a:r>
          </a:p>
          <a:p>
            <a:r>
              <a:rPr dirty="0"/>
              <a:t>    </a:t>
            </a:r>
            <a:r>
              <a:rPr dirty="0" err="1"/>
              <a:t>tf</a:t>
            </a:r>
            <a:r>
              <a:rPr dirty="0"/>
              <a:t> = </a:t>
            </a:r>
            <a:r>
              <a:rPr dirty="0" err="1"/>
              <a:t>slide.placeholders</a:t>
            </a:r>
            <a:r>
              <a:rPr dirty="0"/>
              <a:t>[1].</a:t>
            </a:r>
            <a:r>
              <a:rPr dirty="0" err="1"/>
              <a:t>text_frame</a:t>
            </a:r>
            <a:endParaRPr dirty="0"/>
          </a:p>
          <a:p>
            <a:r>
              <a:rPr dirty="0"/>
              <a:t>    </a:t>
            </a:r>
            <a:r>
              <a:rPr dirty="0" err="1"/>
              <a:t>tf.clear</a:t>
            </a:r>
            <a:r>
              <a:rPr dirty="0"/>
              <a:t>()</a:t>
            </a:r>
          </a:p>
          <a:p>
            <a:r>
              <a:rPr dirty="0"/>
              <a:t>    for </a:t>
            </a:r>
            <a:r>
              <a:rPr dirty="0" err="1"/>
              <a:t>i</a:t>
            </a:r>
            <a:r>
              <a:rPr dirty="0"/>
              <a:t>, b in enumerate(bullets):</a:t>
            </a:r>
          </a:p>
          <a:p>
            <a:r>
              <a:rPr dirty="0"/>
              <a:t>        if </a:t>
            </a:r>
            <a:r>
              <a:rPr dirty="0" err="1"/>
              <a:t>i</a:t>
            </a:r>
            <a:r>
              <a:rPr dirty="0"/>
              <a:t> == 0:</a:t>
            </a:r>
          </a:p>
          <a:p>
            <a:r>
              <a:rPr dirty="0"/>
              <a:t>            </a:t>
            </a:r>
            <a:r>
              <a:rPr dirty="0" err="1"/>
              <a:t>tf.text</a:t>
            </a:r>
            <a:r>
              <a:rPr dirty="0"/>
              <a:t> = b</a:t>
            </a:r>
          </a:p>
          <a:p>
            <a:r>
              <a:rPr dirty="0"/>
              <a:t>        else:</a:t>
            </a:r>
          </a:p>
          <a:p>
            <a:r>
              <a:rPr dirty="0"/>
              <a:t>            p = </a:t>
            </a:r>
            <a:r>
              <a:rPr dirty="0" err="1"/>
              <a:t>tf.add_paragraph</a:t>
            </a:r>
            <a:r>
              <a:rPr dirty="0"/>
              <a:t>()</a:t>
            </a:r>
          </a:p>
          <a:p>
            <a:r>
              <a:rPr dirty="0"/>
              <a:t>            </a:t>
            </a:r>
            <a:r>
              <a:rPr dirty="0" err="1"/>
              <a:t>p.text</a:t>
            </a:r>
            <a:r>
              <a:rPr dirty="0"/>
              <a:t> = b</a:t>
            </a:r>
          </a:p>
          <a:p>
            <a:r>
              <a:rPr dirty="0"/>
              <a:t>            </a:t>
            </a:r>
            <a:r>
              <a:rPr dirty="0" err="1"/>
              <a:t>p.level</a:t>
            </a:r>
            <a:r>
              <a:rPr dirty="0"/>
              <a:t> = 0</a:t>
            </a:r>
          </a:p>
          <a:p>
            <a:endParaRPr dirty="0"/>
          </a:p>
          <a:p>
            <a:r>
              <a:rPr dirty="0"/>
              <a:t># 1. Title</a:t>
            </a:r>
          </a:p>
          <a:p>
            <a:r>
              <a:rPr dirty="0" err="1"/>
              <a:t>add_slide</a:t>
            </a:r>
            <a:r>
              <a:rPr dirty="0"/>
              <a:t>(</a:t>
            </a:r>
          </a:p>
          <a:p>
            <a:r>
              <a:rPr dirty="0"/>
              <a:t>    "LLM Prompt Engineering for Breast Cancer Workup Extraction",</a:t>
            </a:r>
          </a:p>
          <a:p>
            <a:r>
              <a:rPr dirty="0"/>
              <a:t>    [</a:t>
            </a:r>
          </a:p>
          <a:p>
            <a:r>
              <a:rPr dirty="0"/>
              <a:t>        "Evaluating accuracy, hallucination, and safety",</a:t>
            </a:r>
          </a:p>
          <a:p>
            <a:r>
              <a:rPr dirty="0"/>
              <a:t>        "Prompt engineering + RAG + </a:t>
            </a:r>
            <a:r>
              <a:rPr dirty="0" err="1"/>
              <a:t>LangGraph</a:t>
            </a:r>
            <a:r>
              <a:rPr dirty="0"/>
              <a:t>",</a:t>
            </a:r>
          </a:p>
          <a:p>
            <a:r>
              <a:rPr dirty="0"/>
              <a:t>        "Memorial Sloan Kettering | Surgical Oncology AI"</a:t>
            </a:r>
          </a:p>
          <a:p>
            <a:r>
              <a:rPr dirty="0"/>
              <a:t>    ]</a:t>
            </a:r>
          </a:p>
          <a:p>
            <a:r>
              <a:rPr dirty="0"/>
              <a:t>)</a:t>
            </a:r>
          </a:p>
          <a:p>
            <a:endParaRPr dirty="0"/>
          </a:p>
          <a:p>
            <a:r>
              <a:rPr dirty="0"/>
              <a:t># 2. Background - LLM basics</a:t>
            </a:r>
          </a:p>
          <a:p>
            <a:r>
              <a:rPr dirty="0" err="1"/>
              <a:t>add_slide</a:t>
            </a:r>
            <a:r>
              <a:rPr dirty="0"/>
              <a:t>(</a:t>
            </a:r>
          </a:p>
          <a:p>
            <a:r>
              <a:rPr dirty="0"/>
              <a:t>    "What is a Large Language Model (LLM)?",</a:t>
            </a:r>
          </a:p>
          <a:p>
            <a:r>
              <a:rPr dirty="0"/>
              <a:t>    [</a:t>
            </a:r>
          </a:p>
          <a:p>
            <a:r>
              <a:rPr dirty="0"/>
              <a:t>        "Neural networks trained on large text corpora",</a:t>
            </a:r>
          </a:p>
          <a:p>
            <a:r>
              <a:rPr dirty="0"/>
              <a:t>        "Based on transformer architecture",</a:t>
            </a:r>
          </a:p>
          <a:p>
            <a:r>
              <a:rPr dirty="0"/>
              <a:t>        "Learn probability distributions over language",</a:t>
            </a:r>
          </a:p>
          <a:p>
            <a:r>
              <a:rPr dirty="0"/>
              <a:t>        "Non-deterministic outputs (same input ≠ same output)"</a:t>
            </a:r>
          </a:p>
          <a:p>
            <a:r>
              <a:rPr dirty="0"/>
              <a:t>    ]</a:t>
            </a:r>
          </a:p>
          <a:p>
            <a:r>
              <a:rPr dirty="0"/>
              <a:t>)</a:t>
            </a:r>
          </a:p>
          <a:p>
            <a:endParaRPr dirty="0"/>
          </a:p>
          <a:p>
            <a:r>
              <a:rPr dirty="0"/>
              <a:t># 3. Transformer basics</a:t>
            </a:r>
          </a:p>
          <a:p>
            <a:r>
              <a:rPr dirty="0" err="1"/>
              <a:t>add_slide</a:t>
            </a:r>
            <a:r>
              <a:rPr dirty="0"/>
              <a:t>(</a:t>
            </a:r>
          </a:p>
          <a:p>
            <a:r>
              <a:rPr dirty="0"/>
              <a:t>    "Transformer Architecture (High-Level)",</a:t>
            </a:r>
          </a:p>
          <a:p>
            <a:r>
              <a:rPr dirty="0"/>
              <a:t>    [</a:t>
            </a:r>
          </a:p>
          <a:p>
            <a:r>
              <a:rPr dirty="0"/>
              <a:t>        "Input tokens → embeddings",</a:t>
            </a:r>
          </a:p>
          <a:p>
            <a:r>
              <a:rPr dirty="0"/>
              <a:t>        "Multi-head self-attention layers",</a:t>
            </a:r>
          </a:p>
          <a:p>
            <a:r>
              <a:rPr dirty="0"/>
              <a:t>        "Feedforward layers",</a:t>
            </a:r>
          </a:p>
          <a:p>
            <a:r>
              <a:rPr dirty="0"/>
              <a:t>        "Stacked layers (depth)",</a:t>
            </a:r>
          </a:p>
          <a:p>
            <a:r>
              <a:rPr dirty="0"/>
              <a:t>        "Output probability distribution over tokens"</a:t>
            </a:r>
          </a:p>
          <a:p>
            <a:r>
              <a:rPr dirty="0"/>
              <a:t>    ]</a:t>
            </a:r>
          </a:p>
          <a:p>
            <a:r>
              <a:rPr dirty="0"/>
              <a:t>)</a:t>
            </a:r>
          </a:p>
          <a:p>
            <a:endParaRPr dirty="0"/>
          </a:p>
          <a:p>
            <a:r>
              <a:rPr dirty="0"/>
              <a:t># 4. Attention intuition</a:t>
            </a:r>
          </a:p>
          <a:p>
            <a:r>
              <a:rPr dirty="0" err="1"/>
              <a:t>add_slide</a:t>
            </a:r>
            <a:r>
              <a:rPr dirty="0"/>
              <a:t>(</a:t>
            </a:r>
          </a:p>
          <a:p>
            <a:r>
              <a:rPr dirty="0"/>
              <a:t>    "Self-Attention Mechanism",</a:t>
            </a:r>
          </a:p>
          <a:p>
            <a:r>
              <a:rPr dirty="0"/>
              <a:t>    [</a:t>
            </a:r>
          </a:p>
          <a:p>
            <a:r>
              <a:rPr dirty="0"/>
              <a:t>        "Model attends to all tokens simultaneously",</a:t>
            </a:r>
          </a:p>
          <a:p>
            <a:r>
              <a:rPr dirty="0"/>
              <a:t>        "Captures long-range dependencies",</a:t>
            </a:r>
          </a:p>
          <a:p>
            <a:r>
              <a:rPr dirty="0"/>
              <a:t>        "Weighted relationships between words",</a:t>
            </a:r>
          </a:p>
          <a:p>
            <a:r>
              <a:rPr dirty="0"/>
              <a:t>        "Key driver of LLM performance"</a:t>
            </a:r>
          </a:p>
          <a:p>
            <a:r>
              <a:rPr dirty="0"/>
              <a:t>    ]</a:t>
            </a:r>
          </a:p>
          <a:p>
            <a:r>
              <a:rPr dirty="0"/>
              <a:t>)</a:t>
            </a:r>
          </a:p>
          <a:p>
            <a:endParaRPr dirty="0"/>
          </a:p>
          <a:p>
            <a:r>
              <a:rPr dirty="0"/>
              <a:t># 5. Model architectures comparison</a:t>
            </a:r>
          </a:p>
          <a:p>
            <a:r>
              <a:rPr dirty="0" err="1"/>
              <a:t>add_slide</a:t>
            </a:r>
            <a:r>
              <a:rPr dirty="0"/>
              <a:t>(</a:t>
            </a:r>
          </a:p>
          <a:p>
            <a:r>
              <a:rPr dirty="0"/>
              <a:t>    "Modern LLM Architectures",</a:t>
            </a:r>
          </a:p>
          <a:p>
            <a:r>
              <a:rPr dirty="0"/>
              <a:t>    [</a:t>
            </a:r>
          </a:p>
          <a:p>
            <a:r>
              <a:rPr dirty="0"/>
              <a:t>        "Encoder (BERT): bidirectional context understanding",</a:t>
            </a:r>
          </a:p>
          <a:p>
            <a:r>
              <a:rPr dirty="0"/>
              <a:t>        "Encoder-decoder (BART/T5): input → output transformation",</a:t>
            </a:r>
          </a:p>
          <a:p>
            <a:r>
              <a:rPr dirty="0"/>
              <a:t>        "Decoder-only (GPT, Claude): autoregressive generation",</a:t>
            </a:r>
          </a:p>
          <a:p>
            <a:r>
              <a:rPr dirty="0"/>
              <a:t>        "Tradeoff: understanding vs generation"</a:t>
            </a:r>
          </a:p>
          <a:p>
            <a:r>
              <a:rPr dirty="0"/>
              <a:t>    ]</a:t>
            </a:r>
          </a:p>
          <a:p>
            <a:r>
              <a:rPr dirty="0"/>
              <a:t>)</a:t>
            </a:r>
          </a:p>
          <a:p>
            <a:endParaRPr dirty="0"/>
          </a:p>
          <a:p>
            <a:r>
              <a:rPr dirty="0"/>
              <a:t># 6. Claude Sonnet 4 &amp; OpenAI GPT-5.2</a:t>
            </a:r>
          </a:p>
          <a:p>
            <a:r>
              <a:rPr dirty="0" err="1"/>
              <a:t>add_slide</a:t>
            </a:r>
            <a:r>
              <a:rPr dirty="0"/>
              <a:t>(</a:t>
            </a:r>
          </a:p>
          <a:p>
            <a:r>
              <a:rPr dirty="0"/>
              <a:t>    "Production LLMs Used",</a:t>
            </a:r>
          </a:p>
          <a:p>
            <a:r>
              <a:rPr dirty="0"/>
              <a:t>    [</a:t>
            </a:r>
          </a:p>
          <a:p>
            <a:r>
              <a:rPr dirty="0"/>
              <a:t>        "Claude Sonnet 4: strong reasoning, low hallucination",</a:t>
            </a:r>
          </a:p>
          <a:p>
            <a:r>
              <a:rPr dirty="0"/>
              <a:t>        "OpenAI GPT-5.2: structured outputs, high controllability",</a:t>
            </a:r>
          </a:p>
          <a:p>
            <a:r>
              <a:rPr dirty="0"/>
              <a:t>        "Both support long context + JSON extraction",</a:t>
            </a:r>
          </a:p>
          <a:p>
            <a:r>
              <a:rPr dirty="0"/>
              <a:t>        "Behavior shaped heavily by prompt design"</a:t>
            </a:r>
          </a:p>
          <a:p>
            <a:r>
              <a:rPr dirty="0"/>
              <a:t>    ]</a:t>
            </a:r>
          </a:p>
          <a:p>
            <a:r>
              <a:rPr dirty="0"/>
              <a:t>)</a:t>
            </a:r>
          </a:p>
          <a:p>
            <a:endParaRPr dirty="0"/>
          </a:p>
          <a:p>
            <a:r>
              <a:rPr dirty="0"/>
              <a:t># 7. Why prompt engineering matters</a:t>
            </a:r>
          </a:p>
          <a:p>
            <a:r>
              <a:rPr dirty="0" err="1"/>
              <a:t>add_slide</a:t>
            </a:r>
            <a:r>
              <a:rPr dirty="0"/>
              <a:t>(</a:t>
            </a:r>
          </a:p>
          <a:p>
            <a:r>
              <a:rPr dirty="0"/>
              <a:t>    "Why Prompt Engineering?",</a:t>
            </a:r>
          </a:p>
          <a:p>
            <a:r>
              <a:rPr dirty="0"/>
              <a:t>    [</a:t>
            </a:r>
          </a:p>
          <a:p>
            <a:r>
              <a:rPr dirty="0"/>
              <a:t>        "LLMs are non-deterministic",</a:t>
            </a:r>
          </a:p>
          <a:p>
            <a:r>
              <a:rPr dirty="0"/>
              <a:t>        "Outputs depend on instruction clarity",</a:t>
            </a:r>
          </a:p>
          <a:p>
            <a:r>
              <a:rPr dirty="0"/>
              <a:t>        "Poor prompts → hallucination + inconsistency",</a:t>
            </a:r>
          </a:p>
          <a:p>
            <a:r>
              <a:rPr dirty="0"/>
              <a:t>        "Goal: maximize accuracy, minimize fabrication"</a:t>
            </a:r>
          </a:p>
          <a:p>
            <a:r>
              <a:rPr dirty="0"/>
              <a:t>    ]</a:t>
            </a:r>
          </a:p>
          <a:p>
            <a:r>
              <a:rPr dirty="0"/>
              <a:t>)</a:t>
            </a:r>
          </a:p>
          <a:p>
            <a:endParaRPr dirty="0"/>
          </a:p>
          <a:p>
            <a:r>
              <a:rPr dirty="0"/>
              <a:t># 8. Prompt engineering definition</a:t>
            </a:r>
          </a:p>
          <a:p>
            <a:r>
              <a:rPr dirty="0" err="1"/>
              <a:t>add_slide</a:t>
            </a:r>
            <a:r>
              <a:rPr dirty="0"/>
              <a:t>(</a:t>
            </a:r>
          </a:p>
          <a:p>
            <a:r>
              <a:rPr dirty="0"/>
              <a:t>    "Prompt Engineering",</a:t>
            </a:r>
          </a:p>
          <a:p>
            <a:r>
              <a:rPr dirty="0"/>
              <a:t>    [</a:t>
            </a:r>
          </a:p>
          <a:p>
            <a:r>
              <a:rPr dirty="0"/>
              <a:t>        "Designing instructions to control model behavior",</a:t>
            </a:r>
          </a:p>
          <a:p>
            <a:r>
              <a:rPr dirty="0"/>
              <a:t>        "Uses roles, constraints, examples, formatting",</a:t>
            </a:r>
          </a:p>
          <a:p>
            <a:r>
              <a:rPr dirty="0"/>
              <a:t>        "Critical for clinical safety applications",</a:t>
            </a:r>
          </a:p>
          <a:p>
            <a:r>
              <a:rPr dirty="0"/>
              <a:t>        "Enables structured extraction without retraining"</a:t>
            </a:r>
          </a:p>
          <a:p>
            <a:r>
              <a:rPr dirty="0"/>
              <a:t>    ]</a:t>
            </a:r>
          </a:p>
          <a:p>
            <a:r>
              <a:rPr dirty="0"/>
              <a:t>)</a:t>
            </a:r>
          </a:p>
          <a:p>
            <a:endParaRPr dirty="0"/>
          </a:p>
          <a:p>
            <a:r>
              <a:rPr dirty="0"/>
              <a:t># 9. Automated prompt engineering</a:t>
            </a:r>
          </a:p>
          <a:p>
            <a:r>
              <a:rPr dirty="0" err="1"/>
              <a:t>add_slide</a:t>
            </a:r>
            <a:r>
              <a:rPr dirty="0"/>
              <a:t>(</a:t>
            </a:r>
          </a:p>
          <a:p>
            <a:r>
              <a:rPr dirty="0"/>
              <a:t>    "Automated Prompt Engineering",</a:t>
            </a:r>
          </a:p>
          <a:p>
            <a:r>
              <a:rPr dirty="0"/>
              <a:t>    [</a:t>
            </a:r>
          </a:p>
          <a:p>
            <a:r>
              <a:rPr dirty="0"/>
              <a:t>        "Systematic testing of prompt variants",</a:t>
            </a:r>
          </a:p>
          <a:p>
            <a:r>
              <a:rPr dirty="0"/>
              <a:t>        "Evaluate performance across multiple runs",</a:t>
            </a:r>
          </a:p>
          <a:p>
            <a:r>
              <a:rPr dirty="0"/>
              <a:t>        "Optimize prompts based on metrics",</a:t>
            </a:r>
          </a:p>
          <a:p>
            <a:r>
              <a:rPr dirty="0"/>
              <a:t>        "Treat prompts as version-controlled artifacts"</a:t>
            </a:r>
          </a:p>
          <a:p>
            <a:r>
              <a:rPr dirty="0"/>
              <a:t>    ]</a:t>
            </a:r>
          </a:p>
          <a:p>
            <a:r>
              <a:rPr dirty="0"/>
              <a:t>)</a:t>
            </a:r>
          </a:p>
          <a:p>
            <a:endParaRPr dirty="0"/>
          </a:p>
          <a:p>
            <a:r>
              <a:rPr dirty="0"/>
              <a:t># 10. Project overview</a:t>
            </a:r>
          </a:p>
          <a:p>
            <a:r>
              <a:rPr dirty="0" err="1"/>
              <a:t>add_slide</a:t>
            </a:r>
            <a:r>
              <a:rPr dirty="0"/>
              <a:t>(</a:t>
            </a:r>
          </a:p>
          <a:p>
            <a:r>
              <a:rPr dirty="0"/>
              <a:t>    "Project Overview",</a:t>
            </a:r>
          </a:p>
          <a:p>
            <a:r>
              <a:rPr dirty="0"/>
              <a:t>    [</a:t>
            </a:r>
          </a:p>
          <a:p>
            <a:r>
              <a:rPr dirty="0"/>
              <a:t>        "Input: breast cancer radiology + pathology PDFs",</a:t>
            </a:r>
          </a:p>
          <a:p>
            <a:r>
              <a:rPr dirty="0"/>
              <a:t>        "Task: extract 14 structured clinical features",</a:t>
            </a:r>
          </a:p>
          <a:p>
            <a:r>
              <a:rPr dirty="0"/>
              <a:t>        "Compare LLM vs human annotations",</a:t>
            </a:r>
          </a:p>
          <a:p>
            <a:r>
              <a:rPr dirty="0"/>
              <a:t>        "Evaluate accuracy, omission, fabrication"</a:t>
            </a:r>
          </a:p>
          <a:p>
            <a:r>
              <a:rPr dirty="0"/>
              <a:t>    ]</a:t>
            </a:r>
          </a:p>
          <a:p>
            <a:r>
              <a:rPr dirty="0"/>
              <a:t>)</a:t>
            </a:r>
          </a:p>
          <a:p>
            <a:endParaRPr dirty="0"/>
          </a:p>
          <a:p>
            <a:r>
              <a:rPr dirty="0"/>
              <a:t># 11. Key metric definitions</a:t>
            </a:r>
          </a:p>
          <a:p>
            <a:r>
              <a:rPr dirty="0" err="1"/>
              <a:t>add_slide</a:t>
            </a:r>
            <a:r>
              <a:rPr dirty="0"/>
              <a:t>(</a:t>
            </a:r>
          </a:p>
          <a:p>
            <a:r>
              <a:rPr dirty="0"/>
              <a:t>    "Evaluation Metrics",</a:t>
            </a:r>
          </a:p>
          <a:p>
            <a:r>
              <a:rPr dirty="0"/>
              <a:t>    [</a:t>
            </a:r>
          </a:p>
          <a:p>
            <a:r>
              <a:rPr dirty="0"/>
              <a:t>        "TP: correct extraction",</a:t>
            </a:r>
          </a:p>
          <a:p>
            <a:r>
              <a:rPr dirty="0"/>
              <a:t>        "FN: omission",</a:t>
            </a:r>
          </a:p>
          <a:p>
            <a:r>
              <a:rPr dirty="0"/>
              <a:t>        "FP: fabrication",</a:t>
            </a:r>
          </a:p>
          <a:p>
            <a:r>
              <a:rPr dirty="0"/>
              <a:t>        "TN: correct absence",</a:t>
            </a:r>
          </a:p>
          <a:p>
            <a:r>
              <a:rPr dirty="0"/>
              <a:t>        "Primary outcome: fabrication rate = FP / (FP + TN)"</a:t>
            </a:r>
          </a:p>
          <a:p>
            <a:r>
              <a:rPr dirty="0"/>
              <a:t>    ]</a:t>
            </a:r>
          </a:p>
          <a:p>
            <a:r>
              <a:rPr dirty="0"/>
              <a:t>)</a:t>
            </a:r>
          </a:p>
          <a:p>
            <a:endParaRPr dirty="0"/>
          </a:p>
          <a:p>
            <a:r>
              <a:rPr dirty="0"/>
              <a:t># 12. Prompt versions</a:t>
            </a:r>
          </a:p>
          <a:p>
            <a:r>
              <a:rPr dirty="0" err="1"/>
              <a:t>add_slide</a:t>
            </a:r>
            <a:r>
              <a:rPr dirty="0"/>
              <a:t>(</a:t>
            </a:r>
          </a:p>
          <a:p>
            <a:r>
              <a:rPr dirty="0"/>
              <a:t>    "Prompt Versions",</a:t>
            </a:r>
          </a:p>
          <a:p>
            <a:r>
              <a:rPr dirty="0"/>
              <a:t>    [</a:t>
            </a:r>
          </a:p>
          <a:p>
            <a:r>
              <a:rPr dirty="0"/>
              <a:t>        "Prompt V1: zero-shot extraction",</a:t>
            </a:r>
          </a:p>
          <a:p>
            <a:r>
              <a:rPr dirty="0"/>
              <a:t>        "Prompt V2: structured developer prompt",</a:t>
            </a:r>
          </a:p>
          <a:p>
            <a:r>
              <a:rPr dirty="0"/>
              <a:t>        "Strict anti-fabrication rules",</a:t>
            </a:r>
          </a:p>
          <a:p>
            <a:r>
              <a:rPr dirty="0"/>
              <a:t>        "JSON output enforcement"</a:t>
            </a:r>
          </a:p>
          <a:p>
            <a:r>
              <a:rPr dirty="0"/>
              <a:t>    ]</a:t>
            </a:r>
          </a:p>
          <a:p>
            <a:r>
              <a:rPr dirty="0"/>
              <a:t>)</a:t>
            </a:r>
          </a:p>
          <a:p>
            <a:endParaRPr dirty="0"/>
          </a:p>
          <a:p>
            <a:r>
              <a:rPr dirty="0"/>
              <a:t># 13. Developer prompt principles</a:t>
            </a:r>
          </a:p>
          <a:p>
            <a:r>
              <a:rPr dirty="0" err="1"/>
              <a:t>add_slide</a:t>
            </a:r>
            <a:r>
              <a:rPr dirty="0"/>
              <a:t>(</a:t>
            </a:r>
          </a:p>
          <a:p>
            <a:r>
              <a:rPr dirty="0"/>
              <a:t>    "Structured Developer Prompt (V2)",</a:t>
            </a:r>
          </a:p>
          <a:p>
            <a:r>
              <a:rPr dirty="0"/>
              <a:t>    [</a:t>
            </a:r>
          </a:p>
          <a:p>
            <a:r>
              <a:rPr dirty="0"/>
              <a:t>        "Hard constraints: no inference allowed",</a:t>
            </a:r>
          </a:p>
          <a:p>
            <a:r>
              <a:rPr dirty="0"/>
              <a:t>        "Return 'Not reported' if missing",</a:t>
            </a:r>
          </a:p>
          <a:p>
            <a:r>
              <a:rPr dirty="0"/>
              <a:t>        "Return 'Indeterminate' if conflicting",</a:t>
            </a:r>
          </a:p>
          <a:p>
            <a:r>
              <a:rPr dirty="0"/>
              <a:t>        "Evidence-based extraction required"</a:t>
            </a:r>
          </a:p>
          <a:p>
            <a:r>
              <a:rPr dirty="0"/>
              <a:t>    ]</a:t>
            </a:r>
          </a:p>
          <a:p>
            <a:r>
              <a:rPr dirty="0"/>
              <a:t>)</a:t>
            </a:r>
          </a:p>
          <a:p>
            <a:endParaRPr dirty="0"/>
          </a:p>
          <a:p>
            <a:r>
              <a:rPr dirty="0"/>
              <a:t># 14. Prompt structure</a:t>
            </a:r>
          </a:p>
          <a:p>
            <a:r>
              <a:rPr dirty="0" err="1"/>
              <a:t>add_slide</a:t>
            </a:r>
            <a:r>
              <a:rPr dirty="0"/>
              <a:t>(</a:t>
            </a:r>
          </a:p>
          <a:p>
            <a:r>
              <a:rPr dirty="0"/>
              <a:t>    "Prompt Structure",</a:t>
            </a:r>
          </a:p>
          <a:p>
            <a:r>
              <a:rPr dirty="0"/>
              <a:t>    [</a:t>
            </a:r>
          </a:p>
          <a:p>
            <a:r>
              <a:rPr dirty="0"/>
              <a:t>        "System / developer message defines rules",</a:t>
            </a:r>
          </a:p>
          <a:p>
            <a:r>
              <a:rPr dirty="0"/>
              <a:t>        "User message provides document",</a:t>
            </a:r>
          </a:p>
          <a:p>
            <a:r>
              <a:rPr dirty="0"/>
              <a:t>        "Assistant outputs structured JSON",</a:t>
            </a:r>
          </a:p>
          <a:p>
            <a:r>
              <a:rPr dirty="0"/>
              <a:t>        "Separation of instructions and data"</a:t>
            </a:r>
          </a:p>
          <a:p>
            <a:r>
              <a:rPr dirty="0"/>
              <a:t>    ]</a:t>
            </a:r>
          </a:p>
          <a:p>
            <a:r>
              <a:rPr dirty="0"/>
              <a:t>)</a:t>
            </a:r>
          </a:p>
          <a:p>
            <a:endParaRPr dirty="0"/>
          </a:p>
          <a:p>
            <a:r>
              <a:rPr dirty="0"/>
              <a:t># 15. Prompting techniques</a:t>
            </a:r>
          </a:p>
          <a:p>
            <a:r>
              <a:rPr dirty="0" err="1"/>
              <a:t>add_slide</a:t>
            </a:r>
            <a:r>
              <a:rPr dirty="0"/>
              <a:t>(</a:t>
            </a:r>
          </a:p>
          <a:p>
            <a:r>
              <a:rPr dirty="0"/>
              <a:t>    "Prompting Techniques Evaluated",</a:t>
            </a:r>
          </a:p>
          <a:p>
            <a:r>
              <a:rPr dirty="0"/>
              <a:t>    [</a:t>
            </a:r>
          </a:p>
          <a:p>
            <a:r>
              <a:rPr dirty="0"/>
              <a:t>        "Zero-shot",</a:t>
            </a:r>
          </a:p>
          <a:p>
            <a:r>
              <a:rPr dirty="0"/>
              <a:t>        "Chain-of-thought",</a:t>
            </a:r>
          </a:p>
          <a:p>
            <a:r>
              <a:rPr dirty="0"/>
              <a:t>        "Few-shot",</a:t>
            </a:r>
          </a:p>
          <a:p>
            <a:r>
              <a:rPr dirty="0"/>
              <a:t>        "RAG (retrieval augmented generation)",</a:t>
            </a:r>
          </a:p>
          <a:p>
            <a:r>
              <a:rPr dirty="0"/>
              <a:t>        "Program-aided prompting",</a:t>
            </a:r>
          </a:p>
          <a:p>
            <a:r>
              <a:rPr dirty="0"/>
              <a:t>        "</a:t>
            </a:r>
            <a:r>
              <a:rPr dirty="0" err="1"/>
              <a:t>ReAct</a:t>
            </a:r>
            <a:r>
              <a:rPr dirty="0"/>
              <a:t> / BFOP"</a:t>
            </a:r>
          </a:p>
          <a:p>
            <a:r>
              <a:rPr dirty="0"/>
              <a:t>    ]</a:t>
            </a:r>
          </a:p>
          <a:p>
            <a:r>
              <a:rPr dirty="0"/>
              <a:t>)</a:t>
            </a:r>
          </a:p>
          <a:p>
            <a:endParaRPr dirty="0"/>
          </a:p>
          <a:p>
            <a:r>
              <a:rPr dirty="0"/>
              <a:t># 16. Why prompting over fine-tuning</a:t>
            </a:r>
          </a:p>
          <a:p>
            <a:r>
              <a:rPr dirty="0" err="1"/>
              <a:t>add_slide</a:t>
            </a:r>
            <a:r>
              <a:rPr dirty="0"/>
              <a:t>(</a:t>
            </a:r>
          </a:p>
          <a:p>
            <a:r>
              <a:rPr dirty="0"/>
              <a:t>    "Prompting vs Fine-Tuning",</a:t>
            </a:r>
          </a:p>
          <a:p>
            <a:r>
              <a:rPr dirty="0"/>
              <a:t>    [</a:t>
            </a:r>
          </a:p>
          <a:p>
            <a:r>
              <a:rPr dirty="0"/>
              <a:t>        "No need for large labeled datasets",</a:t>
            </a:r>
          </a:p>
          <a:p>
            <a:r>
              <a:rPr dirty="0"/>
              <a:t>        "Faster iteration cycle",</a:t>
            </a:r>
          </a:p>
          <a:p>
            <a:r>
              <a:rPr dirty="0"/>
              <a:t>        "Lower cost",</a:t>
            </a:r>
          </a:p>
          <a:p>
            <a:r>
              <a:rPr dirty="0"/>
              <a:t>        "More interpretable and controllable",</a:t>
            </a:r>
          </a:p>
          <a:p>
            <a:r>
              <a:rPr dirty="0"/>
              <a:t>        "Easier safety constraints"</a:t>
            </a:r>
          </a:p>
          <a:p>
            <a:r>
              <a:rPr dirty="0"/>
              <a:t>    ]</a:t>
            </a:r>
          </a:p>
          <a:p>
            <a:r>
              <a:rPr dirty="0"/>
              <a:t>)</a:t>
            </a:r>
          </a:p>
          <a:p>
            <a:endParaRPr dirty="0"/>
          </a:p>
          <a:p>
            <a:r>
              <a:rPr dirty="0"/>
              <a:t># 17. Meta prompting</a:t>
            </a:r>
          </a:p>
          <a:p>
            <a:r>
              <a:rPr dirty="0" err="1"/>
              <a:t>add_slide</a:t>
            </a:r>
            <a:r>
              <a:rPr dirty="0"/>
              <a:t>(</a:t>
            </a:r>
          </a:p>
          <a:p>
            <a:r>
              <a:rPr dirty="0"/>
              <a:t>    "Meta Prompting",</a:t>
            </a:r>
          </a:p>
          <a:p>
            <a:r>
              <a:rPr dirty="0"/>
              <a:t>    [</a:t>
            </a:r>
          </a:p>
          <a:p>
            <a:r>
              <a:rPr dirty="0"/>
              <a:t>        "Prompts that define how prompts should behave",</a:t>
            </a:r>
          </a:p>
          <a:p>
            <a:r>
              <a:rPr dirty="0"/>
              <a:t>        "Controls reasoning, format, and validation",</a:t>
            </a:r>
          </a:p>
          <a:p>
            <a:r>
              <a:rPr dirty="0"/>
              <a:t>        "Used to enforce consistency",</a:t>
            </a:r>
          </a:p>
          <a:p>
            <a:r>
              <a:rPr dirty="0"/>
              <a:t>        "Critical for production systems"</a:t>
            </a:r>
          </a:p>
          <a:p>
            <a:r>
              <a:rPr dirty="0"/>
              <a:t>    ]</a:t>
            </a:r>
          </a:p>
          <a:p>
            <a:r>
              <a:rPr dirty="0"/>
              <a:t>)</a:t>
            </a:r>
          </a:p>
          <a:p>
            <a:endParaRPr dirty="0"/>
          </a:p>
          <a:p>
            <a:r>
              <a:rPr dirty="0"/>
              <a:t># 18. RAG introduction</a:t>
            </a:r>
          </a:p>
          <a:p>
            <a:r>
              <a:rPr dirty="0" err="1"/>
              <a:t>add_slide</a:t>
            </a:r>
            <a:r>
              <a:rPr dirty="0"/>
              <a:t>(</a:t>
            </a:r>
          </a:p>
          <a:p>
            <a:r>
              <a:rPr dirty="0"/>
              <a:t>    "Retrieval-Augmented Generation (RAG)",</a:t>
            </a:r>
          </a:p>
          <a:p>
            <a:r>
              <a:rPr dirty="0"/>
              <a:t>    [</a:t>
            </a:r>
          </a:p>
          <a:p>
            <a:r>
              <a:rPr dirty="0"/>
              <a:t>        "LLM restricted to retrieved document chunks",</a:t>
            </a:r>
          </a:p>
          <a:p>
            <a:r>
              <a:rPr dirty="0"/>
              <a:t>        "Reduces hallucination",</a:t>
            </a:r>
          </a:p>
          <a:p>
            <a:r>
              <a:rPr dirty="0"/>
              <a:t>        "Improves factual grounding",</a:t>
            </a:r>
          </a:p>
          <a:p>
            <a:r>
              <a:rPr dirty="0"/>
              <a:t>        "Core component of pipeline"</a:t>
            </a:r>
          </a:p>
          <a:p>
            <a:r>
              <a:rPr dirty="0"/>
              <a:t>    ]</a:t>
            </a:r>
          </a:p>
          <a:p>
            <a:r>
              <a:rPr dirty="0"/>
              <a:t>)</a:t>
            </a:r>
          </a:p>
          <a:p>
            <a:endParaRPr dirty="0"/>
          </a:p>
          <a:p>
            <a:r>
              <a:rPr dirty="0"/>
              <a:t># 19. </a:t>
            </a:r>
            <a:r>
              <a:rPr dirty="0" err="1"/>
              <a:t>LangGraph</a:t>
            </a:r>
            <a:r>
              <a:rPr dirty="0"/>
              <a:t> pipeline</a:t>
            </a:r>
          </a:p>
          <a:p>
            <a:r>
              <a:rPr dirty="0" err="1"/>
              <a:t>add_slide</a:t>
            </a:r>
            <a:r>
              <a:rPr dirty="0"/>
              <a:t>(</a:t>
            </a:r>
          </a:p>
          <a:p>
            <a:r>
              <a:rPr dirty="0"/>
              <a:t>    "</a:t>
            </a:r>
            <a:r>
              <a:rPr dirty="0" err="1"/>
              <a:t>LangGraph</a:t>
            </a:r>
            <a:r>
              <a:rPr dirty="0"/>
              <a:t> Agentic Pipeline",</a:t>
            </a:r>
          </a:p>
          <a:p>
            <a:r>
              <a:rPr dirty="0"/>
              <a:t>    [</a:t>
            </a:r>
          </a:p>
          <a:p>
            <a:r>
              <a:rPr dirty="0"/>
              <a:t>        "Query generation",</a:t>
            </a:r>
          </a:p>
          <a:p>
            <a:r>
              <a:rPr dirty="0"/>
              <a:t>        "Evidence retrieval",</a:t>
            </a:r>
          </a:p>
          <a:p>
            <a:r>
              <a:rPr dirty="0"/>
              <a:t>        "Evidence grading",</a:t>
            </a:r>
          </a:p>
          <a:p>
            <a:r>
              <a:rPr dirty="0"/>
              <a:t>        "Validation decision",</a:t>
            </a:r>
          </a:p>
          <a:p>
            <a:r>
              <a:rPr dirty="0"/>
              <a:t>        "Iterative query refinement"</a:t>
            </a:r>
          </a:p>
          <a:p>
            <a:r>
              <a:rPr dirty="0"/>
              <a:t>    ]</a:t>
            </a:r>
          </a:p>
          <a:p>
            <a:r>
              <a:rPr dirty="0"/>
              <a:t>)</a:t>
            </a:r>
          </a:p>
          <a:p>
            <a:endParaRPr dirty="0"/>
          </a:p>
          <a:p>
            <a:r>
              <a:rPr dirty="0"/>
              <a:t># 20. Knowledge graph</a:t>
            </a:r>
          </a:p>
          <a:p>
            <a:r>
              <a:rPr dirty="0" err="1"/>
              <a:t>add_slide</a:t>
            </a:r>
            <a:r>
              <a:rPr dirty="0"/>
              <a:t>(</a:t>
            </a:r>
          </a:p>
          <a:p>
            <a:r>
              <a:rPr dirty="0"/>
              <a:t>    "Knowledge Graph Layer",</a:t>
            </a:r>
          </a:p>
          <a:p>
            <a:r>
              <a:rPr dirty="0"/>
              <a:t>    [</a:t>
            </a:r>
          </a:p>
          <a:p>
            <a:r>
              <a:rPr dirty="0"/>
              <a:t>        "Nodes: patient, features, observations, evidence",</a:t>
            </a:r>
          </a:p>
          <a:p>
            <a:r>
              <a:rPr dirty="0"/>
              <a:t>        "Edges connect evidence to extracted features",</a:t>
            </a:r>
          </a:p>
          <a:p>
            <a:r>
              <a:rPr dirty="0"/>
              <a:t>        "Used for validation and hallucination detection",</a:t>
            </a:r>
          </a:p>
          <a:p>
            <a:r>
              <a:rPr dirty="0"/>
              <a:t>        "Supports agentic reasoning"</a:t>
            </a:r>
          </a:p>
          <a:p>
            <a:r>
              <a:rPr dirty="0"/>
              <a:t>    ]</a:t>
            </a:r>
          </a:p>
          <a:p>
            <a:r>
              <a:rPr dirty="0"/>
              <a:t>)</a:t>
            </a:r>
          </a:p>
          <a:p>
            <a:endParaRPr dirty="0"/>
          </a:p>
          <a:p>
            <a:r>
              <a:rPr dirty="0"/>
              <a:t># 21. Fabrication detection</a:t>
            </a:r>
          </a:p>
          <a:p>
            <a:r>
              <a:rPr dirty="0" err="1"/>
              <a:t>add_slide</a:t>
            </a:r>
            <a:r>
              <a:rPr dirty="0"/>
              <a:t>(</a:t>
            </a:r>
          </a:p>
          <a:p>
            <a:r>
              <a:rPr dirty="0"/>
              <a:t>    "Fabrication Detection",</a:t>
            </a:r>
          </a:p>
          <a:p>
            <a:r>
              <a:rPr dirty="0"/>
              <a:t>    [</a:t>
            </a:r>
          </a:p>
          <a:p>
            <a:r>
              <a:rPr dirty="0"/>
              <a:t>        "Compare LLM output vs source evidence",</a:t>
            </a:r>
          </a:p>
          <a:p>
            <a:r>
              <a:rPr dirty="0"/>
              <a:t>        "Flag unsupported claims",</a:t>
            </a:r>
          </a:p>
          <a:p>
            <a:r>
              <a:rPr dirty="0"/>
              <a:t>        "Classify: correct, fabrication, omission, uncertain",</a:t>
            </a:r>
          </a:p>
          <a:p>
            <a:r>
              <a:rPr dirty="0"/>
              <a:t>        "Generate corrected outputs"</a:t>
            </a:r>
          </a:p>
          <a:p>
            <a:r>
              <a:rPr dirty="0"/>
              <a:t>    ]</a:t>
            </a:r>
          </a:p>
          <a:p>
            <a:r>
              <a:rPr dirty="0"/>
              <a:t>)</a:t>
            </a:r>
          </a:p>
          <a:p>
            <a:endParaRPr dirty="0"/>
          </a:p>
          <a:p>
            <a:r>
              <a:rPr dirty="0"/>
              <a:t># 22. Self-consistency metric (image slide)</a:t>
            </a:r>
          </a:p>
          <a:p>
            <a:r>
              <a:rPr dirty="0" err="1"/>
              <a:t>slide_layout</a:t>
            </a:r>
            <a:r>
              <a:rPr dirty="0"/>
              <a:t> = </a:t>
            </a:r>
            <a:r>
              <a:rPr dirty="0" err="1"/>
              <a:t>prs.slide_layouts</a:t>
            </a:r>
            <a:r>
              <a:rPr dirty="0"/>
              <a:t>[5]</a:t>
            </a:r>
          </a:p>
          <a:p>
            <a:r>
              <a:rPr dirty="0"/>
              <a:t>slide = </a:t>
            </a:r>
            <a:r>
              <a:rPr dirty="0" err="1"/>
              <a:t>prs.slides.add_slide</a:t>
            </a:r>
            <a:r>
              <a:rPr dirty="0"/>
              <a:t>(</a:t>
            </a:r>
            <a:r>
              <a:rPr dirty="0" err="1"/>
              <a:t>slide_layout</a:t>
            </a:r>
            <a:r>
              <a:rPr dirty="0"/>
              <a:t>)</a:t>
            </a:r>
          </a:p>
          <a:p>
            <a:r>
              <a:rPr dirty="0" err="1"/>
              <a:t>slide.shapes.title.text</a:t>
            </a:r>
            <a:r>
              <a:rPr dirty="0"/>
              <a:t> = "Self-Consistency &amp; Reproducibility"</a:t>
            </a:r>
          </a:p>
          <a:p>
            <a:endParaRPr dirty="0"/>
          </a:p>
          <a:p>
            <a:r>
              <a:rPr dirty="0" err="1"/>
              <a:t>img_path</a:t>
            </a:r>
            <a:r>
              <a:rPr dirty="0"/>
              <a:t> = "/</a:t>
            </a:r>
            <a:r>
              <a:rPr dirty="0" err="1"/>
              <a:t>mnt</a:t>
            </a:r>
            <a:r>
              <a:rPr dirty="0"/>
              <a:t>/data/51ce234e-ae92-4f08-9e2d-9a1f7d769c22.png"</a:t>
            </a:r>
          </a:p>
          <a:p>
            <a:r>
              <a:rPr dirty="0" err="1"/>
              <a:t>slide.shapes.add_picture</a:t>
            </a:r>
            <a:r>
              <a:rPr dirty="0"/>
              <a:t>(</a:t>
            </a:r>
            <a:r>
              <a:rPr dirty="0" err="1"/>
              <a:t>img_path</a:t>
            </a:r>
            <a:r>
              <a:rPr dirty="0"/>
              <a:t>, Inches(1), Inches(1.5), width=Inches(6))</a:t>
            </a:r>
          </a:p>
          <a:p>
            <a:endParaRPr dirty="0"/>
          </a:p>
          <a:p>
            <a:r>
              <a:rPr dirty="0"/>
              <a:t># 23. Explanation slide</a:t>
            </a:r>
          </a:p>
          <a:p>
            <a:r>
              <a:rPr dirty="0" err="1"/>
              <a:t>add_slide</a:t>
            </a:r>
            <a:r>
              <a:rPr dirty="0"/>
              <a:t>(</a:t>
            </a:r>
          </a:p>
          <a:p>
            <a:r>
              <a:rPr dirty="0"/>
              <a:t>    "Why Self-Consistency?",</a:t>
            </a:r>
          </a:p>
          <a:p>
            <a:r>
              <a:rPr dirty="0"/>
              <a:t>    [</a:t>
            </a:r>
          </a:p>
          <a:p>
            <a:r>
              <a:rPr dirty="0"/>
              <a:t>        "LLM outputs vary across runs",</a:t>
            </a:r>
          </a:p>
          <a:p>
            <a:r>
              <a:rPr dirty="0"/>
              <a:t>        "Multiple iterations needed for reliability",</a:t>
            </a:r>
          </a:p>
          <a:p>
            <a:r>
              <a:rPr dirty="0"/>
              <a:t>        "≥5 runs per case improves stability",</a:t>
            </a:r>
          </a:p>
          <a:p>
            <a:r>
              <a:rPr dirty="0"/>
              <a:t>        "Measure agreement across outputs"</a:t>
            </a:r>
          </a:p>
          <a:p>
            <a:r>
              <a:rPr dirty="0"/>
              <a:t>    ]</a:t>
            </a:r>
          </a:p>
          <a:p>
            <a:r>
              <a:rPr dirty="0"/>
              <a:t>)</a:t>
            </a:r>
          </a:p>
          <a:p>
            <a:endParaRPr dirty="0"/>
          </a:p>
          <a:p>
            <a:r>
              <a:rPr dirty="0"/>
              <a:t># 24. HCAT safety metrics</a:t>
            </a:r>
          </a:p>
          <a:p>
            <a:r>
              <a:rPr dirty="0" err="1"/>
              <a:t>add_slide</a:t>
            </a:r>
            <a:r>
              <a:rPr dirty="0"/>
              <a:t>(</a:t>
            </a:r>
          </a:p>
          <a:p>
            <a:r>
              <a:rPr dirty="0"/>
              <a:t>    "HCAT Safety Metrics",</a:t>
            </a:r>
          </a:p>
          <a:p>
            <a:r>
              <a:rPr dirty="0"/>
              <a:t>    [</a:t>
            </a:r>
          </a:p>
          <a:p>
            <a:r>
              <a:rPr dirty="0"/>
              <a:t>        "Measure residual PHI risk after deidentification",</a:t>
            </a:r>
          </a:p>
          <a:p>
            <a:r>
              <a:rPr dirty="0"/>
              <a:t>        "PHI recall, precision, F1",</a:t>
            </a:r>
          </a:p>
          <a:p>
            <a:r>
              <a:rPr dirty="0"/>
              <a:t>        "False negative rate (critical safety metric)",</a:t>
            </a:r>
          </a:p>
          <a:p>
            <a:r>
              <a:rPr dirty="0"/>
              <a:t>        "Residual PHI risk score"</a:t>
            </a:r>
          </a:p>
          <a:p>
            <a:r>
              <a:rPr dirty="0"/>
              <a:t>    ]</a:t>
            </a:r>
          </a:p>
          <a:p>
            <a:r>
              <a:rPr dirty="0"/>
              <a:t>)</a:t>
            </a:r>
          </a:p>
          <a:p>
            <a:endParaRPr dirty="0"/>
          </a:p>
          <a:p>
            <a:r>
              <a:rPr dirty="0"/>
              <a:t># 25. Safety importance</a:t>
            </a:r>
          </a:p>
          <a:p>
            <a:r>
              <a:rPr dirty="0" err="1"/>
              <a:t>add_slide</a:t>
            </a:r>
            <a:r>
              <a:rPr dirty="0"/>
              <a:t>(</a:t>
            </a:r>
          </a:p>
          <a:p>
            <a:r>
              <a:rPr dirty="0"/>
              <a:t>    "Why Safety Matters",</a:t>
            </a:r>
          </a:p>
          <a:p>
            <a:r>
              <a:rPr dirty="0"/>
              <a:t>    [</a:t>
            </a:r>
          </a:p>
          <a:p>
            <a:r>
              <a:rPr dirty="0"/>
              <a:t>        "Clinical data must remain de-identified",</a:t>
            </a:r>
          </a:p>
          <a:p>
            <a:r>
              <a:rPr dirty="0"/>
              <a:t>        "Prevent PHI leakage",</a:t>
            </a:r>
          </a:p>
          <a:p>
            <a:r>
              <a:rPr dirty="0"/>
              <a:t>        "Ensure HIPAA compliance",</a:t>
            </a:r>
          </a:p>
          <a:p>
            <a:r>
              <a:rPr dirty="0"/>
              <a:t>        "Quantify risk using HCAT framework"</a:t>
            </a:r>
          </a:p>
          <a:p>
            <a:r>
              <a:rPr dirty="0"/>
              <a:t>    ]</a:t>
            </a:r>
          </a:p>
          <a:p>
            <a:r>
              <a:rPr dirty="0"/>
              <a:t>)</a:t>
            </a:r>
          </a:p>
          <a:p>
            <a:endParaRPr dirty="0"/>
          </a:p>
          <a:p>
            <a:r>
              <a:rPr dirty="0"/>
              <a:t># 26. Full pipeline</a:t>
            </a:r>
          </a:p>
          <a:p>
            <a:r>
              <a:rPr dirty="0" err="1"/>
              <a:t>add_slide</a:t>
            </a:r>
            <a:r>
              <a:rPr dirty="0"/>
              <a:t>(</a:t>
            </a:r>
          </a:p>
          <a:p>
            <a:r>
              <a:rPr dirty="0"/>
              <a:t>    "End-to-End Pipeline",</a:t>
            </a:r>
          </a:p>
          <a:p>
            <a:r>
              <a:rPr dirty="0"/>
              <a:t>    [</a:t>
            </a:r>
          </a:p>
          <a:p>
            <a:r>
              <a:rPr dirty="0"/>
              <a:t>        "OCR + deidentification",</a:t>
            </a:r>
          </a:p>
          <a:p>
            <a:r>
              <a:rPr dirty="0"/>
              <a:t>        "LLM extraction (prompt variants)",</a:t>
            </a:r>
          </a:p>
          <a:p>
            <a:r>
              <a:rPr dirty="0"/>
              <a:t>        "Human validation",</a:t>
            </a:r>
          </a:p>
          <a:p>
            <a:r>
              <a:rPr dirty="0"/>
              <a:t>        "Metric computation",</a:t>
            </a:r>
          </a:p>
          <a:p>
            <a:r>
              <a:rPr dirty="0"/>
              <a:t>        "RAG-based validation layer"</a:t>
            </a:r>
          </a:p>
          <a:p>
            <a:r>
              <a:rPr dirty="0"/>
              <a:t>    ]</a:t>
            </a:r>
          </a:p>
          <a:p>
            <a:r>
              <a:rPr dirty="0"/>
              <a:t>)</a:t>
            </a:r>
          </a:p>
          <a:p>
            <a:endParaRPr dirty="0"/>
          </a:p>
          <a:p>
            <a:r>
              <a:rPr dirty="0"/>
              <a:t># 27. Contributions</a:t>
            </a:r>
          </a:p>
          <a:p>
            <a:r>
              <a:rPr dirty="0" err="1"/>
              <a:t>add_slide</a:t>
            </a:r>
            <a:r>
              <a:rPr dirty="0"/>
              <a:t>(</a:t>
            </a:r>
          </a:p>
          <a:p>
            <a:r>
              <a:rPr dirty="0"/>
              <a:t>    "Key Contributions",</a:t>
            </a:r>
          </a:p>
          <a:p>
            <a:r>
              <a:rPr dirty="0"/>
              <a:t>    [</a:t>
            </a:r>
          </a:p>
          <a:p>
            <a:r>
              <a:rPr dirty="0"/>
              <a:t>        "Clinical evaluation of LLM summarization",</a:t>
            </a:r>
          </a:p>
          <a:p>
            <a:r>
              <a:rPr dirty="0"/>
              <a:t>        "Fabrication-focused safety analysis",</a:t>
            </a:r>
          </a:p>
          <a:p>
            <a:r>
              <a:rPr dirty="0"/>
              <a:t>        "Prompt optimization framework",</a:t>
            </a:r>
          </a:p>
          <a:p>
            <a:r>
              <a:rPr dirty="0"/>
              <a:t>        "Production monitoring strategy"</a:t>
            </a:r>
          </a:p>
          <a:p>
            <a:r>
              <a:rPr dirty="0"/>
              <a:t>    ]</a:t>
            </a:r>
          </a:p>
          <a:p>
            <a:r>
              <a:rPr dirty="0"/>
              <a:t>)</a:t>
            </a:r>
          </a:p>
          <a:p>
            <a:endParaRPr dirty="0"/>
          </a:p>
          <a:p>
            <a:r>
              <a:rPr dirty="0"/>
              <a:t># Save</a:t>
            </a:r>
          </a:p>
          <a:p>
            <a:r>
              <a:rPr dirty="0" err="1"/>
              <a:t>file_path</a:t>
            </a:r>
            <a:r>
              <a:rPr dirty="0"/>
              <a:t> = "/</a:t>
            </a:r>
            <a:r>
              <a:rPr dirty="0" err="1"/>
              <a:t>mnt</a:t>
            </a:r>
            <a:r>
              <a:rPr dirty="0"/>
              <a:t>/data/llm_prompt_engineering_breast_cancer_v2.pptx"</a:t>
            </a:r>
          </a:p>
          <a:p>
            <a:r>
              <a:rPr dirty="0" err="1"/>
              <a:t>prs.save</a:t>
            </a:r>
            <a:r>
              <a:rPr dirty="0"/>
              <a:t>(</a:t>
            </a:r>
            <a:r>
              <a:rPr dirty="0" err="1"/>
              <a:t>file_path</a:t>
            </a:r>
            <a:r>
              <a:rPr dirty="0"/>
              <a:t>)</a:t>
            </a:r>
          </a:p>
          <a:p>
            <a:endParaRPr dirty="0"/>
          </a:p>
          <a:p>
            <a:r>
              <a:rPr dirty="0" err="1"/>
              <a:t>file_path</a:t>
            </a:r>
            <a:endParaRPr dirty="0"/>
          </a:p>
          <a:p>
            <a:endParaRPr dirty="0"/>
          </a:p>
          <a:p>
            <a:r>
              <a:rPr dirty="0"/>
              <a:t>Meta-prompting: A higher-order prompting strategy where the model is instructed on how to reason, structure outputs, and validate responses.</a:t>
            </a:r>
          </a:p>
          <a:p>
            <a:r>
              <a:rPr dirty="0"/>
              <a:t>Uses task-agnostic scaffolding to generalize across tasks.</a:t>
            </a:r>
          </a:p>
          <a:p>
            <a:r>
              <a:rPr dirty="0"/>
              <a:t>Improves consistency, reasoning reliability, and reduces hallucination.</a:t>
            </a:r>
          </a:p>
          <a:p>
            <a:r>
              <a:rPr dirty="0"/>
              <a:t>In this project: meta-prompts enforce evidence grounding, structured JSON outputs, and anti-fabrication rules.</a:t>
            </a:r>
          </a:p>
          <a:p>
            <a:r>
              <a:rPr dirty="0"/>
              <a:t>Acts as a control layer over base prompts rather than task-specific tuning.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TP = ((data[</a:t>
            </a:r>
            <a:r>
              <a:rPr lang="en-US" dirty="0" err="1"/>
              <a:t>source_col</a:t>
            </a:r>
            <a:r>
              <a:rPr lang="en-US" dirty="0"/>
              <a:t>] == 1) &amp; (data[</a:t>
            </a:r>
            <a:r>
              <a:rPr lang="en-US" dirty="0" err="1"/>
              <a:t>annotator_col</a:t>
            </a:r>
            <a:r>
              <a:rPr lang="en-US" dirty="0"/>
              <a:t>] == 1)).sum()FN = ((data[</a:t>
            </a:r>
            <a:r>
              <a:rPr lang="en-US" dirty="0" err="1"/>
              <a:t>source_col</a:t>
            </a:r>
            <a:r>
              <a:rPr lang="en-US" dirty="0"/>
              <a:t>] == 1) &amp; (data[</a:t>
            </a:r>
            <a:r>
              <a:rPr lang="en-US" dirty="0" err="1"/>
              <a:t>annotator_col</a:t>
            </a:r>
            <a:r>
              <a:rPr lang="en-US" dirty="0"/>
              <a:t>] == 2)).sum()FP = ((data[</a:t>
            </a:r>
            <a:r>
              <a:rPr lang="en-US" dirty="0" err="1"/>
              <a:t>source_col</a:t>
            </a:r>
            <a:r>
              <a:rPr lang="en-US" dirty="0"/>
              <a:t>] == 0) &amp; (data[</a:t>
            </a:r>
            <a:r>
              <a:rPr lang="en-US" dirty="0" err="1"/>
              <a:t>annotator_col</a:t>
            </a:r>
            <a:r>
              <a:rPr lang="en-US" dirty="0"/>
              <a:t>] == 3)).sum()TN = ((data[</a:t>
            </a:r>
            <a:r>
              <a:rPr lang="en-US" dirty="0" err="1"/>
              <a:t>source_col</a:t>
            </a:r>
            <a:r>
              <a:rPr lang="en-US" dirty="0"/>
              <a:t>] == 0) &amp; (data[</a:t>
            </a:r>
            <a:r>
              <a:rPr lang="en-US" dirty="0" err="1"/>
              <a:t>annotator_col</a:t>
            </a:r>
            <a:r>
              <a:rPr lang="en-US" dirty="0"/>
              <a:t>] == "N/A")).sum()</a:t>
            </a:r>
            <a:r>
              <a:rPr lang="en-US" dirty="0" err="1"/>
              <a:t>Interpretation:TP</a:t>
            </a:r>
            <a:r>
              <a:rPr lang="en-US" dirty="0"/>
              <a:t> = correctly extracted feature present in </a:t>
            </a:r>
            <a:r>
              <a:rPr lang="en-US" dirty="0" err="1"/>
              <a:t>sourceFN</a:t>
            </a:r>
            <a:r>
              <a:rPr lang="en-US" dirty="0"/>
              <a:t> = omission (source present, not extracted)FP = fabrication (source absent, extracted anyway)TN = correctly not </a:t>
            </a:r>
            <a:r>
              <a:rPr lang="en-US" dirty="0" err="1"/>
              <a:t>extractedPrimary</a:t>
            </a:r>
            <a:r>
              <a:rPr lang="en-US" dirty="0"/>
              <a:t> safety </a:t>
            </a:r>
            <a:r>
              <a:rPr lang="en-US" dirty="0" err="1"/>
              <a:t>outcome:Fabrication</a:t>
            </a:r>
            <a:r>
              <a:rPr lang="en-US" dirty="0"/>
              <a:t> rate = FP / (FP + TN)</a:t>
            </a:r>
          </a:p>
        </p:txBody>
      </p:sp>
      <p:sp>
        <p:nvSpPr>
          <p:cNvPr id="4" name="Slide Number Placeholder 3"/>
          <p:cNvSpPr>
            <a:spLocks noGrp="1"/>
          </p:cNvSpPr>
          <p:nvPr>
            <p:ph type="sldNum" sz="quarter" idx="5"/>
          </p:nvPr>
        </p:nvSpPr>
        <p:spPr/>
        <p:txBody>
          <a:bodyPr/>
          <a:lstStyle/>
          <a:p>
            <a:fld id="{8FA3C7F4-74C8-4BBC-A06B-08B4E1006477}" type="slidenum">
              <a:rPr lang="en-US" smtClean="0"/>
              <a:t>11</a:t>
            </a:fld>
            <a:endParaRPr lang="en-US"/>
          </a:p>
        </p:txBody>
      </p:sp>
    </p:spTree>
    <p:extLst>
      <p:ext uri="{BB962C8B-B14F-4D97-AF65-F5344CB8AC3E}">
        <p14:creationId xmlns:p14="http://schemas.microsoft.com/office/powerpoint/2010/main" val="3473429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 Create a more comprehensive PowerPoint based on the user's detailed instructions</a:t>
            </a:r>
          </a:p>
          <a:p>
            <a:endParaRPr dirty="0"/>
          </a:p>
          <a:p>
            <a:r>
              <a:rPr dirty="0"/>
              <a:t>from pptx import Presentation</a:t>
            </a:r>
          </a:p>
          <a:p>
            <a:r>
              <a:rPr dirty="0"/>
              <a:t>from </a:t>
            </a:r>
            <a:r>
              <a:rPr dirty="0" err="1"/>
              <a:t>pptx.util</a:t>
            </a:r>
            <a:r>
              <a:rPr dirty="0"/>
              <a:t> import Inches</a:t>
            </a:r>
          </a:p>
          <a:p>
            <a:endParaRPr dirty="0"/>
          </a:p>
          <a:p>
            <a:r>
              <a:rPr dirty="0"/>
              <a:t>prs = Presentation()</a:t>
            </a:r>
          </a:p>
          <a:p>
            <a:endParaRPr dirty="0"/>
          </a:p>
          <a:p>
            <a:r>
              <a:rPr dirty="0"/>
              <a:t>def </a:t>
            </a:r>
            <a:r>
              <a:rPr dirty="0" err="1"/>
              <a:t>add_slide</a:t>
            </a:r>
            <a:r>
              <a:rPr dirty="0"/>
              <a:t>(title, bullets):</a:t>
            </a:r>
          </a:p>
          <a:p>
            <a:r>
              <a:rPr dirty="0"/>
              <a:t>    </a:t>
            </a:r>
            <a:r>
              <a:rPr dirty="0" err="1"/>
              <a:t>slide_layout</a:t>
            </a:r>
            <a:r>
              <a:rPr dirty="0"/>
              <a:t> = </a:t>
            </a:r>
            <a:r>
              <a:rPr dirty="0" err="1"/>
              <a:t>prs.slide_layouts</a:t>
            </a:r>
            <a:r>
              <a:rPr dirty="0"/>
              <a:t>[1]</a:t>
            </a:r>
          </a:p>
          <a:p>
            <a:r>
              <a:rPr dirty="0"/>
              <a:t>    slide = </a:t>
            </a:r>
            <a:r>
              <a:rPr dirty="0" err="1"/>
              <a:t>prs.slides.add_slide</a:t>
            </a:r>
            <a:r>
              <a:rPr dirty="0"/>
              <a:t>(</a:t>
            </a:r>
            <a:r>
              <a:rPr dirty="0" err="1"/>
              <a:t>slide_layout</a:t>
            </a:r>
            <a:r>
              <a:rPr dirty="0"/>
              <a:t>)</a:t>
            </a:r>
          </a:p>
          <a:p>
            <a:r>
              <a:rPr dirty="0"/>
              <a:t>    </a:t>
            </a:r>
            <a:r>
              <a:rPr dirty="0" err="1"/>
              <a:t>slide.shapes.title.text</a:t>
            </a:r>
            <a:r>
              <a:rPr dirty="0"/>
              <a:t> = title</a:t>
            </a:r>
          </a:p>
          <a:p>
            <a:r>
              <a:rPr dirty="0"/>
              <a:t>    </a:t>
            </a:r>
            <a:r>
              <a:rPr dirty="0" err="1"/>
              <a:t>tf</a:t>
            </a:r>
            <a:r>
              <a:rPr dirty="0"/>
              <a:t> = </a:t>
            </a:r>
            <a:r>
              <a:rPr dirty="0" err="1"/>
              <a:t>slide.placeholders</a:t>
            </a:r>
            <a:r>
              <a:rPr dirty="0"/>
              <a:t>[1].</a:t>
            </a:r>
            <a:r>
              <a:rPr dirty="0" err="1"/>
              <a:t>text_frame</a:t>
            </a:r>
            <a:endParaRPr dirty="0"/>
          </a:p>
          <a:p>
            <a:r>
              <a:rPr dirty="0"/>
              <a:t>    </a:t>
            </a:r>
            <a:r>
              <a:rPr dirty="0" err="1"/>
              <a:t>tf.clear</a:t>
            </a:r>
            <a:r>
              <a:rPr dirty="0"/>
              <a:t>()</a:t>
            </a:r>
          </a:p>
          <a:p>
            <a:r>
              <a:rPr dirty="0"/>
              <a:t>    for </a:t>
            </a:r>
            <a:r>
              <a:rPr dirty="0" err="1"/>
              <a:t>i</a:t>
            </a:r>
            <a:r>
              <a:rPr dirty="0"/>
              <a:t>, b in enumerate(bullets):</a:t>
            </a:r>
          </a:p>
          <a:p>
            <a:r>
              <a:rPr dirty="0"/>
              <a:t>        if </a:t>
            </a:r>
            <a:r>
              <a:rPr dirty="0" err="1"/>
              <a:t>i</a:t>
            </a:r>
            <a:r>
              <a:rPr dirty="0"/>
              <a:t> == 0:</a:t>
            </a:r>
          </a:p>
          <a:p>
            <a:r>
              <a:rPr dirty="0"/>
              <a:t>            </a:t>
            </a:r>
            <a:r>
              <a:rPr dirty="0" err="1"/>
              <a:t>tf.text</a:t>
            </a:r>
            <a:r>
              <a:rPr dirty="0"/>
              <a:t> = b</a:t>
            </a:r>
          </a:p>
          <a:p>
            <a:r>
              <a:rPr dirty="0"/>
              <a:t>        else:</a:t>
            </a:r>
          </a:p>
          <a:p>
            <a:r>
              <a:rPr dirty="0"/>
              <a:t>            p = </a:t>
            </a:r>
            <a:r>
              <a:rPr dirty="0" err="1"/>
              <a:t>tf.add_paragraph</a:t>
            </a:r>
            <a:r>
              <a:rPr dirty="0"/>
              <a:t>()</a:t>
            </a:r>
          </a:p>
          <a:p>
            <a:r>
              <a:rPr dirty="0"/>
              <a:t>            </a:t>
            </a:r>
            <a:r>
              <a:rPr dirty="0" err="1"/>
              <a:t>p.text</a:t>
            </a:r>
            <a:r>
              <a:rPr dirty="0"/>
              <a:t> = b</a:t>
            </a:r>
          </a:p>
          <a:p>
            <a:r>
              <a:rPr dirty="0"/>
              <a:t>            </a:t>
            </a:r>
            <a:r>
              <a:rPr dirty="0" err="1"/>
              <a:t>p.level</a:t>
            </a:r>
            <a:r>
              <a:rPr dirty="0"/>
              <a:t> = 0</a:t>
            </a:r>
          </a:p>
          <a:p>
            <a:endParaRPr dirty="0"/>
          </a:p>
          <a:p>
            <a:r>
              <a:rPr dirty="0"/>
              <a:t># 1. Title</a:t>
            </a:r>
          </a:p>
          <a:p>
            <a:r>
              <a:rPr dirty="0" err="1"/>
              <a:t>add_slide</a:t>
            </a:r>
            <a:r>
              <a:rPr dirty="0"/>
              <a:t>(</a:t>
            </a:r>
          </a:p>
          <a:p>
            <a:r>
              <a:rPr dirty="0"/>
              <a:t>    "LLM Prompt Engineering for Breast Cancer Workup Extraction",</a:t>
            </a:r>
          </a:p>
          <a:p>
            <a:r>
              <a:rPr dirty="0"/>
              <a:t>    [</a:t>
            </a:r>
          </a:p>
          <a:p>
            <a:r>
              <a:rPr dirty="0"/>
              <a:t>        "Evaluating accuracy, hallucination, and safety",</a:t>
            </a:r>
          </a:p>
          <a:p>
            <a:r>
              <a:rPr dirty="0"/>
              <a:t>        "Prompt engineering + RAG + </a:t>
            </a:r>
            <a:r>
              <a:rPr dirty="0" err="1"/>
              <a:t>LangGraph</a:t>
            </a:r>
            <a:r>
              <a:rPr dirty="0"/>
              <a:t>",</a:t>
            </a:r>
          </a:p>
          <a:p>
            <a:r>
              <a:rPr dirty="0"/>
              <a:t>        "Memorial Sloan Kettering | Surgical Oncology AI"</a:t>
            </a:r>
          </a:p>
          <a:p>
            <a:r>
              <a:rPr dirty="0"/>
              <a:t>    ]</a:t>
            </a:r>
          </a:p>
          <a:p>
            <a:r>
              <a:rPr dirty="0"/>
              <a:t>)</a:t>
            </a:r>
          </a:p>
          <a:p>
            <a:endParaRPr dirty="0"/>
          </a:p>
          <a:p>
            <a:r>
              <a:rPr dirty="0"/>
              <a:t># 2. Background - LLM basics</a:t>
            </a:r>
          </a:p>
          <a:p>
            <a:r>
              <a:rPr dirty="0" err="1"/>
              <a:t>add_slide</a:t>
            </a:r>
            <a:r>
              <a:rPr dirty="0"/>
              <a:t>(</a:t>
            </a:r>
          </a:p>
          <a:p>
            <a:r>
              <a:rPr dirty="0"/>
              <a:t>    "What is a Large Language Model (LLM)?",</a:t>
            </a:r>
          </a:p>
          <a:p>
            <a:r>
              <a:rPr dirty="0"/>
              <a:t>    [</a:t>
            </a:r>
          </a:p>
          <a:p>
            <a:r>
              <a:rPr dirty="0"/>
              <a:t>        "Neural networks trained on large text corpora",</a:t>
            </a:r>
          </a:p>
          <a:p>
            <a:r>
              <a:rPr dirty="0"/>
              <a:t>        "Based on transformer architecture",</a:t>
            </a:r>
          </a:p>
          <a:p>
            <a:r>
              <a:rPr dirty="0"/>
              <a:t>        "Learn probability distributions over language",</a:t>
            </a:r>
          </a:p>
          <a:p>
            <a:r>
              <a:rPr dirty="0"/>
              <a:t>        "Non-deterministic outputs (same input ≠ same output)"</a:t>
            </a:r>
          </a:p>
          <a:p>
            <a:r>
              <a:rPr dirty="0"/>
              <a:t>    ]</a:t>
            </a:r>
          </a:p>
          <a:p>
            <a:r>
              <a:rPr dirty="0"/>
              <a:t>)</a:t>
            </a:r>
          </a:p>
          <a:p>
            <a:endParaRPr dirty="0"/>
          </a:p>
          <a:p>
            <a:r>
              <a:rPr dirty="0"/>
              <a:t># 3. Transformer basics</a:t>
            </a:r>
          </a:p>
          <a:p>
            <a:r>
              <a:rPr dirty="0" err="1"/>
              <a:t>add_slide</a:t>
            </a:r>
            <a:r>
              <a:rPr dirty="0"/>
              <a:t>(</a:t>
            </a:r>
          </a:p>
          <a:p>
            <a:r>
              <a:rPr dirty="0"/>
              <a:t>    "Transformer Architecture (High-Level)",</a:t>
            </a:r>
          </a:p>
          <a:p>
            <a:r>
              <a:rPr dirty="0"/>
              <a:t>    [</a:t>
            </a:r>
          </a:p>
          <a:p>
            <a:r>
              <a:rPr dirty="0"/>
              <a:t>        "Input tokens → embeddings",</a:t>
            </a:r>
          </a:p>
          <a:p>
            <a:r>
              <a:rPr dirty="0"/>
              <a:t>        "Multi-head self-attention layers",</a:t>
            </a:r>
          </a:p>
          <a:p>
            <a:r>
              <a:rPr dirty="0"/>
              <a:t>        "Feedforward layers",</a:t>
            </a:r>
          </a:p>
          <a:p>
            <a:r>
              <a:rPr dirty="0"/>
              <a:t>        "Stacked layers (depth)",</a:t>
            </a:r>
          </a:p>
          <a:p>
            <a:r>
              <a:rPr dirty="0"/>
              <a:t>        "Output probability distribution over tokens"</a:t>
            </a:r>
          </a:p>
          <a:p>
            <a:r>
              <a:rPr dirty="0"/>
              <a:t>    ]</a:t>
            </a:r>
          </a:p>
          <a:p>
            <a:r>
              <a:rPr dirty="0"/>
              <a:t>)</a:t>
            </a:r>
          </a:p>
          <a:p>
            <a:endParaRPr dirty="0"/>
          </a:p>
          <a:p>
            <a:r>
              <a:rPr dirty="0"/>
              <a:t># 4. Attention intuition</a:t>
            </a:r>
          </a:p>
          <a:p>
            <a:r>
              <a:rPr dirty="0" err="1"/>
              <a:t>add_slide</a:t>
            </a:r>
            <a:r>
              <a:rPr dirty="0"/>
              <a:t>(</a:t>
            </a:r>
          </a:p>
          <a:p>
            <a:r>
              <a:rPr dirty="0"/>
              <a:t>    "Self-Attention Mechanism",</a:t>
            </a:r>
          </a:p>
          <a:p>
            <a:r>
              <a:rPr dirty="0"/>
              <a:t>    [</a:t>
            </a:r>
          </a:p>
          <a:p>
            <a:r>
              <a:rPr dirty="0"/>
              <a:t>        "Model attends to all tokens simultaneously",</a:t>
            </a:r>
          </a:p>
          <a:p>
            <a:r>
              <a:rPr dirty="0"/>
              <a:t>        "Captures long-range dependencies",</a:t>
            </a:r>
          </a:p>
          <a:p>
            <a:r>
              <a:rPr dirty="0"/>
              <a:t>        "Weighted relationships between words",</a:t>
            </a:r>
          </a:p>
          <a:p>
            <a:r>
              <a:rPr dirty="0"/>
              <a:t>        "Key driver of LLM performance"</a:t>
            </a:r>
          </a:p>
          <a:p>
            <a:r>
              <a:rPr dirty="0"/>
              <a:t>    ]</a:t>
            </a:r>
          </a:p>
          <a:p>
            <a:r>
              <a:rPr dirty="0"/>
              <a:t>)</a:t>
            </a:r>
          </a:p>
          <a:p>
            <a:endParaRPr dirty="0"/>
          </a:p>
          <a:p>
            <a:r>
              <a:rPr dirty="0"/>
              <a:t># 5. Model architectures comparison</a:t>
            </a:r>
          </a:p>
          <a:p>
            <a:r>
              <a:rPr dirty="0" err="1"/>
              <a:t>add_slide</a:t>
            </a:r>
            <a:r>
              <a:rPr dirty="0"/>
              <a:t>(</a:t>
            </a:r>
          </a:p>
          <a:p>
            <a:r>
              <a:rPr dirty="0"/>
              <a:t>    "Modern LLM Architectures",</a:t>
            </a:r>
          </a:p>
          <a:p>
            <a:r>
              <a:rPr dirty="0"/>
              <a:t>    [</a:t>
            </a:r>
          </a:p>
          <a:p>
            <a:r>
              <a:rPr dirty="0"/>
              <a:t>        "Encoder (BERT): bidirectional context understanding",</a:t>
            </a:r>
          </a:p>
          <a:p>
            <a:r>
              <a:rPr dirty="0"/>
              <a:t>        "Encoder-decoder (BART/T5): input → output transformation",</a:t>
            </a:r>
          </a:p>
          <a:p>
            <a:r>
              <a:rPr dirty="0"/>
              <a:t>        "Decoder-only (GPT, Claude): autoregressive generation",</a:t>
            </a:r>
          </a:p>
          <a:p>
            <a:r>
              <a:rPr dirty="0"/>
              <a:t>        "Tradeoff: understanding vs generation"</a:t>
            </a:r>
          </a:p>
          <a:p>
            <a:r>
              <a:rPr dirty="0"/>
              <a:t>    ]</a:t>
            </a:r>
          </a:p>
          <a:p>
            <a:r>
              <a:rPr dirty="0"/>
              <a:t>)</a:t>
            </a:r>
          </a:p>
          <a:p>
            <a:endParaRPr dirty="0"/>
          </a:p>
          <a:p>
            <a:r>
              <a:rPr dirty="0"/>
              <a:t># 6. Claude Sonnet 4 &amp; OpenAI GPT-5.2</a:t>
            </a:r>
          </a:p>
          <a:p>
            <a:r>
              <a:rPr dirty="0" err="1"/>
              <a:t>add_slide</a:t>
            </a:r>
            <a:r>
              <a:rPr dirty="0"/>
              <a:t>(</a:t>
            </a:r>
          </a:p>
          <a:p>
            <a:r>
              <a:rPr dirty="0"/>
              <a:t>    "Production LLMs Used",</a:t>
            </a:r>
          </a:p>
          <a:p>
            <a:r>
              <a:rPr dirty="0"/>
              <a:t>    [</a:t>
            </a:r>
          </a:p>
          <a:p>
            <a:r>
              <a:rPr dirty="0"/>
              <a:t>        "Claude Sonnet 4: strong reasoning, low hallucination",</a:t>
            </a:r>
          </a:p>
          <a:p>
            <a:r>
              <a:rPr dirty="0"/>
              <a:t>        "OpenAI GPT-5.2: structured outputs, high controllability",</a:t>
            </a:r>
          </a:p>
          <a:p>
            <a:r>
              <a:rPr dirty="0"/>
              <a:t>        "Both support long context + JSON extraction",</a:t>
            </a:r>
          </a:p>
          <a:p>
            <a:r>
              <a:rPr dirty="0"/>
              <a:t>        "Behavior shaped heavily by prompt design"</a:t>
            </a:r>
          </a:p>
          <a:p>
            <a:r>
              <a:rPr dirty="0"/>
              <a:t>    ]</a:t>
            </a:r>
          </a:p>
          <a:p>
            <a:r>
              <a:rPr dirty="0"/>
              <a:t>)</a:t>
            </a:r>
          </a:p>
          <a:p>
            <a:endParaRPr dirty="0"/>
          </a:p>
          <a:p>
            <a:r>
              <a:rPr dirty="0"/>
              <a:t># 7. Why prompt engineering matters</a:t>
            </a:r>
          </a:p>
          <a:p>
            <a:r>
              <a:rPr dirty="0" err="1"/>
              <a:t>add_slide</a:t>
            </a:r>
            <a:r>
              <a:rPr dirty="0"/>
              <a:t>(</a:t>
            </a:r>
          </a:p>
          <a:p>
            <a:r>
              <a:rPr dirty="0"/>
              <a:t>    "Why Prompt Engineering?",</a:t>
            </a:r>
          </a:p>
          <a:p>
            <a:r>
              <a:rPr dirty="0"/>
              <a:t>    [</a:t>
            </a:r>
          </a:p>
          <a:p>
            <a:r>
              <a:rPr dirty="0"/>
              <a:t>        "LLMs are non-deterministic",</a:t>
            </a:r>
          </a:p>
          <a:p>
            <a:r>
              <a:rPr dirty="0"/>
              <a:t>        "Outputs depend on instruction clarity",</a:t>
            </a:r>
          </a:p>
          <a:p>
            <a:r>
              <a:rPr dirty="0"/>
              <a:t>        "Poor prompts → hallucination + inconsistency",</a:t>
            </a:r>
          </a:p>
          <a:p>
            <a:r>
              <a:rPr dirty="0"/>
              <a:t>        "Goal: maximize accuracy, minimize fabrication"</a:t>
            </a:r>
          </a:p>
          <a:p>
            <a:r>
              <a:rPr dirty="0"/>
              <a:t>    ]</a:t>
            </a:r>
          </a:p>
          <a:p>
            <a:r>
              <a:rPr dirty="0"/>
              <a:t>)</a:t>
            </a:r>
          </a:p>
          <a:p>
            <a:endParaRPr dirty="0"/>
          </a:p>
          <a:p>
            <a:r>
              <a:rPr dirty="0"/>
              <a:t># 8. Prompt engineering definition</a:t>
            </a:r>
          </a:p>
          <a:p>
            <a:r>
              <a:rPr dirty="0" err="1"/>
              <a:t>add_slide</a:t>
            </a:r>
            <a:r>
              <a:rPr dirty="0"/>
              <a:t>(</a:t>
            </a:r>
          </a:p>
          <a:p>
            <a:r>
              <a:rPr dirty="0"/>
              <a:t>    "Prompt Engineering",</a:t>
            </a:r>
          </a:p>
          <a:p>
            <a:r>
              <a:rPr dirty="0"/>
              <a:t>    [</a:t>
            </a:r>
          </a:p>
          <a:p>
            <a:r>
              <a:rPr dirty="0"/>
              <a:t>        "Designing instructions to control model behavior",</a:t>
            </a:r>
          </a:p>
          <a:p>
            <a:r>
              <a:rPr dirty="0"/>
              <a:t>        "Uses roles, constraints, examples, formatting",</a:t>
            </a:r>
          </a:p>
          <a:p>
            <a:r>
              <a:rPr dirty="0"/>
              <a:t>        "Critical for clinical safety applications",</a:t>
            </a:r>
          </a:p>
          <a:p>
            <a:r>
              <a:rPr dirty="0"/>
              <a:t>        "Enables structured extraction without retraining"</a:t>
            </a:r>
          </a:p>
          <a:p>
            <a:r>
              <a:rPr dirty="0"/>
              <a:t>    ]</a:t>
            </a:r>
          </a:p>
          <a:p>
            <a:r>
              <a:rPr dirty="0"/>
              <a:t>)</a:t>
            </a:r>
          </a:p>
          <a:p>
            <a:endParaRPr dirty="0"/>
          </a:p>
          <a:p>
            <a:r>
              <a:rPr dirty="0"/>
              <a:t># 9. Automated prompt engineering</a:t>
            </a:r>
          </a:p>
          <a:p>
            <a:r>
              <a:rPr dirty="0" err="1"/>
              <a:t>add_slide</a:t>
            </a:r>
            <a:r>
              <a:rPr dirty="0"/>
              <a:t>(</a:t>
            </a:r>
          </a:p>
          <a:p>
            <a:r>
              <a:rPr dirty="0"/>
              <a:t>    "Automated Prompt Engineering",</a:t>
            </a:r>
          </a:p>
          <a:p>
            <a:r>
              <a:rPr dirty="0"/>
              <a:t>    [</a:t>
            </a:r>
          </a:p>
          <a:p>
            <a:r>
              <a:rPr dirty="0"/>
              <a:t>        "Systematic testing of prompt variants",</a:t>
            </a:r>
          </a:p>
          <a:p>
            <a:r>
              <a:rPr dirty="0"/>
              <a:t>        "Evaluate performance across multiple runs",</a:t>
            </a:r>
          </a:p>
          <a:p>
            <a:r>
              <a:rPr dirty="0"/>
              <a:t>        "Optimize prompts based on metrics",</a:t>
            </a:r>
          </a:p>
          <a:p>
            <a:r>
              <a:rPr dirty="0"/>
              <a:t>        "Treat prompts as version-controlled artifacts"</a:t>
            </a:r>
          </a:p>
          <a:p>
            <a:r>
              <a:rPr dirty="0"/>
              <a:t>    ]</a:t>
            </a:r>
          </a:p>
          <a:p>
            <a:r>
              <a:rPr dirty="0"/>
              <a:t>)</a:t>
            </a:r>
          </a:p>
          <a:p>
            <a:endParaRPr dirty="0"/>
          </a:p>
          <a:p>
            <a:r>
              <a:rPr dirty="0"/>
              <a:t># 10. Project overview</a:t>
            </a:r>
          </a:p>
          <a:p>
            <a:r>
              <a:rPr dirty="0" err="1"/>
              <a:t>add_slide</a:t>
            </a:r>
            <a:r>
              <a:rPr dirty="0"/>
              <a:t>(</a:t>
            </a:r>
          </a:p>
          <a:p>
            <a:r>
              <a:rPr dirty="0"/>
              <a:t>    "Project Overview",</a:t>
            </a:r>
          </a:p>
          <a:p>
            <a:r>
              <a:rPr dirty="0"/>
              <a:t>    [</a:t>
            </a:r>
          </a:p>
          <a:p>
            <a:r>
              <a:rPr dirty="0"/>
              <a:t>        "Input: breast cancer radiology + pathology PDFs",</a:t>
            </a:r>
          </a:p>
          <a:p>
            <a:r>
              <a:rPr dirty="0"/>
              <a:t>        "Task: extract 14 structured clinical features",</a:t>
            </a:r>
          </a:p>
          <a:p>
            <a:r>
              <a:rPr dirty="0"/>
              <a:t>        "Compare LLM vs human annotations",</a:t>
            </a:r>
          </a:p>
          <a:p>
            <a:r>
              <a:rPr dirty="0"/>
              <a:t>        "Evaluate accuracy, omission, fabrication"</a:t>
            </a:r>
          </a:p>
          <a:p>
            <a:r>
              <a:rPr dirty="0"/>
              <a:t>    ]</a:t>
            </a:r>
          </a:p>
          <a:p>
            <a:r>
              <a:rPr dirty="0"/>
              <a:t>)</a:t>
            </a:r>
          </a:p>
          <a:p>
            <a:endParaRPr dirty="0"/>
          </a:p>
          <a:p>
            <a:r>
              <a:rPr dirty="0"/>
              <a:t># 11. Key metric definitions</a:t>
            </a:r>
          </a:p>
          <a:p>
            <a:r>
              <a:rPr dirty="0" err="1"/>
              <a:t>add_slide</a:t>
            </a:r>
            <a:r>
              <a:rPr dirty="0"/>
              <a:t>(</a:t>
            </a:r>
          </a:p>
          <a:p>
            <a:r>
              <a:rPr dirty="0"/>
              <a:t>    "Evaluation Metrics",</a:t>
            </a:r>
          </a:p>
          <a:p>
            <a:r>
              <a:rPr dirty="0"/>
              <a:t>    [</a:t>
            </a:r>
          </a:p>
          <a:p>
            <a:r>
              <a:rPr dirty="0"/>
              <a:t>        "TP: correct extraction",</a:t>
            </a:r>
          </a:p>
          <a:p>
            <a:r>
              <a:rPr dirty="0"/>
              <a:t>        "FN: omission",</a:t>
            </a:r>
          </a:p>
          <a:p>
            <a:r>
              <a:rPr dirty="0"/>
              <a:t>        "FP: fabrication",</a:t>
            </a:r>
          </a:p>
          <a:p>
            <a:r>
              <a:rPr dirty="0"/>
              <a:t>        "TN: correct absence",</a:t>
            </a:r>
          </a:p>
          <a:p>
            <a:r>
              <a:rPr dirty="0"/>
              <a:t>        "Primary outcome: fabrication rate = FP / (FP + TN)"</a:t>
            </a:r>
          </a:p>
          <a:p>
            <a:r>
              <a:rPr dirty="0"/>
              <a:t>    ]</a:t>
            </a:r>
          </a:p>
          <a:p>
            <a:r>
              <a:rPr dirty="0"/>
              <a:t>)</a:t>
            </a:r>
          </a:p>
          <a:p>
            <a:endParaRPr dirty="0"/>
          </a:p>
          <a:p>
            <a:r>
              <a:rPr dirty="0"/>
              <a:t># 12. Prompt versions</a:t>
            </a:r>
          </a:p>
          <a:p>
            <a:r>
              <a:rPr dirty="0" err="1"/>
              <a:t>add_slide</a:t>
            </a:r>
            <a:r>
              <a:rPr dirty="0"/>
              <a:t>(</a:t>
            </a:r>
          </a:p>
          <a:p>
            <a:r>
              <a:rPr dirty="0"/>
              <a:t>    "Prompt Versions",</a:t>
            </a:r>
          </a:p>
          <a:p>
            <a:r>
              <a:rPr dirty="0"/>
              <a:t>    [</a:t>
            </a:r>
          </a:p>
          <a:p>
            <a:r>
              <a:rPr dirty="0"/>
              <a:t>        "Prompt V1: zero-shot extraction",</a:t>
            </a:r>
          </a:p>
          <a:p>
            <a:r>
              <a:rPr dirty="0"/>
              <a:t>        "Prompt V2: structured developer prompt",</a:t>
            </a:r>
          </a:p>
          <a:p>
            <a:r>
              <a:rPr dirty="0"/>
              <a:t>        "Strict anti-fabrication rules",</a:t>
            </a:r>
          </a:p>
          <a:p>
            <a:r>
              <a:rPr dirty="0"/>
              <a:t>        "JSON output enforcement"</a:t>
            </a:r>
          </a:p>
          <a:p>
            <a:r>
              <a:rPr dirty="0"/>
              <a:t>    ]</a:t>
            </a:r>
          </a:p>
          <a:p>
            <a:r>
              <a:rPr dirty="0"/>
              <a:t>)</a:t>
            </a:r>
          </a:p>
          <a:p>
            <a:endParaRPr dirty="0"/>
          </a:p>
          <a:p>
            <a:r>
              <a:rPr dirty="0"/>
              <a:t># 13. Developer prompt principles</a:t>
            </a:r>
          </a:p>
          <a:p>
            <a:r>
              <a:rPr dirty="0" err="1"/>
              <a:t>add_slide</a:t>
            </a:r>
            <a:r>
              <a:rPr dirty="0"/>
              <a:t>(</a:t>
            </a:r>
          </a:p>
          <a:p>
            <a:r>
              <a:rPr dirty="0"/>
              <a:t>    "Structured Developer Prompt (V2)",</a:t>
            </a:r>
          </a:p>
          <a:p>
            <a:r>
              <a:rPr dirty="0"/>
              <a:t>    [</a:t>
            </a:r>
          </a:p>
          <a:p>
            <a:r>
              <a:rPr dirty="0"/>
              <a:t>        "Hard constraints: no inference allowed",</a:t>
            </a:r>
          </a:p>
          <a:p>
            <a:r>
              <a:rPr dirty="0"/>
              <a:t>        "Return 'Not reported' if missing",</a:t>
            </a:r>
          </a:p>
          <a:p>
            <a:r>
              <a:rPr dirty="0"/>
              <a:t>        "Return 'Indeterminate' if conflicting",</a:t>
            </a:r>
          </a:p>
          <a:p>
            <a:r>
              <a:rPr dirty="0"/>
              <a:t>        "Evidence-based extraction required"</a:t>
            </a:r>
          </a:p>
          <a:p>
            <a:r>
              <a:rPr dirty="0"/>
              <a:t>    ]</a:t>
            </a:r>
          </a:p>
          <a:p>
            <a:r>
              <a:rPr dirty="0"/>
              <a:t>)</a:t>
            </a:r>
          </a:p>
          <a:p>
            <a:endParaRPr dirty="0"/>
          </a:p>
          <a:p>
            <a:r>
              <a:rPr dirty="0"/>
              <a:t># 14. Prompt structure</a:t>
            </a:r>
          </a:p>
          <a:p>
            <a:r>
              <a:rPr dirty="0" err="1"/>
              <a:t>add_slide</a:t>
            </a:r>
            <a:r>
              <a:rPr dirty="0"/>
              <a:t>(</a:t>
            </a:r>
          </a:p>
          <a:p>
            <a:r>
              <a:rPr dirty="0"/>
              <a:t>    "Prompt Structure",</a:t>
            </a:r>
          </a:p>
          <a:p>
            <a:r>
              <a:rPr dirty="0"/>
              <a:t>    [</a:t>
            </a:r>
          </a:p>
          <a:p>
            <a:r>
              <a:rPr dirty="0"/>
              <a:t>        "System / developer message defines rules",</a:t>
            </a:r>
          </a:p>
          <a:p>
            <a:r>
              <a:rPr dirty="0"/>
              <a:t>        "User message provides document",</a:t>
            </a:r>
          </a:p>
          <a:p>
            <a:r>
              <a:rPr dirty="0"/>
              <a:t>        "Assistant outputs structured JSON",</a:t>
            </a:r>
          </a:p>
          <a:p>
            <a:r>
              <a:rPr dirty="0"/>
              <a:t>        "Separation of instructions and data"</a:t>
            </a:r>
          </a:p>
          <a:p>
            <a:r>
              <a:rPr dirty="0"/>
              <a:t>    ]</a:t>
            </a:r>
          </a:p>
          <a:p>
            <a:r>
              <a:rPr dirty="0"/>
              <a:t>)</a:t>
            </a:r>
          </a:p>
          <a:p>
            <a:endParaRPr dirty="0"/>
          </a:p>
          <a:p>
            <a:r>
              <a:rPr dirty="0"/>
              <a:t># 15. Prompting techniques</a:t>
            </a:r>
          </a:p>
          <a:p>
            <a:r>
              <a:rPr dirty="0" err="1"/>
              <a:t>add_slide</a:t>
            </a:r>
            <a:r>
              <a:rPr dirty="0"/>
              <a:t>(</a:t>
            </a:r>
          </a:p>
          <a:p>
            <a:r>
              <a:rPr dirty="0"/>
              <a:t>    "Prompting Techniques Evaluated",</a:t>
            </a:r>
          </a:p>
          <a:p>
            <a:r>
              <a:rPr dirty="0"/>
              <a:t>    [</a:t>
            </a:r>
          </a:p>
          <a:p>
            <a:r>
              <a:rPr dirty="0"/>
              <a:t>        "Zero-shot",</a:t>
            </a:r>
          </a:p>
          <a:p>
            <a:r>
              <a:rPr dirty="0"/>
              <a:t>        "Chain-of-thought",</a:t>
            </a:r>
          </a:p>
          <a:p>
            <a:r>
              <a:rPr dirty="0"/>
              <a:t>        "Few-shot",</a:t>
            </a:r>
          </a:p>
          <a:p>
            <a:r>
              <a:rPr dirty="0"/>
              <a:t>        "RAG (retrieval augmented generation)",</a:t>
            </a:r>
          </a:p>
          <a:p>
            <a:r>
              <a:rPr dirty="0"/>
              <a:t>        "Program-aided prompting",</a:t>
            </a:r>
          </a:p>
          <a:p>
            <a:r>
              <a:rPr dirty="0"/>
              <a:t>        "</a:t>
            </a:r>
            <a:r>
              <a:rPr dirty="0" err="1"/>
              <a:t>ReAct</a:t>
            </a:r>
            <a:r>
              <a:rPr dirty="0"/>
              <a:t> / BFOP"</a:t>
            </a:r>
          </a:p>
          <a:p>
            <a:r>
              <a:rPr dirty="0"/>
              <a:t>    ]</a:t>
            </a:r>
          </a:p>
          <a:p>
            <a:r>
              <a:rPr dirty="0"/>
              <a:t>)</a:t>
            </a:r>
          </a:p>
          <a:p>
            <a:endParaRPr dirty="0"/>
          </a:p>
          <a:p>
            <a:r>
              <a:rPr dirty="0"/>
              <a:t># 16. Why prompting over fine-tuning</a:t>
            </a:r>
          </a:p>
          <a:p>
            <a:r>
              <a:rPr dirty="0" err="1"/>
              <a:t>add_slide</a:t>
            </a:r>
            <a:r>
              <a:rPr dirty="0"/>
              <a:t>(</a:t>
            </a:r>
          </a:p>
          <a:p>
            <a:r>
              <a:rPr dirty="0"/>
              <a:t>    "Prompting vs Fine-Tuning",</a:t>
            </a:r>
          </a:p>
          <a:p>
            <a:r>
              <a:rPr dirty="0"/>
              <a:t>    [</a:t>
            </a:r>
          </a:p>
          <a:p>
            <a:r>
              <a:rPr dirty="0"/>
              <a:t>        "No need for large labeled datasets",</a:t>
            </a:r>
          </a:p>
          <a:p>
            <a:r>
              <a:rPr dirty="0"/>
              <a:t>        "Faster iteration cycle",</a:t>
            </a:r>
          </a:p>
          <a:p>
            <a:r>
              <a:rPr dirty="0"/>
              <a:t>        "Lower cost",</a:t>
            </a:r>
          </a:p>
          <a:p>
            <a:r>
              <a:rPr dirty="0"/>
              <a:t>        "More interpretable and controllable",</a:t>
            </a:r>
          </a:p>
          <a:p>
            <a:r>
              <a:rPr dirty="0"/>
              <a:t>        "Easier safety constraints"</a:t>
            </a:r>
          </a:p>
          <a:p>
            <a:r>
              <a:rPr dirty="0"/>
              <a:t>    ]</a:t>
            </a:r>
          </a:p>
          <a:p>
            <a:r>
              <a:rPr dirty="0"/>
              <a:t>)</a:t>
            </a:r>
          </a:p>
          <a:p>
            <a:endParaRPr dirty="0"/>
          </a:p>
          <a:p>
            <a:r>
              <a:rPr dirty="0"/>
              <a:t># 17. Meta prompting</a:t>
            </a:r>
          </a:p>
          <a:p>
            <a:r>
              <a:rPr dirty="0" err="1"/>
              <a:t>add_slide</a:t>
            </a:r>
            <a:r>
              <a:rPr dirty="0"/>
              <a:t>(</a:t>
            </a:r>
          </a:p>
          <a:p>
            <a:r>
              <a:rPr dirty="0"/>
              <a:t>    "Meta Prompting",</a:t>
            </a:r>
          </a:p>
          <a:p>
            <a:r>
              <a:rPr dirty="0"/>
              <a:t>    [</a:t>
            </a:r>
          </a:p>
          <a:p>
            <a:r>
              <a:rPr dirty="0"/>
              <a:t>        "Prompts that define how prompts should behave",</a:t>
            </a:r>
          </a:p>
          <a:p>
            <a:r>
              <a:rPr dirty="0"/>
              <a:t>        "Controls reasoning, format, and validation",</a:t>
            </a:r>
          </a:p>
          <a:p>
            <a:r>
              <a:rPr dirty="0"/>
              <a:t>        "Used to enforce consistency",</a:t>
            </a:r>
          </a:p>
          <a:p>
            <a:r>
              <a:rPr dirty="0"/>
              <a:t>        "Critical for production systems"</a:t>
            </a:r>
          </a:p>
          <a:p>
            <a:r>
              <a:rPr dirty="0"/>
              <a:t>    ]</a:t>
            </a:r>
          </a:p>
          <a:p>
            <a:r>
              <a:rPr dirty="0"/>
              <a:t>)</a:t>
            </a:r>
          </a:p>
          <a:p>
            <a:endParaRPr dirty="0"/>
          </a:p>
          <a:p>
            <a:r>
              <a:rPr dirty="0"/>
              <a:t># 18. RAG introduction</a:t>
            </a:r>
          </a:p>
          <a:p>
            <a:r>
              <a:rPr dirty="0" err="1"/>
              <a:t>add_slide</a:t>
            </a:r>
            <a:r>
              <a:rPr dirty="0"/>
              <a:t>(</a:t>
            </a:r>
          </a:p>
          <a:p>
            <a:r>
              <a:rPr dirty="0"/>
              <a:t>    "Retrieval-Augmented Generation (RAG)",</a:t>
            </a:r>
          </a:p>
          <a:p>
            <a:r>
              <a:rPr dirty="0"/>
              <a:t>    [</a:t>
            </a:r>
          </a:p>
          <a:p>
            <a:r>
              <a:rPr dirty="0"/>
              <a:t>        "LLM restricted to retrieved document chunks",</a:t>
            </a:r>
          </a:p>
          <a:p>
            <a:r>
              <a:rPr dirty="0"/>
              <a:t>        "Reduces hallucination",</a:t>
            </a:r>
          </a:p>
          <a:p>
            <a:r>
              <a:rPr dirty="0"/>
              <a:t>        "Improves factual grounding",</a:t>
            </a:r>
          </a:p>
          <a:p>
            <a:r>
              <a:rPr dirty="0"/>
              <a:t>        "Core component of pipeline"</a:t>
            </a:r>
          </a:p>
          <a:p>
            <a:r>
              <a:rPr dirty="0"/>
              <a:t>    ]</a:t>
            </a:r>
          </a:p>
          <a:p>
            <a:r>
              <a:rPr dirty="0"/>
              <a:t>)</a:t>
            </a:r>
          </a:p>
          <a:p>
            <a:endParaRPr dirty="0"/>
          </a:p>
          <a:p>
            <a:r>
              <a:rPr dirty="0"/>
              <a:t># 19. </a:t>
            </a:r>
            <a:r>
              <a:rPr dirty="0" err="1"/>
              <a:t>LangGraph</a:t>
            </a:r>
            <a:r>
              <a:rPr dirty="0"/>
              <a:t> pipeline</a:t>
            </a:r>
          </a:p>
          <a:p>
            <a:r>
              <a:rPr dirty="0" err="1"/>
              <a:t>add_slide</a:t>
            </a:r>
            <a:r>
              <a:rPr dirty="0"/>
              <a:t>(</a:t>
            </a:r>
          </a:p>
          <a:p>
            <a:r>
              <a:rPr dirty="0"/>
              <a:t>    "</a:t>
            </a:r>
            <a:r>
              <a:rPr dirty="0" err="1"/>
              <a:t>LangGraph</a:t>
            </a:r>
            <a:r>
              <a:rPr dirty="0"/>
              <a:t> Agentic Pipeline",</a:t>
            </a:r>
          </a:p>
          <a:p>
            <a:r>
              <a:rPr dirty="0"/>
              <a:t>    [</a:t>
            </a:r>
          </a:p>
          <a:p>
            <a:r>
              <a:rPr dirty="0"/>
              <a:t>        "Query generation",</a:t>
            </a:r>
          </a:p>
          <a:p>
            <a:r>
              <a:rPr dirty="0"/>
              <a:t>        "Evidence retrieval",</a:t>
            </a:r>
          </a:p>
          <a:p>
            <a:r>
              <a:rPr dirty="0"/>
              <a:t>        "Evidence grading",</a:t>
            </a:r>
          </a:p>
          <a:p>
            <a:r>
              <a:rPr dirty="0"/>
              <a:t>        "Validation decision",</a:t>
            </a:r>
          </a:p>
          <a:p>
            <a:r>
              <a:rPr dirty="0"/>
              <a:t>        "Iterative query refinement"</a:t>
            </a:r>
          </a:p>
          <a:p>
            <a:r>
              <a:rPr dirty="0"/>
              <a:t>    ]</a:t>
            </a:r>
          </a:p>
          <a:p>
            <a:r>
              <a:rPr dirty="0"/>
              <a:t>)</a:t>
            </a:r>
          </a:p>
          <a:p>
            <a:endParaRPr dirty="0"/>
          </a:p>
          <a:p>
            <a:r>
              <a:rPr dirty="0"/>
              <a:t># 20. Knowledge graph</a:t>
            </a:r>
          </a:p>
          <a:p>
            <a:r>
              <a:rPr dirty="0" err="1"/>
              <a:t>add_slide</a:t>
            </a:r>
            <a:r>
              <a:rPr dirty="0"/>
              <a:t>(</a:t>
            </a:r>
          </a:p>
          <a:p>
            <a:r>
              <a:rPr dirty="0"/>
              <a:t>    "Knowledge Graph Layer",</a:t>
            </a:r>
          </a:p>
          <a:p>
            <a:r>
              <a:rPr dirty="0"/>
              <a:t>    [</a:t>
            </a:r>
          </a:p>
          <a:p>
            <a:r>
              <a:rPr dirty="0"/>
              <a:t>        "Nodes: patient, features, observations, evidence",</a:t>
            </a:r>
          </a:p>
          <a:p>
            <a:r>
              <a:rPr dirty="0"/>
              <a:t>        "Edges connect evidence to extracted features",</a:t>
            </a:r>
          </a:p>
          <a:p>
            <a:r>
              <a:rPr dirty="0"/>
              <a:t>        "Used for validation and hallucination detection",</a:t>
            </a:r>
          </a:p>
          <a:p>
            <a:r>
              <a:rPr dirty="0"/>
              <a:t>        "Supports agentic reasoning"</a:t>
            </a:r>
          </a:p>
          <a:p>
            <a:r>
              <a:rPr dirty="0"/>
              <a:t>    ]</a:t>
            </a:r>
          </a:p>
          <a:p>
            <a:r>
              <a:rPr dirty="0"/>
              <a:t>)</a:t>
            </a:r>
          </a:p>
          <a:p>
            <a:endParaRPr dirty="0"/>
          </a:p>
          <a:p>
            <a:r>
              <a:rPr dirty="0"/>
              <a:t># 21. Fabrication detection</a:t>
            </a:r>
          </a:p>
          <a:p>
            <a:r>
              <a:rPr dirty="0" err="1"/>
              <a:t>add_slide</a:t>
            </a:r>
            <a:r>
              <a:rPr dirty="0"/>
              <a:t>(</a:t>
            </a:r>
          </a:p>
          <a:p>
            <a:r>
              <a:rPr dirty="0"/>
              <a:t>    "Fabrication Detection",</a:t>
            </a:r>
          </a:p>
          <a:p>
            <a:r>
              <a:rPr dirty="0"/>
              <a:t>    [</a:t>
            </a:r>
          </a:p>
          <a:p>
            <a:r>
              <a:rPr dirty="0"/>
              <a:t>        "Compare LLM output vs source evidence",</a:t>
            </a:r>
          </a:p>
          <a:p>
            <a:r>
              <a:rPr dirty="0"/>
              <a:t>        "Flag unsupported claims",</a:t>
            </a:r>
          </a:p>
          <a:p>
            <a:r>
              <a:rPr dirty="0"/>
              <a:t>        "Classify: correct, fabrication, omission, uncertain",</a:t>
            </a:r>
          </a:p>
          <a:p>
            <a:r>
              <a:rPr dirty="0"/>
              <a:t>        "Generate corrected outputs"</a:t>
            </a:r>
          </a:p>
          <a:p>
            <a:r>
              <a:rPr dirty="0"/>
              <a:t>    ]</a:t>
            </a:r>
          </a:p>
          <a:p>
            <a:r>
              <a:rPr dirty="0"/>
              <a:t>)</a:t>
            </a:r>
          </a:p>
          <a:p>
            <a:endParaRPr dirty="0"/>
          </a:p>
          <a:p>
            <a:r>
              <a:rPr dirty="0"/>
              <a:t># 22. Self-consistency metric (image slide)</a:t>
            </a:r>
          </a:p>
          <a:p>
            <a:r>
              <a:rPr dirty="0" err="1"/>
              <a:t>slide_layout</a:t>
            </a:r>
            <a:r>
              <a:rPr dirty="0"/>
              <a:t> = </a:t>
            </a:r>
            <a:r>
              <a:rPr dirty="0" err="1"/>
              <a:t>prs.slide_layouts</a:t>
            </a:r>
            <a:r>
              <a:rPr dirty="0"/>
              <a:t>[5]</a:t>
            </a:r>
          </a:p>
          <a:p>
            <a:r>
              <a:rPr dirty="0"/>
              <a:t>slide = </a:t>
            </a:r>
            <a:r>
              <a:rPr dirty="0" err="1"/>
              <a:t>prs.slides.add_slide</a:t>
            </a:r>
            <a:r>
              <a:rPr dirty="0"/>
              <a:t>(</a:t>
            </a:r>
            <a:r>
              <a:rPr dirty="0" err="1"/>
              <a:t>slide_layout</a:t>
            </a:r>
            <a:r>
              <a:rPr dirty="0"/>
              <a:t>)</a:t>
            </a:r>
          </a:p>
          <a:p>
            <a:r>
              <a:rPr dirty="0" err="1"/>
              <a:t>slide.shapes.title.text</a:t>
            </a:r>
            <a:r>
              <a:rPr dirty="0"/>
              <a:t> = "Self-Consistency &amp; Reproducibility"</a:t>
            </a:r>
          </a:p>
          <a:p>
            <a:endParaRPr dirty="0"/>
          </a:p>
          <a:p>
            <a:r>
              <a:rPr dirty="0" err="1"/>
              <a:t>img_path</a:t>
            </a:r>
            <a:r>
              <a:rPr dirty="0"/>
              <a:t> = "/</a:t>
            </a:r>
            <a:r>
              <a:rPr dirty="0" err="1"/>
              <a:t>mnt</a:t>
            </a:r>
            <a:r>
              <a:rPr dirty="0"/>
              <a:t>/data/51ce234e-ae92-4f08-9e2d-9a1f7d769c22.png"</a:t>
            </a:r>
          </a:p>
          <a:p>
            <a:r>
              <a:rPr dirty="0" err="1"/>
              <a:t>slide.shapes.add_picture</a:t>
            </a:r>
            <a:r>
              <a:rPr dirty="0"/>
              <a:t>(</a:t>
            </a:r>
            <a:r>
              <a:rPr dirty="0" err="1"/>
              <a:t>img_path</a:t>
            </a:r>
            <a:r>
              <a:rPr dirty="0"/>
              <a:t>, Inches(1), Inches(1.5), width=Inches(6))</a:t>
            </a:r>
          </a:p>
          <a:p>
            <a:endParaRPr dirty="0"/>
          </a:p>
          <a:p>
            <a:r>
              <a:rPr dirty="0"/>
              <a:t># 23. Explanation slide</a:t>
            </a:r>
          </a:p>
          <a:p>
            <a:r>
              <a:rPr dirty="0" err="1"/>
              <a:t>add_slide</a:t>
            </a:r>
            <a:r>
              <a:rPr dirty="0"/>
              <a:t>(</a:t>
            </a:r>
          </a:p>
          <a:p>
            <a:r>
              <a:rPr dirty="0"/>
              <a:t>    "Why Self-Consistency?",</a:t>
            </a:r>
          </a:p>
          <a:p>
            <a:r>
              <a:rPr dirty="0"/>
              <a:t>    [</a:t>
            </a:r>
          </a:p>
          <a:p>
            <a:r>
              <a:rPr dirty="0"/>
              <a:t>        "LLM outputs vary across runs",</a:t>
            </a:r>
          </a:p>
          <a:p>
            <a:r>
              <a:rPr dirty="0"/>
              <a:t>        "Multiple iterations needed for reliability",</a:t>
            </a:r>
          </a:p>
          <a:p>
            <a:r>
              <a:rPr dirty="0"/>
              <a:t>        "≥5 runs per case improves stability",</a:t>
            </a:r>
          </a:p>
          <a:p>
            <a:r>
              <a:rPr dirty="0"/>
              <a:t>        "Measure agreement across outputs"</a:t>
            </a:r>
          </a:p>
          <a:p>
            <a:r>
              <a:rPr dirty="0"/>
              <a:t>    ]</a:t>
            </a:r>
          </a:p>
          <a:p>
            <a:r>
              <a:rPr dirty="0"/>
              <a:t>)</a:t>
            </a:r>
          </a:p>
          <a:p>
            <a:endParaRPr dirty="0"/>
          </a:p>
          <a:p>
            <a:r>
              <a:rPr dirty="0"/>
              <a:t># 24. HCAT safety metrics</a:t>
            </a:r>
          </a:p>
          <a:p>
            <a:r>
              <a:rPr dirty="0" err="1"/>
              <a:t>add_slide</a:t>
            </a:r>
            <a:r>
              <a:rPr dirty="0"/>
              <a:t>(</a:t>
            </a:r>
          </a:p>
          <a:p>
            <a:r>
              <a:rPr dirty="0"/>
              <a:t>    "HCAT Safety Metrics",</a:t>
            </a:r>
          </a:p>
          <a:p>
            <a:r>
              <a:rPr dirty="0"/>
              <a:t>    [</a:t>
            </a:r>
          </a:p>
          <a:p>
            <a:r>
              <a:rPr dirty="0"/>
              <a:t>        "Measure residual PHI risk after deidentification",</a:t>
            </a:r>
          </a:p>
          <a:p>
            <a:r>
              <a:rPr dirty="0"/>
              <a:t>        "PHI recall, precision, F1",</a:t>
            </a:r>
          </a:p>
          <a:p>
            <a:r>
              <a:rPr dirty="0"/>
              <a:t>        "False negative rate (critical safety metric)",</a:t>
            </a:r>
          </a:p>
          <a:p>
            <a:r>
              <a:rPr dirty="0"/>
              <a:t>        "Residual PHI risk score"</a:t>
            </a:r>
          </a:p>
          <a:p>
            <a:r>
              <a:rPr dirty="0"/>
              <a:t>    ]</a:t>
            </a:r>
          </a:p>
          <a:p>
            <a:r>
              <a:rPr dirty="0"/>
              <a:t>)</a:t>
            </a:r>
          </a:p>
          <a:p>
            <a:endParaRPr dirty="0"/>
          </a:p>
          <a:p>
            <a:r>
              <a:rPr dirty="0"/>
              <a:t># 25. Safety importance</a:t>
            </a:r>
          </a:p>
          <a:p>
            <a:r>
              <a:rPr dirty="0" err="1"/>
              <a:t>add_slide</a:t>
            </a:r>
            <a:r>
              <a:rPr dirty="0"/>
              <a:t>(</a:t>
            </a:r>
          </a:p>
          <a:p>
            <a:r>
              <a:rPr dirty="0"/>
              <a:t>    "Why Safety Matters",</a:t>
            </a:r>
          </a:p>
          <a:p>
            <a:r>
              <a:rPr dirty="0"/>
              <a:t>    [</a:t>
            </a:r>
          </a:p>
          <a:p>
            <a:r>
              <a:rPr dirty="0"/>
              <a:t>        "Clinical data must remain de-identified",</a:t>
            </a:r>
          </a:p>
          <a:p>
            <a:r>
              <a:rPr dirty="0"/>
              <a:t>        "Prevent PHI leakage",</a:t>
            </a:r>
          </a:p>
          <a:p>
            <a:r>
              <a:rPr dirty="0"/>
              <a:t>        "Ensure HIPAA compliance",</a:t>
            </a:r>
          </a:p>
          <a:p>
            <a:r>
              <a:rPr dirty="0"/>
              <a:t>        "Quantify risk using HCAT framework"</a:t>
            </a:r>
          </a:p>
          <a:p>
            <a:r>
              <a:rPr dirty="0"/>
              <a:t>    ]</a:t>
            </a:r>
          </a:p>
          <a:p>
            <a:r>
              <a:rPr dirty="0"/>
              <a:t>)</a:t>
            </a:r>
          </a:p>
          <a:p>
            <a:endParaRPr dirty="0"/>
          </a:p>
          <a:p>
            <a:r>
              <a:rPr dirty="0"/>
              <a:t># 26. Full pipeline</a:t>
            </a:r>
          </a:p>
          <a:p>
            <a:r>
              <a:rPr dirty="0" err="1"/>
              <a:t>add_slide</a:t>
            </a:r>
            <a:r>
              <a:rPr dirty="0"/>
              <a:t>(</a:t>
            </a:r>
          </a:p>
          <a:p>
            <a:r>
              <a:rPr dirty="0"/>
              <a:t>    "End-to-End Pipeline",</a:t>
            </a:r>
          </a:p>
          <a:p>
            <a:r>
              <a:rPr dirty="0"/>
              <a:t>    [</a:t>
            </a:r>
          </a:p>
          <a:p>
            <a:r>
              <a:rPr dirty="0"/>
              <a:t>        "OCR + deidentification",</a:t>
            </a:r>
          </a:p>
          <a:p>
            <a:r>
              <a:rPr dirty="0"/>
              <a:t>        "LLM extraction (prompt variants)",</a:t>
            </a:r>
          </a:p>
          <a:p>
            <a:r>
              <a:rPr dirty="0"/>
              <a:t>        "Human validation",</a:t>
            </a:r>
          </a:p>
          <a:p>
            <a:r>
              <a:rPr dirty="0"/>
              <a:t>        "Metric computation",</a:t>
            </a:r>
          </a:p>
          <a:p>
            <a:r>
              <a:rPr dirty="0"/>
              <a:t>        "RAG-based validation layer"</a:t>
            </a:r>
          </a:p>
          <a:p>
            <a:r>
              <a:rPr dirty="0"/>
              <a:t>    ]</a:t>
            </a:r>
          </a:p>
          <a:p>
            <a:r>
              <a:rPr dirty="0"/>
              <a:t>)</a:t>
            </a:r>
          </a:p>
          <a:p>
            <a:endParaRPr dirty="0"/>
          </a:p>
          <a:p>
            <a:r>
              <a:rPr dirty="0"/>
              <a:t># 27. Contributions</a:t>
            </a:r>
          </a:p>
          <a:p>
            <a:r>
              <a:rPr dirty="0" err="1"/>
              <a:t>add_slide</a:t>
            </a:r>
            <a:r>
              <a:rPr dirty="0"/>
              <a:t>(</a:t>
            </a:r>
          </a:p>
          <a:p>
            <a:r>
              <a:rPr dirty="0"/>
              <a:t>    "Key Contributions",</a:t>
            </a:r>
          </a:p>
          <a:p>
            <a:r>
              <a:rPr dirty="0"/>
              <a:t>    [</a:t>
            </a:r>
          </a:p>
          <a:p>
            <a:r>
              <a:rPr dirty="0"/>
              <a:t>        "Clinical evaluation of LLM summarization",</a:t>
            </a:r>
          </a:p>
          <a:p>
            <a:r>
              <a:rPr dirty="0"/>
              <a:t>        "Fabrication-focused safety analysis",</a:t>
            </a:r>
          </a:p>
          <a:p>
            <a:r>
              <a:rPr dirty="0"/>
              <a:t>        "Prompt optimization framework",</a:t>
            </a:r>
          </a:p>
          <a:p>
            <a:r>
              <a:rPr dirty="0"/>
              <a:t>        "Production monitoring strategy"</a:t>
            </a:r>
          </a:p>
          <a:p>
            <a:r>
              <a:rPr dirty="0"/>
              <a:t>    ]</a:t>
            </a:r>
          </a:p>
          <a:p>
            <a:r>
              <a:rPr dirty="0"/>
              <a:t>)</a:t>
            </a:r>
          </a:p>
          <a:p>
            <a:endParaRPr dirty="0"/>
          </a:p>
          <a:p>
            <a:r>
              <a:rPr dirty="0"/>
              <a:t># Save</a:t>
            </a:r>
          </a:p>
          <a:p>
            <a:r>
              <a:rPr dirty="0" err="1"/>
              <a:t>file_path</a:t>
            </a:r>
            <a:r>
              <a:rPr dirty="0"/>
              <a:t> = "/</a:t>
            </a:r>
            <a:r>
              <a:rPr dirty="0" err="1"/>
              <a:t>mnt</a:t>
            </a:r>
            <a:r>
              <a:rPr dirty="0"/>
              <a:t>/data/llm_prompt_engineering_breast_cancer_v2.pptx"</a:t>
            </a:r>
          </a:p>
          <a:p>
            <a:r>
              <a:rPr dirty="0" err="1"/>
              <a:t>prs.save</a:t>
            </a:r>
            <a:r>
              <a:rPr dirty="0"/>
              <a:t>(</a:t>
            </a:r>
            <a:r>
              <a:rPr dirty="0" err="1"/>
              <a:t>file_path</a:t>
            </a:r>
            <a:r>
              <a:rPr dirty="0"/>
              <a:t>)</a:t>
            </a:r>
          </a:p>
          <a:p>
            <a:endParaRPr dirty="0"/>
          </a:p>
          <a:p>
            <a:r>
              <a:rPr dirty="0" err="1"/>
              <a:t>file_path</a:t>
            </a:r>
            <a:endParaRPr dirty="0"/>
          </a:p>
          <a:p>
            <a:endParaRPr dirty="0"/>
          </a:p>
          <a:p>
            <a:r>
              <a:rPr dirty="0"/>
              <a:t>Meta-prompting: A higher-order prompting strategy where the model is instructed on how to reason, structure outputs, and validate responses.</a:t>
            </a:r>
          </a:p>
          <a:p>
            <a:r>
              <a:rPr dirty="0"/>
              <a:t>Uses task-agnostic scaffolding to generalize across tasks.</a:t>
            </a:r>
          </a:p>
          <a:p>
            <a:r>
              <a:rPr dirty="0"/>
              <a:t>Improves consistency, reasoning reliability, and reduces hallucination.</a:t>
            </a:r>
          </a:p>
          <a:p>
            <a:r>
              <a:rPr dirty="0"/>
              <a:t>In this project: meta-prompts enforce evidence grounding, structured JSON outputs, and anti-fabrication rules.</a:t>
            </a:r>
          </a:p>
          <a:p>
            <a:r>
              <a:rPr dirty="0"/>
              <a:t>Acts as a control layer over base prompts rather than task-specific tuning.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F9CB4-3302-0D59-3416-238190F8D6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9B03FE-261B-C16B-434E-F645283CA4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471129-6952-95B5-8ABF-5B3AD6FE00F9}"/>
              </a:ext>
            </a:extLst>
          </p:cNvPr>
          <p:cNvSpPr>
            <a:spLocks noGrp="1"/>
          </p:cNvSpPr>
          <p:nvPr>
            <p:ph type="body" idx="1"/>
          </p:nvPr>
        </p:nvSpPr>
        <p:spPr/>
        <p:txBody>
          <a:bodyPr/>
          <a:lstStyle/>
          <a:p>
            <a:r>
              <a:rPr lang="en-US" dirty="0"/>
              <a:t>While automated metrics such as BLEU and ROUGE provide reproducible comparisons, they do not fully capture clinically meaningful correctness or completeness. This limitation reflects a broader challenge in clinical NLP, where gold standards for summarization quality remain an active area of research.</a:t>
            </a:r>
          </a:p>
        </p:txBody>
      </p:sp>
      <p:sp>
        <p:nvSpPr>
          <p:cNvPr id="4" name="Slide Number Placeholder 3">
            <a:extLst>
              <a:ext uri="{FF2B5EF4-FFF2-40B4-BE49-F238E27FC236}">
                <a16:creationId xmlns:a16="http://schemas.microsoft.com/office/drawing/2014/main" id="{FDC96D7F-BD78-7B9B-2078-06CEA1855CFE}"/>
              </a:ext>
            </a:extLst>
          </p:cNvPr>
          <p:cNvSpPr>
            <a:spLocks noGrp="1"/>
          </p:cNvSpPr>
          <p:nvPr>
            <p:ph type="sldNum" sz="quarter" idx="5"/>
          </p:nvPr>
        </p:nvSpPr>
        <p:spPr/>
        <p:txBody>
          <a:bodyPr/>
          <a:lstStyle/>
          <a:p>
            <a:fld id="{B2635306-B3B1-A944-A64E-0A77BF937900}" type="slidenum">
              <a:rPr lang="en-US" smtClean="0"/>
              <a:t>19</a:t>
            </a:fld>
            <a:endParaRPr lang="en-US"/>
          </a:p>
        </p:txBody>
      </p:sp>
    </p:spTree>
    <p:extLst>
      <p:ext uri="{BB962C8B-B14F-4D97-AF65-F5344CB8AC3E}">
        <p14:creationId xmlns:p14="http://schemas.microsoft.com/office/powerpoint/2010/main" val="29439638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8F26E-8926-7BBF-D924-A315C81D91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50B80B-A04C-2E30-C7D2-ED9D8474D8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528B00-8D26-C1AE-5825-8127EC55E864}"/>
              </a:ext>
            </a:extLst>
          </p:cNvPr>
          <p:cNvSpPr>
            <a:spLocks noGrp="1"/>
          </p:cNvSpPr>
          <p:nvPr>
            <p:ph type="body" idx="1"/>
          </p:nvPr>
        </p:nvSpPr>
        <p:spPr/>
        <p:txBody>
          <a:bodyPr/>
          <a:lstStyle/>
          <a:p>
            <a:r>
              <a:rPr lang="en-US" dirty="0"/>
              <a:t>This tool is intended as a clinical support system. Even with validation, it does not replace provider review, and key oncologic details must always be verified. Importantly, we view preservation of staff competency and workflow resilience as ethical requirements, not optional safeguards</a:t>
            </a:r>
          </a:p>
        </p:txBody>
      </p:sp>
      <p:sp>
        <p:nvSpPr>
          <p:cNvPr id="4" name="Slide Number Placeholder 3">
            <a:extLst>
              <a:ext uri="{FF2B5EF4-FFF2-40B4-BE49-F238E27FC236}">
                <a16:creationId xmlns:a16="http://schemas.microsoft.com/office/drawing/2014/main" id="{5EB4A030-AC72-137F-7A91-B38545CB0553}"/>
              </a:ext>
            </a:extLst>
          </p:cNvPr>
          <p:cNvSpPr>
            <a:spLocks noGrp="1"/>
          </p:cNvSpPr>
          <p:nvPr>
            <p:ph type="sldNum" sz="quarter" idx="5"/>
          </p:nvPr>
        </p:nvSpPr>
        <p:spPr/>
        <p:txBody>
          <a:bodyPr/>
          <a:lstStyle/>
          <a:p>
            <a:fld id="{B2635306-B3B1-A944-A64E-0A77BF937900}" type="slidenum">
              <a:rPr lang="en-US" smtClean="0"/>
              <a:t>20</a:t>
            </a:fld>
            <a:endParaRPr lang="en-US"/>
          </a:p>
        </p:txBody>
      </p:sp>
    </p:spTree>
    <p:extLst>
      <p:ext uri="{BB962C8B-B14F-4D97-AF65-F5344CB8AC3E}">
        <p14:creationId xmlns:p14="http://schemas.microsoft.com/office/powerpoint/2010/main" val="23525006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Slide">
    <p:spTree>
      <p:nvGrpSpPr>
        <p:cNvPr id="1" name=""/>
        <p:cNvGrpSpPr/>
        <p:nvPr/>
      </p:nvGrpSpPr>
      <p:grpSpPr>
        <a:xfrm>
          <a:off x="0" y="0"/>
          <a:ext cx="0" cy="0"/>
          <a:chOff x="0" y="0"/>
          <a:chExt cx="0" cy="0"/>
        </a:xfrm>
      </p:grpSpPr>
      <p:pic>
        <p:nvPicPr>
          <p:cNvPr id="10" name="Graphic 9">
            <a:extLst>
              <a:ext uri="{FF2B5EF4-FFF2-40B4-BE49-F238E27FC236}">
                <a16:creationId xmlns:a16="http://schemas.microsoft.com/office/drawing/2014/main" id="{C5E47407-2EC8-524C-85CD-E0BC1A1C8F1D}"/>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504825" y="5582378"/>
            <a:ext cx="3505199" cy="738781"/>
          </a:xfrm>
          <a:prstGeom prst="rect">
            <a:avLst/>
          </a:prstGeom>
        </p:spPr>
      </p:pic>
      <p:sp>
        <p:nvSpPr>
          <p:cNvPr id="7" name="Footer Placeholder 6">
            <a:extLst>
              <a:ext uri="{FF2B5EF4-FFF2-40B4-BE49-F238E27FC236}">
                <a16:creationId xmlns:a16="http://schemas.microsoft.com/office/drawing/2014/main" id="{739AB803-A532-384B-A53A-B6D4C36E506C}"/>
              </a:ext>
            </a:extLst>
          </p:cNvPr>
          <p:cNvSpPr>
            <a:spLocks noGrp="1"/>
          </p:cNvSpPr>
          <p:nvPr>
            <p:ph type="ftr" sz="quarter" idx="14"/>
          </p:nvPr>
        </p:nvSpPr>
        <p:spPr/>
        <p:txBody>
          <a:bodyPr/>
          <a:lstStyle/>
          <a:p>
            <a:r>
              <a:rPr lang="en-US"/>
              <a:t>MSK Confidential — do not distribute</a:t>
            </a:r>
          </a:p>
        </p:txBody>
      </p:sp>
      <p:sp>
        <p:nvSpPr>
          <p:cNvPr id="2" name="Title 1"/>
          <p:cNvSpPr>
            <a:spLocks noGrp="1"/>
          </p:cNvSpPr>
          <p:nvPr>
            <p:ph type="ctrTitle" hasCustomPrompt="1"/>
          </p:nvPr>
        </p:nvSpPr>
        <p:spPr>
          <a:xfrm>
            <a:off x="504825" y="1920241"/>
            <a:ext cx="7419975" cy="1508760"/>
          </a:xfrm>
        </p:spPr>
        <p:txBody>
          <a:bodyPr vert="horz" anchor="t"/>
          <a:lstStyle>
            <a:lvl1pPr algn="l">
              <a:defRPr sz="4800" b="1">
                <a:solidFill>
                  <a:schemeClr val="tx1"/>
                </a:solidFill>
              </a:defRPr>
            </a:lvl1pPr>
          </a:lstStyle>
          <a:p>
            <a:r>
              <a:rPr lang="en-US" dirty="0"/>
              <a:t>Click to add </a:t>
            </a:r>
            <a:br>
              <a:rPr lang="en-US" dirty="0"/>
            </a:br>
            <a:r>
              <a:rPr lang="en-US" dirty="0"/>
              <a:t>presentation title</a:t>
            </a:r>
          </a:p>
        </p:txBody>
      </p:sp>
      <p:sp>
        <p:nvSpPr>
          <p:cNvPr id="6" name="Text Placeholder 5">
            <a:extLst>
              <a:ext uri="{FF2B5EF4-FFF2-40B4-BE49-F238E27FC236}">
                <a16:creationId xmlns:a16="http://schemas.microsoft.com/office/drawing/2014/main" id="{1DA2E778-C602-5B40-8E0C-1BAE808E3694}"/>
              </a:ext>
            </a:extLst>
          </p:cNvPr>
          <p:cNvSpPr>
            <a:spLocks noGrp="1"/>
          </p:cNvSpPr>
          <p:nvPr>
            <p:ph type="body" sz="quarter" idx="12" hasCustomPrompt="1"/>
          </p:nvPr>
        </p:nvSpPr>
        <p:spPr>
          <a:xfrm>
            <a:off x="504825" y="4389120"/>
            <a:ext cx="3505201" cy="457200"/>
          </a:xfrm>
        </p:spPr>
        <p:txBody>
          <a:bodyPr/>
          <a:lstStyle>
            <a:lvl1pPr>
              <a:defRPr sz="1400">
                <a:solidFill>
                  <a:schemeClr val="accent1"/>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Month 00, 20XX</a:t>
            </a:r>
          </a:p>
        </p:txBody>
      </p:sp>
      <p:sp>
        <p:nvSpPr>
          <p:cNvPr id="12" name="Text Placeholder 5">
            <a:extLst>
              <a:ext uri="{FF2B5EF4-FFF2-40B4-BE49-F238E27FC236}">
                <a16:creationId xmlns:a16="http://schemas.microsoft.com/office/drawing/2014/main" id="{5A9A0FEB-2318-1E41-A04B-A702497639C9}"/>
              </a:ext>
            </a:extLst>
          </p:cNvPr>
          <p:cNvSpPr>
            <a:spLocks noGrp="1"/>
          </p:cNvSpPr>
          <p:nvPr>
            <p:ph type="body" sz="quarter" idx="13" hasCustomPrompt="1"/>
          </p:nvPr>
        </p:nvSpPr>
        <p:spPr>
          <a:xfrm>
            <a:off x="504823" y="3566160"/>
            <a:ext cx="7419975" cy="549249"/>
          </a:xfrm>
        </p:spPr>
        <p:txBody>
          <a:bodyPr/>
          <a:lstStyle>
            <a:lvl1pPr>
              <a:defRPr sz="3200">
                <a:solidFill>
                  <a:schemeClr val="accent1"/>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Click to add subtitle</a:t>
            </a:r>
          </a:p>
        </p:txBody>
      </p:sp>
    </p:spTree>
    <p:extLst>
      <p:ext uri="{BB962C8B-B14F-4D97-AF65-F5344CB8AC3E}">
        <p14:creationId xmlns:p14="http://schemas.microsoft.com/office/powerpoint/2010/main" val="30041706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Title Slide 1/2 Imag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FA598385-0BD4-9F42-BC78-15B2A6F6CFA4}"/>
              </a:ext>
            </a:extLst>
          </p:cNvPr>
          <p:cNvSpPr>
            <a:spLocks noGrp="1"/>
          </p:cNvSpPr>
          <p:nvPr>
            <p:ph type="pic" sz="quarter" idx="11" hasCustomPrompt="1"/>
          </p:nvPr>
        </p:nvSpPr>
        <p:spPr>
          <a:xfrm>
            <a:off x="6096000" y="0"/>
            <a:ext cx="6096000" cy="6858000"/>
          </a:xfrm>
          <a:solidFill>
            <a:schemeClr val="bg1">
              <a:lumMod val="95000"/>
            </a:schemeClr>
          </a:solidFill>
        </p:spPr>
        <p:txBody>
          <a:bodyPr/>
          <a:lstStyle>
            <a:lvl1pPr algn="l">
              <a:defRPr sz="1200">
                <a:solidFill>
                  <a:srgbClr val="FF0000"/>
                </a:solidFill>
              </a:defRPr>
            </a:lvl1pPr>
          </a:lstStyle>
          <a:p>
            <a:r>
              <a:rPr lang="en-US" dirty="0"/>
              <a:t>Drag picture to placeholder or click icon to add</a:t>
            </a:r>
          </a:p>
        </p:txBody>
      </p:sp>
      <p:sp>
        <p:nvSpPr>
          <p:cNvPr id="22" name="Footer Placeholder 21">
            <a:extLst>
              <a:ext uri="{FF2B5EF4-FFF2-40B4-BE49-F238E27FC236}">
                <a16:creationId xmlns:a16="http://schemas.microsoft.com/office/drawing/2014/main" id="{7362EA3A-E7C3-1643-B148-AADECEDF26E4}"/>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pic>
        <p:nvPicPr>
          <p:cNvPr id="12" name="Graphic 11">
            <a:extLst>
              <a:ext uri="{FF2B5EF4-FFF2-40B4-BE49-F238E27FC236}">
                <a16:creationId xmlns:a16="http://schemas.microsoft.com/office/drawing/2014/main" id="{708A9BD9-B4C1-F761-F29D-1A29B1DDDC1E}"/>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504825" y="5582378"/>
            <a:ext cx="3505199" cy="738781"/>
          </a:xfrm>
          <a:prstGeom prst="rect">
            <a:avLst/>
          </a:prstGeom>
        </p:spPr>
      </p:pic>
      <p:sp>
        <p:nvSpPr>
          <p:cNvPr id="2" name="Title 1"/>
          <p:cNvSpPr>
            <a:spLocks noGrp="1"/>
          </p:cNvSpPr>
          <p:nvPr>
            <p:ph type="ctrTitle" hasCustomPrompt="1"/>
          </p:nvPr>
        </p:nvSpPr>
        <p:spPr>
          <a:xfrm>
            <a:off x="504826" y="1920240"/>
            <a:ext cx="5131970" cy="1508760"/>
          </a:xfrm>
        </p:spPr>
        <p:txBody>
          <a:bodyPr vert="horz" anchor="t"/>
          <a:lstStyle>
            <a:lvl1pPr algn="l">
              <a:defRPr sz="4800" b="1">
                <a:solidFill>
                  <a:schemeClr val="tx1"/>
                </a:solidFill>
              </a:defRPr>
            </a:lvl1pPr>
          </a:lstStyle>
          <a:p>
            <a:r>
              <a:rPr lang="en-US" dirty="0"/>
              <a:t>Click to add </a:t>
            </a:r>
            <a:br>
              <a:rPr lang="en-US" dirty="0"/>
            </a:br>
            <a:r>
              <a:rPr lang="en-US" dirty="0"/>
              <a:t>presentation title</a:t>
            </a:r>
          </a:p>
        </p:txBody>
      </p:sp>
      <p:sp>
        <p:nvSpPr>
          <p:cNvPr id="6" name="Text Placeholder 5">
            <a:extLst>
              <a:ext uri="{FF2B5EF4-FFF2-40B4-BE49-F238E27FC236}">
                <a16:creationId xmlns:a16="http://schemas.microsoft.com/office/drawing/2014/main" id="{1DA2E778-C602-5B40-8E0C-1BAE808E3694}"/>
              </a:ext>
            </a:extLst>
          </p:cNvPr>
          <p:cNvSpPr>
            <a:spLocks noGrp="1"/>
          </p:cNvSpPr>
          <p:nvPr>
            <p:ph type="body" sz="quarter" idx="12" hasCustomPrompt="1"/>
          </p:nvPr>
        </p:nvSpPr>
        <p:spPr>
          <a:xfrm>
            <a:off x="504825" y="4389120"/>
            <a:ext cx="3505201" cy="457200"/>
          </a:xfrm>
        </p:spPr>
        <p:txBody>
          <a:bodyPr/>
          <a:lstStyle>
            <a:lvl1pPr>
              <a:defRPr sz="1400">
                <a:solidFill>
                  <a:schemeClr val="accent1"/>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Month 00, 20XX</a:t>
            </a:r>
          </a:p>
        </p:txBody>
      </p:sp>
      <p:sp>
        <p:nvSpPr>
          <p:cNvPr id="11" name="Text Placeholder 5">
            <a:extLst>
              <a:ext uri="{FF2B5EF4-FFF2-40B4-BE49-F238E27FC236}">
                <a16:creationId xmlns:a16="http://schemas.microsoft.com/office/drawing/2014/main" id="{31B503BD-4158-2C40-9E38-005D18DF3C41}"/>
              </a:ext>
            </a:extLst>
          </p:cNvPr>
          <p:cNvSpPr>
            <a:spLocks noGrp="1"/>
          </p:cNvSpPr>
          <p:nvPr>
            <p:ph type="body" sz="quarter" idx="13" hasCustomPrompt="1"/>
          </p:nvPr>
        </p:nvSpPr>
        <p:spPr>
          <a:xfrm>
            <a:off x="504823" y="3566160"/>
            <a:ext cx="5131971" cy="549249"/>
          </a:xfrm>
        </p:spPr>
        <p:txBody>
          <a:bodyPr/>
          <a:lstStyle>
            <a:lvl1pPr>
              <a:defRPr sz="3200">
                <a:solidFill>
                  <a:schemeClr val="accent1"/>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Click to add subtitle</a:t>
            </a:r>
          </a:p>
        </p:txBody>
      </p:sp>
    </p:spTree>
    <p:extLst>
      <p:ext uri="{BB962C8B-B14F-4D97-AF65-F5344CB8AC3E}">
        <p14:creationId xmlns:p14="http://schemas.microsoft.com/office/powerpoint/2010/main" val="31023836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Slide Blue">
    <p:bg>
      <p:bgPr>
        <a:solidFill>
          <a:schemeClr val="tx1"/>
        </a:solidFill>
        <a:effectLst/>
      </p:bgPr>
    </p:bg>
    <p:spTree>
      <p:nvGrpSpPr>
        <p:cNvPr id="1" name=""/>
        <p:cNvGrpSpPr/>
        <p:nvPr/>
      </p:nvGrpSpPr>
      <p:grpSpPr>
        <a:xfrm>
          <a:off x="0" y="0"/>
          <a:ext cx="0" cy="0"/>
          <a:chOff x="0" y="0"/>
          <a:chExt cx="0" cy="0"/>
        </a:xfrm>
      </p:grpSpPr>
      <p:sp>
        <p:nvSpPr>
          <p:cNvPr id="22" name="Footer Placeholder 21">
            <a:extLst>
              <a:ext uri="{FF2B5EF4-FFF2-40B4-BE49-F238E27FC236}">
                <a16:creationId xmlns:a16="http://schemas.microsoft.com/office/drawing/2014/main" id="{7362EA3A-E7C3-1643-B148-AADECEDF26E4}"/>
              </a:ext>
            </a:extLst>
          </p:cNvPr>
          <p:cNvSpPr>
            <a:spLocks noGrp="1"/>
          </p:cNvSpPr>
          <p:nvPr>
            <p:ph type="ftr" sz="quarter" idx="10"/>
          </p:nvPr>
        </p:nvSpPr>
        <p:spPr/>
        <p:txBody>
          <a:bodyPr/>
          <a:lstStyle>
            <a:lvl1pPr>
              <a:defRPr>
                <a:solidFill>
                  <a:schemeClr val="bg1">
                    <a:lumMod val="75000"/>
                  </a:schemeClr>
                </a:solidFill>
                <a:latin typeface="+mn-lt"/>
              </a:defRPr>
            </a:lvl1pPr>
          </a:lstStyle>
          <a:p>
            <a:r>
              <a:rPr lang="en-US"/>
              <a:t>MSK Confidential — do not distribute</a:t>
            </a:r>
          </a:p>
        </p:txBody>
      </p:sp>
      <p:pic>
        <p:nvPicPr>
          <p:cNvPr id="7" name="Graphic 6">
            <a:extLst>
              <a:ext uri="{FF2B5EF4-FFF2-40B4-BE49-F238E27FC236}">
                <a16:creationId xmlns:a16="http://schemas.microsoft.com/office/drawing/2014/main" id="{83797639-85AF-C0C6-DA9C-14EA9296FC09}"/>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504825" y="5580496"/>
            <a:ext cx="3514129" cy="740664"/>
          </a:xfrm>
          <a:prstGeom prst="rect">
            <a:avLst/>
          </a:prstGeom>
        </p:spPr>
      </p:pic>
      <p:sp>
        <p:nvSpPr>
          <p:cNvPr id="2" name="Title 1"/>
          <p:cNvSpPr>
            <a:spLocks noGrp="1"/>
          </p:cNvSpPr>
          <p:nvPr>
            <p:ph type="ctrTitle" hasCustomPrompt="1"/>
          </p:nvPr>
        </p:nvSpPr>
        <p:spPr>
          <a:xfrm>
            <a:off x="504825" y="1920240"/>
            <a:ext cx="7419975" cy="1508760"/>
          </a:xfrm>
        </p:spPr>
        <p:txBody>
          <a:bodyPr vert="horz" anchor="t"/>
          <a:lstStyle>
            <a:lvl1pPr algn="l">
              <a:defRPr sz="4800" b="1">
                <a:solidFill>
                  <a:schemeClr val="bg1"/>
                </a:solidFill>
              </a:defRPr>
            </a:lvl1pPr>
          </a:lstStyle>
          <a:p>
            <a:r>
              <a:rPr lang="en-US" dirty="0"/>
              <a:t>Click to add </a:t>
            </a:r>
            <a:br>
              <a:rPr lang="en-US" dirty="0"/>
            </a:br>
            <a:r>
              <a:rPr lang="en-US" dirty="0"/>
              <a:t>presentation title</a:t>
            </a:r>
          </a:p>
        </p:txBody>
      </p:sp>
      <p:sp>
        <p:nvSpPr>
          <p:cNvPr id="6" name="Text Placeholder 5">
            <a:extLst>
              <a:ext uri="{FF2B5EF4-FFF2-40B4-BE49-F238E27FC236}">
                <a16:creationId xmlns:a16="http://schemas.microsoft.com/office/drawing/2014/main" id="{1DA2E778-C602-5B40-8E0C-1BAE808E3694}"/>
              </a:ext>
            </a:extLst>
          </p:cNvPr>
          <p:cNvSpPr>
            <a:spLocks noGrp="1"/>
          </p:cNvSpPr>
          <p:nvPr>
            <p:ph type="body" sz="quarter" idx="12" hasCustomPrompt="1"/>
          </p:nvPr>
        </p:nvSpPr>
        <p:spPr>
          <a:xfrm>
            <a:off x="504825" y="4389120"/>
            <a:ext cx="3505201" cy="457200"/>
          </a:xfrm>
        </p:spPr>
        <p:txBody>
          <a:bodyPr/>
          <a:lstStyle>
            <a:lvl1pPr>
              <a:defRPr sz="1400">
                <a:solidFill>
                  <a:schemeClr val="accent2"/>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Month 00, 20XX</a:t>
            </a:r>
          </a:p>
        </p:txBody>
      </p:sp>
      <p:sp>
        <p:nvSpPr>
          <p:cNvPr id="12" name="Text Placeholder 5">
            <a:extLst>
              <a:ext uri="{FF2B5EF4-FFF2-40B4-BE49-F238E27FC236}">
                <a16:creationId xmlns:a16="http://schemas.microsoft.com/office/drawing/2014/main" id="{E99B368D-17E0-1440-9448-41A42D5E6456}"/>
              </a:ext>
            </a:extLst>
          </p:cNvPr>
          <p:cNvSpPr>
            <a:spLocks noGrp="1"/>
          </p:cNvSpPr>
          <p:nvPr>
            <p:ph type="body" sz="quarter" idx="13" hasCustomPrompt="1"/>
          </p:nvPr>
        </p:nvSpPr>
        <p:spPr>
          <a:xfrm>
            <a:off x="504823" y="3566160"/>
            <a:ext cx="7419975" cy="549249"/>
          </a:xfrm>
        </p:spPr>
        <p:txBody>
          <a:bodyPr/>
          <a:lstStyle>
            <a:lvl1pPr>
              <a:defRPr sz="3200">
                <a:solidFill>
                  <a:schemeClr val="accent2"/>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Click to add subtitle</a:t>
            </a:r>
          </a:p>
        </p:txBody>
      </p:sp>
    </p:spTree>
    <p:extLst>
      <p:ext uri="{BB962C8B-B14F-4D97-AF65-F5344CB8AC3E}">
        <p14:creationId xmlns:p14="http://schemas.microsoft.com/office/powerpoint/2010/main" val="8551368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Slide Image">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FA598385-0BD4-9F42-BC78-15B2A6F6CFA4}"/>
              </a:ext>
            </a:extLst>
          </p:cNvPr>
          <p:cNvSpPr>
            <a:spLocks noGrp="1"/>
          </p:cNvSpPr>
          <p:nvPr>
            <p:ph type="pic" sz="quarter" idx="11"/>
          </p:nvPr>
        </p:nvSpPr>
        <p:spPr>
          <a:xfrm>
            <a:off x="0" y="0"/>
            <a:ext cx="12192000" cy="6858000"/>
          </a:xfrm>
          <a:noFill/>
        </p:spPr>
        <p:txBody>
          <a:bodyPr/>
          <a:lstStyle>
            <a:lvl1pPr algn="l">
              <a:defRPr sz="1200">
                <a:solidFill>
                  <a:schemeClr val="bg1"/>
                </a:solidFill>
              </a:defRPr>
            </a:lvl1pPr>
          </a:lstStyle>
          <a:p>
            <a:r>
              <a:rPr lang="en-US"/>
              <a:t>Click icon to add picture</a:t>
            </a:r>
            <a:endParaRPr lang="en-US" dirty="0"/>
          </a:p>
        </p:txBody>
      </p:sp>
      <p:pic>
        <p:nvPicPr>
          <p:cNvPr id="7" name="Graphic 6">
            <a:extLst>
              <a:ext uri="{FF2B5EF4-FFF2-40B4-BE49-F238E27FC236}">
                <a16:creationId xmlns:a16="http://schemas.microsoft.com/office/drawing/2014/main" id="{83797639-85AF-C0C6-DA9C-14EA9296FC09}"/>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504825" y="5580496"/>
            <a:ext cx="3514129" cy="740664"/>
          </a:xfrm>
          <a:prstGeom prst="rect">
            <a:avLst/>
          </a:prstGeom>
        </p:spPr>
      </p:pic>
      <p:sp>
        <p:nvSpPr>
          <p:cNvPr id="22" name="Footer Placeholder 21">
            <a:extLst>
              <a:ext uri="{FF2B5EF4-FFF2-40B4-BE49-F238E27FC236}">
                <a16:creationId xmlns:a16="http://schemas.microsoft.com/office/drawing/2014/main" id="{7362EA3A-E7C3-1643-B148-AADECEDF26E4}"/>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2" name="Title 1"/>
          <p:cNvSpPr>
            <a:spLocks noGrp="1"/>
          </p:cNvSpPr>
          <p:nvPr>
            <p:ph type="ctrTitle" hasCustomPrompt="1"/>
          </p:nvPr>
        </p:nvSpPr>
        <p:spPr>
          <a:xfrm>
            <a:off x="504825" y="1920240"/>
            <a:ext cx="7419975" cy="1508760"/>
          </a:xfrm>
        </p:spPr>
        <p:txBody>
          <a:bodyPr vert="horz" anchor="t"/>
          <a:lstStyle>
            <a:lvl1pPr algn="l">
              <a:defRPr sz="4800" b="1">
                <a:solidFill>
                  <a:schemeClr val="bg1"/>
                </a:solidFill>
              </a:defRPr>
            </a:lvl1pPr>
          </a:lstStyle>
          <a:p>
            <a:r>
              <a:rPr lang="en-US" dirty="0"/>
              <a:t>Click to add </a:t>
            </a:r>
            <a:br>
              <a:rPr lang="en-US" dirty="0"/>
            </a:br>
            <a:r>
              <a:rPr lang="en-US" dirty="0"/>
              <a:t>presentation title</a:t>
            </a:r>
          </a:p>
        </p:txBody>
      </p:sp>
      <p:sp>
        <p:nvSpPr>
          <p:cNvPr id="6" name="Text Placeholder 5">
            <a:extLst>
              <a:ext uri="{FF2B5EF4-FFF2-40B4-BE49-F238E27FC236}">
                <a16:creationId xmlns:a16="http://schemas.microsoft.com/office/drawing/2014/main" id="{1DA2E778-C602-5B40-8E0C-1BAE808E3694}"/>
              </a:ext>
            </a:extLst>
          </p:cNvPr>
          <p:cNvSpPr>
            <a:spLocks noGrp="1"/>
          </p:cNvSpPr>
          <p:nvPr>
            <p:ph type="body" sz="quarter" idx="12" hasCustomPrompt="1"/>
          </p:nvPr>
        </p:nvSpPr>
        <p:spPr>
          <a:xfrm>
            <a:off x="504825" y="4389120"/>
            <a:ext cx="3505201" cy="457200"/>
          </a:xfrm>
        </p:spPr>
        <p:txBody>
          <a:bodyPr/>
          <a:lstStyle>
            <a:lvl1pPr>
              <a:defRPr sz="1400">
                <a:solidFill>
                  <a:schemeClr val="accent2"/>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Month 00, 20XX</a:t>
            </a:r>
          </a:p>
        </p:txBody>
      </p:sp>
      <p:sp>
        <p:nvSpPr>
          <p:cNvPr id="12" name="Text Placeholder 5">
            <a:extLst>
              <a:ext uri="{FF2B5EF4-FFF2-40B4-BE49-F238E27FC236}">
                <a16:creationId xmlns:a16="http://schemas.microsoft.com/office/drawing/2014/main" id="{E99B368D-17E0-1440-9448-41A42D5E6456}"/>
              </a:ext>
            </a:extLst>
          </p:cNvPr>
          <p:cNvSpPr>
            <a:spLocks noGrp="1"/>
          </p:cNvSpPr>
          <p:nvPr>
            <p:ph type="body" sz="quarter" idx="13" hasCustomPrompt="1"/>
          </p:nvPr>
        </p:nvSpPr>
        <p:spPr>
          <a:xfrm>
            <a:off x="504823" y="3566160"/>
            <a:ext cx="7419975" cy="549249"/>
          </a:xfrm>
        </p:spPr>
        <p:txBody>
          <a:bodyPr/>
          <a:lstStyle>
            <a:lvl1pPr>
              <a:defRPr sz="3200">
                <a:solidFill>
                  <a:schemeClr val="accent2"/>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Click to add subtitle</a:t>
            </a:r>
          </a:p>
        </p:txBody>
      </p:sp>
    </p:spTree>
    <p:extLst>
      <p:ext uri="{BB962C8B-B14F-4D97-AF65-F5344CB8AC3E}">
        <p14:creationId xmlns:p14="http://schemas.microsoft.com/office/powerpoint/2010/main" val="4787998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Title Slide Blue 1/2 Image">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FA598385-0BD4-9F42-BC78-15B2A6F6CFA4}"/>
              </a:ext>
            </a:extLst>
          </p:cNvPr>
          <p:cNvSpPr>
            <a:spLocks noGrp="1"/>
          </p:cNvSpPr>
          <p:nvPr>
            <p:ph type="pic" sz="quarter" idx="11" hasCustomPrompt="1"/>
          </p:nvPr>
        </p:nvSpPr>
        <p:spPr>
          <a:xfrm>
            <a:off x="6096000" y="0"/>
            <a:ext cx="6096000" cy="6858000"/>
          </a:xfrm>
          <a:solidFill>
            <a:schemeClr val="bg1">
              <a:lumMod val="95000"/>
            </a:schemeClr>
          </a:solidFill>
        </p:spPr>
        <p:txBody>
          <a:bodyPr/>
          <a:lstStyle>
            <a:lvl1pPr algn="l">
              <a:defRPr sz="1200">
                <a:solidFill>
                  <a:srgbClr val="FF0000"/>
                </a:solidFill>
              </a:defRPr>
            </a:lvl1pPr>
          </a:lstStyle>
          <a:p>
            <a:r>
              <a:rPr lang="en-US" dirty="0"/>
              <a:t>Drag picture to placeholder or click icon to add</a:t>
            </a:r>
          </a:p>
        </p:txBody>
      </p:sp>
      <p:sp>
        <p:nvSpPr>
          <p:cNvPr id="22" name="Footer Placeholder 21">
            <a:extLst>
              <a:ext uri="{FF2B5EF4-FFF2-40B4-BE49-F238E27FC236}">
                <a16:creationId xmlns:a16="http://schemas.microsoft.com/office/drawing/2014/main" id="{7362EA3A-E7C3-1643-B148-AADECEDF26E4}"/>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pic>
        <p:nvPicPr>
          <p:cNvPr id="12" name="Graphic 11">
            <a:extLst>
              <a:ext uri="{FF2B5EF4-FFF2-40B4-BE49-F238E27FC236}">
                <a16:creationId xmlns:a16="http://schemas.microsoft.com/office/drawing/2014/main" id="{E176EC07-7590-9014-296C-172578C5C04D}"/>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504825" y="5580496"/>
            <a:ext cx="3514129" cy="740664"/>
          </a:xfrm>
          <a:prstGeom prst="rect">
            <a:avLst/>
          </a:prstGeom>
        </p:spPr>
      </p:pic>
      <p:sp>
        <p:nvSpPr>
          <p:cNvPr id="2" name="Title 1"/>
          <p:cNvSpPr>
            <a:spLocks noGrp="1"/>
          </p:cNvSpPr>
          <p:nvPr>
            <p:ph type="ctrTitle" hasCustomPrompt="1"/>
          </p:nvPr>
        </p:nvSpPr>
        <p:spPr>
          <a:xfrm>
            <a:off x="504826" y="1920240"/>
            <a:ext cx="5131970" cy="1508760"/>
          </a:xfrm>
        </p:spPr>
        <p:txBody>
          <a:bodyPr vert="horz" anchor="t"/>
          <a:lstStyle>
            <a:lvl1pPr algn="l">
              <a:defRPr sz="4800" b="1">
                <a:solidFill>
                  <a:schemeClr val="bg1"/>
                </a:solidFill>
              </a:defRPr>
            </a:lvl1pPr>
          </a:lstStyle>
          <a:p>
            <a:r>
              <a:rPr lang="en-US" dirty="0"/>
              <a:t>Click to add </a:t>
            </a:r>
            <a:br>
              <a:rPr lang="en-US" dirty="0"/>
            </a:br>
            <a:r>
              <a:rPr lang="en-US" dirty="0"/>
              <a:t>presentation title</a:t>
            </a:r>
          </a:p>
        </p:txBody>
      </p:sp>
      <p:sp>
        <p:nvSpPr>
          <p:cNvPr id="6" name="Text Placeholder 5">
            <a:extLst>
              <a:ext uri="{FF2B5EF4-FFF2-40B4-BE49-F238E27FC236}">
                <a16:creationId xmlns:a16="http://schemas.microsoft.com/office/drawing/2014/main" id="{1DA2E778-C602-5B40-8E0C-1BAE808E3694}"/>
              </a:ext>
            </a:extLst>
          </p:cNvPr>
          <p:cNvSpPr>
            <a:spLocks noGrp="1"/>
          </p:cNvSpPr>
          <p:nvPr>
            <p:ph type="body" sz="quarter" idx="12" hasCustomPrompt="1"/>
          </p:nvPr>
        </p:nvSpPr>
        <p:spPr>
          <a:xfrm>
            <a:off x="504825" y="4389120"/>
            <a:ext cx="3505201" cy="457200"/>
          </a:xfrm>
        </p:spPr>
        <p:txBody>
          <a:bodyPr/>
          <a:lstStyle>
            <a:lvl1pPr>
              <a:defRPr sz="1400">
                <a:solidFill>
                  <a:schemeClr val="accent2"/>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Month 00, 20XX</a:t>
            </a:r>
          </a:p>
        </p:txBody>
      </p:sp>
      <p:sp>
        <p:nvSpPr>
          <p:cNvPr id="10" name="Text Placeholder 5">
            <a:extLst>
              <a:ext uri="{FF2B5EF4-FFF2-40B4-BE49-F238E27FC236}">
                <a16:creationId xmlns:a16="http://schemas.microsoft.com/office/drawing/2014/main" id="{E8ECE2AD-E262-0244-A779-32BC5B97C660}"/>
              </a:ext>
            </a:extLst>
          </p:cNvPr>
          <p:cNvSpPr>
            <a:spLocks noGrp="1"/>
          </p:cNvSpPr>
          <p:nvPr>
            <p:ph type="body" sz="quarter" idx="13" hasCustomPrompt="1"/>
          </p:nvPr>
        </p:nvSpPr>
        <p:spPr>
          <a:xfrm>
            <a:off x="504823" y="3566160"/>
            <a:ext cx="5131971" cy="549249"/>
          </a:xfrm>
        </p:spPr>
        <p:txBody>
          <a:bodyPr/>
          <a:lstStyle>
            <a:lvl1pPr>
              <a:defRPr sz="3200">
                <a:solidFill>
                  <a:schemeClr val="accent2"/>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Click to add subtitle</a:t>
            </a:r>
          </a:p>
        </p:txBody>
      </p:sp>
    </p:spTree>
    <p:extLst>
      <p:ext uri="{BB962C8B-B14F-4D97-AF65-F5344CB8AC3E}">
        <p14:creationId xmlns:p14="http://schemas.microsoft.com/office/powerpoint/2010/main" val="17173928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Title Slide ODL">
    <p:spTree>
      <p:nvGrpSpPr>
        <p:cNvPr id="1" name=""/>
        <p:cNvGrpSpPr/>
        <p:nvPr/>
      </p:nvGrpSpPr>
      <p:grpSpPr>
        <a:xfrm>
          <a:off x="0" y="0"/>
          <a:ext cx="0" cy="0"/>
          <a:chOff x="0" y="0"/>
          <a:chExt cx="0" cy="0"/>
        </a:xfrm>
      </p:grpSpPr>
      <p:pic>
        <p:nvPicPr>
          <p:cNvPr id="10" name="Graphic 9">
            <a:extLst>
              <a:ext uri="{FF2B5EF4-FFF2-40B4-BE49-F238E27FC236}">
                <a16:creationId xmlns:a16="http://schemas.microsoft.com/office/drawing/2014/main" id="{C5E47407-2EC8-524C-85CD-E0BC1A1C8F1D}"/>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504825" y="5582378"/>
            <a:ext cx="3505199" cy="738781"/>
          </a:xfrm>
          <a:prstGeom prst="rect">
            <a:avLst/>
          </a:prstGeom>
        </p:spPr>
      </p:pic>
      <p:sp>
        <p:nvSpPr>
          <p:cNvPr id="7" name="Footer Placeholder 6">
            <a:extLst>
              <a:ext uri="{FF2B5EF4-FFF2-40B4-BE49-F238E27FC236}">
                <a16:creationId xmlns:a16="http://schemas.microsoft.com/office/drawing/2014/main" id="{739AB803-A532-384B-A53A-B6D4C36E506C}"/>
              </a:ext>
            </a:extLst>
          </p:cNvPr>
          <p:cNvSpPr>
            <a:spLocks noGrp="1"/>
          </p:cNvSpPr>
          <p:nvPr>
            <p:ph type="ftr" sz="quarter" idx="14"/>
          </p:nvPr>
        </p:nvSpPr>
        <p:spPr/>
        <p:txBody>
          <a:bodyPr/>
          <a:lstStyle/>
          <a:p>
            <a:r>
              <a:rPr lang="en-US"/>
              <a:t>MSK Confidential — do not distribute</a:t>
            </a:r>
          </a:p>
        </p:txBody>
      </p:sp>
      <p:sp>
        <p:nvSpPr>
          <p:cNvPr id="2" name="Title 1"/>
          <p:cNvSpPr>
            <a:spLocks noGrp="1"/>
          </p:cNvSpPr>
          <p:nvPr>
            <p:ph type="ctrTitle" hasCustomPrompt="1"/>
          </p:nvPr>
        </p:nvSpPr>
        <p:spPr>
          <a:xfrm>
            <a:off x="504825" y="1920241"/>
            <a:ext cx="7419975" cy="1508760"/>
          </a:xfrm>
        </p:spPr>
        <p:txBody>
          <a:bodyPr vert="horz" anchor="t"/>
          <a:lstStyle>
            <a:lvl1pPr algn="l">
              <a:defRPr sz="4800" b="1">
                <a:solidFill>
                  <a:schemeClr val="tx1"/>
                </a:solidFill>
              </a:defRPr>
            </a:lvl1pPr>
          </a:lstStyle>
          <a:p>
            <a:r>
              <a:rPr lang="en-US" dirty="0"/>
              <a:t>Click to add </a:t>
            </a:r>
            <a:br>
              <a:rPr lang="en-US" dirty="0"/>
            </a:br>
            <a:r>
              <a:rPr lang="en-US" dirty="0"/>
              <a:t>presentation title</a:t>
            </a:r>
          </a:p>
        </p:txBody>
      </p:sp>
      <p:sp>
        <p:nvSpPr>
          <p:cNvPr id="3" name="Subtitle 2"/>
          <p:cNvSpPr>
            <a:spLocks noGrp="1"/>
          </p:cNvSpPr>
          <p:nvPr>
            <p:ph type="subTitle" idx="1" hasCustomPrompt="1"/>
          </p:nvPr>
        </p:nvSpPr>
        <p:spPr>
          <a:xfrm>
            <a:off x="504825" y="1371600"/>
            <a:ext cx="7419975" cy="530693"/>
          </a:xfrm>
        </p:spPr>
        <p:txBody>
          <a:bodyPr anchor="t"/>
          <a:lstStyle>
            <a:lvl1pPr marL="0" indent="0" algn="l">
              <a:buNone/>
              <a:defRPr sz="3200" b="1">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Org/Dept/Lab name</a:t>
            </a:r>
          </a:p>
        </p:txBody>
      </p:sp>
      <p:sp>
        <p:nvSpPr>
          <p:cNvPr id="6" name="Text Placeholder 5">
            <a:extLst>
              <a:ext uri="{FF2B5EF4-FFF2-40B4-BE49-F238E27FC236}">
                <a16:creationId xmlns:a16="http://schemas.microsoft.com/office/drawing/2014/main" id="{1DA2E778-C602-5B40-8E0C-1BAE808E3694}"/>
              </a:ext>
            </a:extLst>
          </p:cNvPr>
          <p:cNvSpPr>
            <a:spLocks noGrp="1"/>
          </p:cNvSpPr>
          <p:nvPr>
            <p:ph type="body" sz="quarter" idx="12" hasCustomPrompt="1"/>
          </p:nvPr>
        </p:nvSpPr>
        <p:spPr>
          <a:xfrm>
            <a:off x="504825" y="4389120"/>
            <a:ext cx="3505201" cy="457200"/>
          </a:xfrm>
        </p:spPr>
        <p:txBody>
          <a:bodyPr/>
          <a:lstStyle>
            <a:lvl1pPr>
              <a:defRPr sz="1400">
                <a:solidFill>
                  <a:schemeClr val="accent1"/>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Month 00, 20XX</a:t>
            </a:r>
          </a:p>
        </p:txBody>
      </p:sp>
      <p:sp>
        <p:nvSpPr>
          <p:cNvPr id="12" name="Text Placeholder 5">
            <a:extLst>
              <a:ext uri="{FF2B5EF4-FFF2-40B4-BE49-F238E27FC236}">
                <a16:creationId xmlns:a16="http://schemas.microsoft.com/office/drawing/2014/main" id="{5A9A0FEB-2318-1E41-A04B-A702497639C9}"/>
              </a:ext>
            </a:extLst>
          </p:cNvPr>
          <p:cNvSpPr>
            <a:spLocks noGrp="1"/>
          </p:cNvSpPr>
          <p:nvPr>
            <p:ph type="body" sz="quarter" idx="13" hasCustomPrompt="1"/>
          </p:nvPr>
        </p:nvSpPr>
        <p:spPr>
          <a:xfrm>
            <a:off x="504823" y="3566160"/>
            <a:ext cx="7419975" cy="549249"/>
          </a:xfrm>
        </p:spPr>
        <p:txBody>
          <a:bodyPr/>
          <a:lstStyle>
            <a:lvl1pPr>
              <a:defRPr sz="3200">
                <a:solidFill>
                  <a:schemeClr val="accent1"/>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Click to add subtitle</a:t>
            </a:r>
          </a:p>
        </p:txBody>
      </p:sp>
    </p:spTree>
    <p:extLst>
      <p:ext uri="{BB962C8B-B14F-4D97-AF65-F5344CB8AC3E}">
        <p14:creationId xmlns:p14="http://schemas.microsoft.com/office/powerpoint/2010/main" val="12350115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Title Slide 1/2 Image ODL">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FA598385-0BD4-9F42-BC78-15B2A6F6CFA4}"/>
              </a:ext>
            </a:extLst>
          </p:cNvPr>
          <p:cNvSpPr>
            <a:spLocks noGrp="1"/>
          </p:cNvSpPr>
          <p:nvPr>
            <p:ph type="pic" sz="quarter" idx="11" hasCustomPrompt="1"/>
          </p:nvPr>
        </p:nvSpPr>
        <p:spPr>
          <a:xfrm>
            <a:off x="6096000" y="0"/>
            <a:ext cx="6096000" cy="6858000"/>
          </a:xfrm>
          <a:solidFill>
            <a:schemeClr val="bg1">
              <a:lumMod val="95000"/>
            </a:schemeClr>
          </a:solidFill>
        </p:spPr>
        <p:txBody>
          <a:bodyPr/>
          <a:lstStyle>
            <a:lvl1pPr algn="l">
              <a:defRPr sz="1200">
                <a:solidFill>
                  <a:srgbClr val="FF0000"/>
                </a:solidFill>
              </a:defRPr>
            </a:lvl1pPr>
          </a:lstStyle>
          <a:p>
            <a:r>
              <a:rPr lang="en-US" dirty="0"/>
              <a:t>Drag picture to placeholder or click icon to add</a:t>
            </a:r>
          </a:p>
        </p:txBody>
      </p:sp>
      <p:sp>
        <p:nvSpPr>
          <p:cNvPr id="22" name="Footer Placeholder 21">
            <a:extLst>
              <a:ext uri="{FF2B5EF4-FFF2-40B4-BE49-F238E27FC236}">
                <a16:creationId xmlns:a16="http://schemas.microsoft.com/office/drawing/2014/main" id="{7362EA3A-E7C3-1643-B148-AADECEDF26E4}"/>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pic>
        <p:nvPicPr>
          <p:cNvPr id="12" name="Graphic 11">
            <a:extLst>
              <a:ext uri="{FF2B5EF4-FFF2-40B4-BE49-F238E27FC236}">
                <a16:creationId xmlns:a16="http://schemas.microsoft.com/office/drawing/2014/main" id="{708A9BD9-B4C1-F761-F29D-1A29B1DDDC1E}"/>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504825" y="5582378"/>
            <a:ext cx="3505199" cy="738781"/>
          </a:xfrm>
          <a:prstGeom prst="rect">
            <a:avLst/>
          </a:prstGeom>
        </p:spPr>
      </p:pic>
      <p:sp>
        <p:nvSpPr>
          <p:cNvPr id="2" name="Title 1"/>
          <p:cNvSpPr>
            <a:spLocks noGrp="1"/>
          </p:cNvSpPr>
          <p:nvPr>
            <p:ph type="ctrTitle" hasCustomPrompt="1"/>
          </p:nvPr>
        </p:nvSpPr>
        <p:spPr>
          <a:xfrm>
            <a:off x="504826" y="1920240"/>
            <a:ext cx="5131970" cy="1508760"/>
          </a:xfrm>
        </p:spPr>
        <p:txBody>
          <a:bodyPr vert="horz" anchor="t"/>
          <a:lstStyle>
            <a:lvl1pPr algn="l">
              <a:defRPr sz="4800" b="1">
                <a:solidFill>
                  <a:schemeClr val="tx1"/>
                </a:solidFill>
              </a:defRPr>
            </a:lvl1pPr>
          </a:lstStyle>
          <a:p>
            <a:r>
              <a:rPr lang="en-US" dirty="0"/>
              <a:t>Click to add </a:t>
            </a:r>
            <a:br>
              <a:rPr lang="en-US" dirty="0"/>
            </a:br>
            <a:r>
              <a:rPr lang="en-US" dirty="0"/>
              <a:t>presentation title</a:t>
            </a:r>
          </a:p>
        </p:txBody>
      </p:sp>
      <p:sp>
        <p:nvSpPr>
          <p:cNvPr id="3" name="Subtitle 2"/>
          <p:cNvSpPr>
            <a:spLocks noGrp="1"/>
          </p:cNvSpPr>
          <p:nvPr>
            <p:ph type="subTitle" idx="1" hasCustomPrompt="1"/>
          </p:nvPr>
        </p:nvSpPr>
        <p:spPr>
          <a:xfrm>
            <a:off x="504826" y="1371600"/>
            <a:ext cx="5131970" cy="530693"/>
          </a:xfrm>
        </p:spPr>
        <p:txBody>
          <a:bodyPr anchor="t"/>
          <a:lstStyle>
            <a:lvl1pPr marL="0" indent="0" algn="l">
              <a:buNone/>
              <a:defRPr sz="3200" b="1">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Add Org/Dept/Lab name</a:t>
            </a:r>
          </a:p>
        </p:txBody>
      </p:sp>
      <p:sp>
        <p:nvSpPr>
          <p:cNvPr id="6" name="Text Placeholder 5">
            <a:extLst>
              <a:ext uri="{FF2B5EF4-FFF2-40B4-BE49-F238E27FC236}">
                <a16:creationId xmlns:a16="http://schemas.microsoft.com/office/drawing/2014/main" id="{1DA2E778-C602-5B40-8E0C-1BAE808E3694}"/>
              </a:ext>
            </a:extLst>
          </p:cNvPr>
          <p:cNvSpPr>
            <a:spLocks noGrp="1"/>
          </p:cNvSpPr>
          <p:nvPr>
            <p:ph type="body" sz="quarter" idx="12" hasCustomPrompt="1"/>
          </p:nvPr>
        </p:nvSpPr>
        <p:spPr>
          <a:xfrm>
            <a:off x="504825" y="4389120"/>
            <a:ext cx="3505201" cy="457200"/>
          </a:xfrm>
        </p:spPr>
        <p:txBody>
          <a:bodyPr/>
          <a:lstStyle>
            <a:lvl1pPr>
              <a:defRPr sz="1400">
                <a:solidFill>
                  <a:schemeClr val="accent1"/>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Month 00, 20XX</a:t>
            </a:r>
          </a:p>
        </p:txBody>
      </p:sp>
      <p:sp>
        <p:nvSpPr>
          <p:cNvPr id="11" name="Text Placeholder 5">
            <a:extLst>
              <a:ext uri="{FF2B5EF4-FFF2-40B4-BE49-F238E27FC236}">
                <a16:creationId xmlns:a16="http://schemas.microsoft.com/office/drawing/2014/main" id="{31B503BD-4158-2C40-9E38-005D18DF3C41}"/>
              </a:ext>
            </a:extLst>
          </p:cNvPr>
          <p:cNvSpPr>
            <a:spLocks noGrp="1"/>
          </p:cNvSpPr>
          <p:nvPr>
            <p:ph type="body" sz="quarter" idx="13" hasCustomPrompt="1"/>
          </p:nvPr>
        </p:nvSpPr>
        <p:spPr>
          <a:xfrm>
            <a:off x="504823" y="3566160"/>
            <a:ext cx="5131971" cy="549249"/>
          </a:xfrm>
        </p:spPr>
        <p:txBody>
          <a:bodyPr/>
          <a:lstStyle>
            <a:lvl1pPr>
              <a:defRPr sz="3200">
                <a:solidFill>
                  <a:schemeClr val="accent1"/>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Click to add subtitle</a:t>
            </a:r>
          </a:p>
        </p:txBody>
      </p:sp>
    </p:spTree>
    <p:extLst>
      <p:ext uri="{BB962C8B-B14F-4D97-AF65-F5344CB8AC3E}">
        <p14:creationId xmlns:p14="http://schemas.microsoft.com/office/powerpoint/2010/main" val="40351237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itle Slide Blue ODL">
    <p:bg>
      <p:bgPr>
        <a:solidFill>
          <a:schemeClr val="tx1"/>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83797639-85AF-C0C6-DA9C-14EA9296FC09}"/>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504825" y="5580496"/>
            <a:ext cx="3514129" cy="740664"/>
          </a:xfrm>
          <a:prstGeom prst="rect">
            <a:avLst/>
          </a:prstGeom>
        </p:spPr>
      </p:pic>
      <p:sp>
        <p:nvSpPr>
          <p:cNvPr id="22" name="Footer Placeholder 21">
            <a:extLst>
              <a:ext uri="{FF2B5EF4-FFF2-40B4-BE49-F238E27FC236}">
                <a16:creationId xmlns:a16="http://schemas.microsoft.com/office/drawing/2014/main" id="{7362EA3A-E7C3-1643-B148-AADECEDF26E4}"/>
              </a:ext>
            </a:extLst>
          </p:cNvPr>
          <p:cNvSpPr>
            <a:spLocks noGrp="1"/>
          </p:cNvSpPr>
          <p:nvPr>
            <p:ph type="ftr" sz="quarter" idx="10"/>
          </p:nvPr>
        </p:nvSpPr>
        <p:spPr/>
        <p:txBody>
          <a:bodyPr/>
          <a:lstStyle>
            <a:lvl1pPr>
              <a:defRPr>
                <a:solidFill>
                  <a:schemeClr val="bg1">
                    <a:lumMod val="75000"/>
                  </a:schemeClr>
                </a:solidFill>
                <a:latin typeface="+mn-lt"/>
              </a:defRPr>
            </a:lvl1pPr>
          </a:lstStyle>
          <a:p>
            <a:r>
              <a:rPr lang="en-US"/>
              <a:t>MSK Confidential — do not distribute</a:t>
            </a:r>
          </a:p>
        </p:txBody>
      </p:sp>
      <p:sp>
        <p:nvSpPr>
          <p:cNvPr id="2" name="Title 1"/>
          <p:cNvSpPr>
            <a:spLocks noGrp="1"/>
          </p:cNvSpPr>
          <p:nvPr>
            <p:ph type="ctrTitle" hasCustomPrompt="1"/>
          </p:nvPr>
        </p:nvSpPr>
        <p:spPr>
          <a:xfrm>
            <a:off x="504825" y="1920240"/>
            <a:ext cx="7419975" cy="1508760"/>
          </a:xfrm>
        </p:spPr>
        <p:txBody>
          <a:bodyPr vert="horz" anchor="t"/>
          <a:lstStyle>
            <a:lvl1pPr algn="l">
              <a:defRPr sz="4800" b="1">
                <a:solidFill>
                  <a:schemeClr val="bg1"/>
                </a:solidFill>
              </a:defRPr>
            </a:lvl1pPr>
          </a:lstStyle>
          <a:p>
            <a:r>
              <a:rPr lang="en-US" dirty="0"/>
              <a:t>Click to add </a:t>
            </a:r>
            <a:br>
              <a:rPr lang="en-US" dirty="0"/>
            </a:br>
            <a:r>
              <a:rPr lang="en-US" dirty="0"/>
              <a:t>presentation title</a:t>
            </a:r>
          </a:p>
        </p:txBody>
      </p:sp>
      <p:sp>
        <p:nvSpPr>
          <p:cNvPr id="3" name="Subtitle 2"/>
          <p:cNvSpPr>
            <a:spLocks noGrp="1"/>
          </p:cNvSpPr>
          <p:nvPr>
            <p:ph type="subTitle" idx="1" hasCustomPrompt="1"/>
          </p:nvPr>
        </p:nvSpPr>
        <p:spPr>
          <a:xfrm>
            <a:off x="504825" y="1371600"/>
            <a:ext cx="7419975" cy="530693"/>
          </a:xfrm>
        </p:spPr>
        <p:txBody>
          <a:bodyPr anchor="t"/>
          <a:lstStyle>
            <a:lvl1pPr marL="0" indent="0" algn="l">
              <a:buNone/>
              <a:defRPr sz="3200" b="1">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Org/Dept/Lab name</a:t>
            </a:r>
          </a:p>
        </p:txBody>
      </p:sp>
      <p:sp>
        <p:nvSpPr>
          <p:cNvPr id="6" name="Text Placeholder 5">
            <a:extLst>
              <a:ext uri="{FF2B5EF4-FFF2-40B4-BE49-F238E27FC236}">
                <a16:creationId xmlns:a16="http://schemas.microsoft.com/office/drawing/2014/main" id="{1DA2E778-C602-5B40-8E0C-1BAE808E3694}"/>
              </a:ext>
            </a:extLst>
          </p:cNvPr>
          <p:cNvSpPr>
            <a:spLocks noGrp="1"/>
          </p:cNvSpPr>
          <p:nvPr>
            <p:ph type="body" sz="quarter" idx="12" hasCustomPrompt="1"/>
          </p:nvPr>
        </p:nvSpPr>
        <p:spPr>
          <a:xfrm>
            <a:off x="504825" y="4389120"/>
            <a:ext cx="3505201" cy="457200"/>
          </a:xfrm>
        </p:spPr>
        <p:txBody>
          <a:bodyPr/>
          <a:lstStyle>
            <a:lvl1pPr>
              <a:defRPr sz="1400">
                <a:solidFill>
                  <a:schemeClr val="accent2"/>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Month 00, 20XX</a:t>
            </a:r>
          </a:p>
        </p:txBody>
      </p:sp>
      <p:sp>
        <p:nvSpPr>
          <p:cNvPr id="12" name="Text Placeholder 5">
            <a:extLst>
              <a:ext uri="{FF2B5EF4-FFF2-40B4-BE49-F238E27FC236}">
                <a16:creationId xmlns:a16="http://schemas.microsoft.com/office/drawing/2014/main" id="{E99B368D-17E0-1440-9448-41A42D5E6456}"/>
              </a:ext>
            </a:extLst>
          </p:cNvPr>
          <p:cNvSpPr>
            <a:spLocks noGrp="1"/>
          </p:cNvSpPr>
          <p:nvPr>
            <p:ph type="body" sz="quarter" idx="13" hasCustomPrompt="1"/>
          </p:nvPr>
        </p:nvSpPr>
        <p:spPr>
          <a:xfrm>
            <a:off x="504823" y="3566160"/>
            <a:ext cx="7419975" cy="549249"/>
          </a:xfrm>
        </p:spPr>
        <p:txBody>
          <a:bodyPr/>
          <a:lstStyle>
            <a:lvl1pPr>
              <a:defRPr sz="3200">
                <a:solidFill>
                  <a:schemeClr val="accent2"/>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Click to add subtitle</a:t>
            </a:r>
          </a:p>
        </p:txBody>
      </p:sp>
    </p:spTree>
    <p:extLst>
      <p:ext uri="{BB962C8B-B14F-4D97-AF65-F5344CB8AC3E}">
        <p14:creationId xmlns:p14="http://schemas.microsoft.com/office/powerpoint/2010/main" val="26164166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itle Slide Image ODL">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FA598385-0BD4-9F42-BC78-15B2A6F6CFA4}"/>
              </a:ext>
            </a:extLst>
          </p:cNvPr>
          <p:cNvSpPr>
            <a:spLocks noGrp="1"/>
          </p:cNvSpPr>
          <p:nvPr>
            <p:ph type="pic" sz="quarter" idx="11"/>
          </p:nvPr>
        </p:nvSpPr>
        <p:spPr>
          <a:xfrm>
            <a:off x="0" y="0"/>
            <a:ext cx="12192000" cy="6858000"/>
          </a:xfrm>
          <a:noFill/>
        </p:spPr>
        <p:txBody>
          <a:bodyPr/>
          <a:lstStyle>
            <a:lvl1pPr algn="l">
              <a:defRPr sz="1200">
                <a:solidFill>
                  <a:schemeClr val="bg1"/>
                </a:solidFill>
              </a:defRPr>
            </a:lvl1pPr>
          </a:lstStyle>
          <a:p>
            <a:r>
              <a:rPr lang="en-US"/>
              <a:t>Click icon to add picture</a:t>
            </a:r>
            <a:endParaRPr lang="en-US" dirty="0"/>
          </a:p>
        </p:txBody>
      </p:sp>
      <p:sp>
        <p:nvSpPr>
          <p:cNvPr id="22" name="Footer Placeholder 21">
            <a:extLst>
              <a:ext uri="{FF2B5EF4-FFF2-40B4-BE49-F238E27FC236}">
                <a16:creationId xmlns:a16="http://schemas.microsoft.com/office/drawing/2014/main" id="{7362EA3A-E7C3-1643-B148-AADECEDF26E4}"/>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pic>
        <p:nvPicPr>
          <p:cNvPr id="7" name="Graphic 6">
            <a:extLst>
              <a:ext uri="{FF2B5EF4-FFF2-40B4-BE49-F238E27FC236}">
                <a16:creationId xmlns:a16="http://schemas.microsoft.com/office/drawing/2014/main" id="{83797639-85AF-C0C6-DA9C-14EA9296FC09}"/>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504825" y="5580496"/>
            <a:ext cx="3514129" cy="740664"/>
          </a:xfrm>
          <a:prstGeom prst="rect">
            <a:avLst/>
          </a:prstGeom>
        </p:spPr>
      </p:pic>
      <p:sp>
        <p:nvSpPr>
          <p:cNvPr id="2" name="Title 1"/>
          <p:cNvSpPr>
            <a:spLocks noGrp="1"/>
          </p:cNvSpPr>
          <p:nvPr>
            <p:ph type="ctrTitle" hasCustomPrompt="1"/>
          </p:nvPr>
        </p:nvSpPr>
        <p:spPr>
          <a:xfrm>
            <a:off x="504825" y="1920240"/>
            <a:ext cx="7419975" cy="1508760"/>
          </a:xfrm>
        </p:spPr>
        <p:txBody>
          <a:bodyPr vert="horz" anchor="t"/>
          <a:lstStyle>
            <a:lvl1pPr algn="l">
              <a:defRPr sz="4800" b="1">
                <a:solidFill>
                  <a:schemeClr val="bg1"/>
                </a:solidFill>
              </a:defRPr>
            </a:lvl1pPr>
          </a:lstStyle>
          <a:p>
            <a:r>
              <a:rPr lang="en-US" dirty="0"/>
              <a:t>Click to add </a:t>
            </a:r>
            <a:br>
              <a:rPr lang="en-US" dirty="0"/>
            </a:br>
            <a:r>
              <a:rPr lang="en-US" dirty="0"/>
              <a:t>presentation title</a:t>
            </a:r>
          </a:p>
        </p:txBody>
      </p:sp>
      <p:sp>
        <p:nvSpPr>
          <p:cNvPr id="3" name="Subtitle 2"/>
          <p:cNvSpPr>
            <a:spLocks noGrp="1"/>
          </p:cNvSpPr>
          <p:nvPr>
            <p:ph type="subTitle" idx="1" hasCustomPrompt="1"/>
          </p:nvPr>
        </p:nvSpPr>
        <p:spPr>
          <a:xfrm>
            <a:off x="504825" y="1371600"/>
            <a:ext cx="7419975" cy="530693"/>
          </a:xfrm>
        </p:spPr>
        <p:txBody>
          <a:bodyPr anchor="t"/>
          <a:lstStyle>
            <a:lvl1pPr marL="0" indent="0" algn="l">
              <a:buNone/>
              <a:defRPr sz="3200" b="1">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Org/Dept/Lab name</a:t>
            </a:r>
          </a:p>
        </p:txBody>
      </p:sp>
      <p:sp>
        <p:nvSpPr>
          <p:cNvPr id="6" name="Text Placeholder 5">
            <a:extLst>
              <a:ext uri="{FF2B5EF4-FFF2-40B4-BE49-F238E27FC236}">
                <a16:creationId xmlns:a16="http://schemas.microsoft.com/office/drawing/2014/main" id="{1DA2E778-C602-5B40-8E0C-1BAE808E3694}"/>
              </a:ext>
            </a:extLst>
          </p:cNvPr>
          <p:cNvSpPr>
            <a:spLocks noGrp="1"/>
          </p:cNvSpPr>
          <p:nvPr>
            <p:ph type="body" sz="quarter" idx="12" hasCustomPrompt="1"/>
          </p:nvPr>
        </p:nvSpPr>
        <p:spPr>
          <a:xfrm>
            <a:off x="504825" y="4389120"/>
            <a:ext cx="3505201" cy="457200"/>
          </a:xfrm>
        </p:spPr>
        <p:txBody>
          <a:bodyPr/>
          <a:lstStyle>
            <a:lvl1pPr>
              <a:defRPr sz="1400">
                <a:solidFill>
                  <a:schemeClr val="accent2"/>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Month 00, 20XX</a:t>
            </a:r>
          </a:p>
        </p:txBody>
      </p:sp>
      <p:sp>
        <p:nvSpPr>
          <p:cNvPr id="12" name="Text Placeholder 5">
            <a:extLst>
              <a:ext uri="{FF2B5EF4-FFF2-40B4-BE49-F238E27FC236}">
                <a16:creationId xmlns:a16="http://schemas.microsoft.com/office/drawing/2014/main" id="{E99B368D-17E0-1440-9448-41A42D5E6456}"/>
              </a:ext>
            </a:extLst>
          </p:cNvPr>
          <p:cNvSpPr>
            <a:spLocks noGrp="1"/>
          </p:cNvSpPr>
          <p:nvPr>
            <p:ph type="body" sz="quarter" idx="13" hasCustomPrompt="1"/>
          </p:nvPr>
        </p:nvSpPr>
        <p:spPr>
          <a:xfrm>
            <a:off x="504823" y="3566160"/>
            <a:ext cx="7419975" cy="549249"/>
          </a:xfrm>
        </p:spPr>
        <p:txBody>
          <a:bodyPr/>
          <a:lstStyle>
            <a:lvl1pPr>
              <a:defRPr sz="3200">
                <a:solidFill>
                  <a:schemeClr val="accent2"/>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Click to add subtitle</a:t>
            </a:r>
          </a:p>
        </p:txBody>
      </p:sp>
    </p:spTree>
    <p:extLst>
      <p:ext uri="{BB962C8B-B14F-4D97-AF65-F5344CB8AC3E}">
        <p14:creationId xmlns:p14="http://schemas.microsoft.com/office/powerpoint/2010/main" val="35499599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Title Slide Blue 1/2 Image ODL">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FA598385-0BD4-9F42-BC78-15B2A6F6CFA4}"/>
              </a:ext>
            </a:extLst>
          </p:cNvPr>
          <p:cNvSpPr>
            <a:spLocks noGrp="1"/>
          </p:cNvSpPr>
          <p:nvPr>
            <p:ph type="pic" sz="quarter" idx="11" hasCustomPrompt="1"/>
          </p:nvPr>
        </p:nvSpPr>
        <p:spPr>
          <a:xfrm>
            <a:off x="6096000" y="0"/>
            <a:ext cx="6096000" cy="6858000"/>
          </a:xfrm>
          <a:solidFill>
            <a:schemeClr val="bg1">
              <a:lumMod val="95000"/>
            </a:schemeClr>
          </a:solidFill>
        </p:spPr>
        <p:txBody>
          <a:bodyPr/>
          <a:lstStyle>
            <a:lvl1pPr algn="l">
              <a:defRPr sz="1200">
                <a:solidFill>
                  <a:srgbClr val="FF0000"/>
                </a:solidFill>
              </a:defRPr>
            </a:lvl1pPr>
          </a:lstStyle>
          <a:p>
            <a:r>
              <a:rPr lang="en-US" dirty="0"/>
              <a:t>Drag picture to placeholder or click icon to add</a:t>
            </a:r>
          </a:p>
        </p:txBody>
      </p:sp>
      <p:sp>
        <p:nvSpPr>
          <p:cNvPr id="22" name="Footer Placeholder 21">
            <a:extLst>
              <a:ext uri="{FF2B5EF4-FFF2-40B4-BE49-F238E27FC236}">
                <a16:creationId xmlns:a16="http://schemas.microsoft.com/office/drawing/2014/main" id="{7362EA3A-E7C3-1643-B148-AADECEDF26E4}"/>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pic>
        <p:nvPicPr>
          <p:cNvPr id="12" name="Graphic 11">
            <a:extLst>
              <a:ext uri="{FF2B5EF4-FFF2-40B4-BE49-F238E27FC236}">
                <a16:creationId xmlns:a16="http://schemas.microsoft.com/office/drawing/2014/main" id="{E176EC07-7590-9014-296C-172578C5C04D}"/>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504825" y="5580496"/>
            <a:ext cx="3514129" cy="740664"/>
          </a:xfrm>
          <a:prstGeom prst="rect">
            <a:avLst/>
          </a:prstGeom>
        </p:spPr>
      </p:pic>
      <p:sp>
        <p:nvSpPr>
          <p:cNvPr id="2" name="Title 1"/>
          <p:cNvSpPr>
            <a:spLocks noGrp="1"/>
          </p:cNvSpPr>
          <p:nvPr>
            <p:ph type="ctrTitle" hasCustomPrompt="1"/>
          </p:nvPr>
        </p:nvSpPr>
        <p:spPr>
          <a:xfrm>
            <a:off x="504826" y="1920240"/>
            <a:ext cx="5131970" cy="1508760"/>
          </a:xfrm>
        </p:spPr>
        <p:txBody>
          <a:bodyPr vert="horz" anchor="t"/>
          <a:lstStyle>
            <a:lvl1pPr algn="l">
              <a:defRPr sz="4800" b="1">
                <a:solidFill>
                  <a:schemeClr val="bg1"/>
                </a:solidFill>
              </a:defRPr>
            </a:lvl1pPr>
          </a:lstStyle>
          <a:p>
            <a:r>
              <a:rPr lang="en-US" dirty="0"/>
              <a:t>Click to add </a:t>
            </a:r>
            <a:br>
              <a:rPr lang="en-US" dirty="0"/>
            </a:br>
            <a:r>
              <a:rPr lang="en-US" dirty="0"/>
              <a:t>presentation title</a:t>
            </a:r>
          </a:p>
        </p:txBody>
      </p:sp>
      <p:sp>
        <p:nvSpPr>
          <p:cNvPr id="3" name="Subtitle 2"/>
          <p:cNvSpPr>
            <a:spLocks noGrp="1"/>
          </p:cNvSpPr>
          <p:nvPr>
            <p:ph type="subTitle" idx="1" hasCustomPrompt="1"/>
          </p:nvPr>
        </p:nvSpPr>
        <p:spPr>
          <a:xfrm>
            <a:off x="504826" y="1371600"/>
            <a:ext cx="5131970" cy="530693"/>
          </a:xfrm>
        </p:spPr>
        <p:txBody>
          <a:bodyPr anchor="t"/>
          <a:lstStyle>
            <a:lvl1pPr marL="0" indent="0" algn="l">
              <a:buNone/>
              <a:defRPr sz="3200" b="1">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Add Org/Dept/Lab name</a:t>
            </a:r>
          </a:p>
        </p:txBody>
      </p:sp>
      <p:sp>
        <p:nvSpPr>
          <p:cNvPr id="6" name="Text Placeholder 5">
            <a:extLst>
              <a:ext uri="{FF2B5EF4-FFF2-40B4-BE49-F238E27FC236}">
                <a16:creationId xmlns:a16="http://schemas.microsoft.com/office/drawing/2014/main" id="{1DA2E778-C602-5B40-8E0C-1BAE808E3694}"/>
              </a:ext>
            </a:extLst>
          </p:cNvPr>
          <p:cNvSpPr>
            <a:spLocks noGrp="1"/>
          </p:cNvSpPr>
          <p:nvPr>
            <p:ph type="body" sz="quarter" idx="12" hasCustomPrompt="1"/>
          </p:nvPr>
        </p:nvSpPr>
        <p:spPr>
          <a:xfrm>
            <a:off x="504825" y="4389120"/>
            <a:ext cx="3505201" cy="457200"/>
          </a:xfrm>
        </p:spPr>
        <p:txBody>
          <a:bodyPr/>
          <a:lstStyle>
            <a:lvl1pPr>
              <a:defRPr sz="1400">
                <a:solidFill>
                  <a:schemeClr val="accent2"/>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Month 00, 20XX</a:t>
            </a:r>
          </a:p>
        </p:txBody>
      </p:sp>
      <p:sp>
        <p:nvSpPr>
          <p:cNvPr id="10" name="Text Placeholder 5">
            <a:extLst>
              <a:ext uri="{FF2B5EF4-FFF2-40B4-BE49-F238E27FC236}">
                <a16:creationId xmlns:a16="http://schemas.microsoft.com/office/drawing/2014/main" id="{E8ECE2AD-E262-0244-A779-32BC5B97C660}"/>
              </a:ext>
            </a:extLst>
          </p:cNvPr>
          <p:cNvSpPr>
            <a:spLocks noGrp="1"/>
          </p:cNvSpPr>
          <p:nvPr>
            <p:ph type="body" sz="quarter" idx="13" hasCustomPrompt="1"/>
          </p:nvPr>
        </p:nvSpPr>
        <p:spPr>
          <a:xfrm>
            <a:off x="504823" y="3566160"/>
            <a:ext cx="5131971" cy="549249"/>
          </a:xfrm>
        </p:spPr>
        <p:txBody>
          <a:bodyPr/>
          <a:lstStyle>
            <a:lvl1pPr>
              <a:defRPr sz="3200">
                <a:solidFill>
                  <a:schemeClr val="accent2"/>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Click to add subtitle</a:t>
            </a:r>
          </a:p>
        </p:txBody>
      </p:sp>
    </p:spTree>
    <p:extLst>
      <p:ext uri="{BB962C8B-B14F-4D97-AF65-F5344CB8AC3E}">
        <p14:creationId xmlns:p14="http://schemas.microsoft.com/office/powerpoint/2010/main" val="22972573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Divider Layout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ZoneTexte 2">
            <a:extLst>
              <a:ext uri="{FF2B5EF4-FFF2-40B4-BE49-F238E27FC236}">
                <a16:creationId xmlns:a16="http://schemas.microsoft.com/office/drawing/2014/main" id="{9187A733-2828-FF4D-A1DC-7E7D7BF66120}"/>
              </a:ext>
            </a:extLst>
          </p:cNvPr>
          <p:cNvSpPr txBox="1"/>
          <p:nvPr/>
        </p:nvSpPr>
        <p:spPr>
          <a:xfrm>
            <a:off x="2" y="2690335"/>
            <a:ext cx="12191999" cy="1477328"/>
          </a:xfrm>
          <a:prstGeom prst="rect">
            <a:avLst/>
          </a:prstGeom>
          <a:noFill/>
        </p:spPr>
        <p:txBody>
          <a:bodyPr wrap="square" lIns="337500" rIns="337500" rtlCol="0" anchor="ctr" anchorCtr="0">
            <a:spAutoFit/>
          </a:bodyPr>
          <a:lstStyle/>
          <a:p>
            <a:pPr algn="ctr"/>
            <a:r>
              <a:rPr lang="en-CA" sz="9000" i="0" noProof="0" dirty="0">
                <a:solidFill>
                  <a:schemeClr val="tx2"/>
                </a:solidFill>
                <a:latin typeface="+mn-lt"/>
              </a:rPr>
              <a:t>Divider layouts</a:t>
            </a:r>
          </a:p>
        </p:txBody>
      </p:sp>
    </p:spTree>
    <p:extLst>
      <p:ext uri="{BB962C8B-B14F-4D97-AF65-F5344CB8AC3E}">
        <p14:creationId xmlns:p14="http://schemas.microsoft.com/office/powerpoint/2010/main" val="16952827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15" name="Freeform 14">
            <a:extLst>
              <a:ext uri="{FF2B5EF4-FFF2-40B4-BE49-F238E27FC236}">
                <a16:creationId xmlns:a16="http://schemas.microsoft.com/office/drawing/2014/main" id="{6D86FA2C-F8A6-90E8-5782-DF29638FC6C0}"/>
              </a:ext>
            </a:extLst>
          </p:cNvPr>
          <p:cNvSpPr/>
          <p:nvPr/>
        </p:nvSpPr>
        <p:spPr>
          <a:xfrm>
            <a:off x="6428802" y="483936"/>
            <a:ext cx="5763198" cy="6374064"/>
          </a:xfrm>
          <a:custGeom>
            <a:avLst/>
            <a:gdLst>
              <a:gd name="connsiteX0" fmla="*/ 3554522 w 5763198"/>
              <a:gd name="connsiteY0" fmla="*/ 1277148 h 6374064"/>
              <a:gd name="connsiteX1" fmla="*/ 4965198 w 5763198"/>
              <a:gd name="connsiteY1" fmla="*/ 2685220 h 6374064"/>
              <a:gd name="connsiteX2" fmla="*/ 4638987 w 5763198"/>
              <a:gd name="connsiteY2" fmla="*/ 3010816 h 6374064"/>
              <a:gd name="connsiteX3" fmla="*/ 3785164 w 5763198"/>
              <a:gd name="connsiteY3" fmla="*/ 2158571 h 6374064"/>
              <a:gd name="connsiteX4" fmla="*/ 3785164 w 5763198"/>
              <a:gd name="connsiteY4" fmla="*/ 3610576 h 6374064"/>
              <a:gd name="connsiteX5" fmla="*/ 4797652 w 5763198"/>
              <a:gd name="connsiteY5" fmla="*/ 3610576 h 6374064"/>
              <a:gd name="connsiteX6" fmla="*/ 4797652 w 5763198"/>
              <a:gd name="connsiteY6" fmla="*/ 4071018 h 6374064"/>
              <a:gd name="connsiteX7" fmla="*/ 3785164 w 5763198"/>
              <a:gd name="connsiteY7" fmla="*/ 4071018 h 6374064"/>
              <a:gd name="connsiteX8" fmla="*/ 3785164 w 5763198"/>
              <a:gd name="connsiteY8" fmla="*/ 4427325 h 6374064"/>
              <a:gd name="connsiteX9" fmla="*/ 4797652 w 5763198"/>
              <a:gd name="connsiteY9" fmla="*/ 4427325 h 6374064"/>
              <a:gd name="connsiteX10" fmla="*/ 4797652 w 5763198"/>
              <a:gd name="connsiteY10" fmla="*/ 4887800 h 6374064"/>
              <a:gd name="connsiteX11" fmla="*/ 3785164 w 5763198"/>
              <a:gd name="connsiteY11" fmla="*/ 4887800 h 6374064"/>
              <a:gd name="connsiteX12" fmla="*/ 3785164 w 5763198"/>
              <a:gd name="connsiteY12" fmla="*/ 5244106 h 6374064"/>
              <a:gd name="connsiteX13" fmla="*/ 4797652 w 5763198"/>
              <a:gd name="connsiteY13" fmla="*/ 5244106 h 6374064"/>
              <a:gd name="connsiteX14" fmla="*/ 4797652 w 5763198"/>
              <a:gd name="connsiteY14" fmla="*/ 5704548 h 6374064"/>
              <a:gd name="connsiteX15" fmla="*/ 3785164 w 5763198"/>
              <a:gd name="connsiteY15" fmla="*/ 5704548 h 6374064"/>
              <a:gd name="connsiteX16" fmla="*/ 3785164 w 5763198"/>
              <a:gd name="connsiteY16" fmla="*/ 6374064 h 6374064"/>
              <a:gd name="connsiteX17" fmla="*/ 3323858 w 5763198"/>
              <a:gd name="connsiteY17" fmla="*/ 6374064 h 6374064"/>
              <a:gd name="connsiteX18" fmla="*/ 3323858 w 5763198"/>
              <a:gd name="connsiteY18" fmla="*/ 5704548 h 6374064"/>
              <a:gd name="connsiteX19" fmla="*/ 2311348 w 5763198"/>
              <a:gd name="connsiteY19" fmla="*/ 5704548 h 6374064"/>
              <a:gd name="connsiteX20" fmla="*/ 2311348 w 5763198"/>
              <a:gd name="connsiteY20" fmla="*/ 5244106 h 6374064"/>
              <a:gd name="connsiteX21" fmla="*/ 3323858 w 5763198"/>
              <a:gd name="connsiteY21" fmla="*/ 5244106 h 6374064"/>
              <a:gd name="connsiteX22" fmla="*/ 3323858 w 5763198"/>
              <a:gd name="connsiteY22" fmla="*/ 4887800 h 6374064"/>
              <a:gd name="connsiteX23" fmla="*/ 2311348 w 5763198"/>
              <a:gd name="connsiteY23" fmla="*/ 4887800 h 6374064"/>
              <a:gd name="connsiteX24" fmla="*/ 2311348 w 5763198"/>
              <a:gd name="connsiteY24" fmla="*/ 4427325 h 6374064"/>
              <a:gd name="connsiteX25" fmla="*/ 3323858 w 5763198"/>
              <a:gd name="connsiteY25" fmla="*/ 4427325 h 6374064"/>
              <a:gd name="connsiteX26" fmla="*/ 3323858 w 5763198"/>
              <a:gd name="connsiteY26" fmla="*/ 4071018 h 6374064"/>
              <a:gd name="connsiteX27" fmla="*/ 2311348 w 5763198"/>
              <a:gd name="connsiteY27" fmla="*/ 4071018 h 6374064"/>
              <a:gd name="connsiteX28" fmla="*/ 2311348 w 5763198"/>
              <a:gd name="connsiteY28" fmla="*/ 3610576 h 6374064"/>
              <a:gd name="connsiteX29" fmla="*/ 3323858 w 5763198"/>
              <a:gd name="connsiteY29" fmla="*/ 3610576 h 6374064"/>
              <a:gd name="connsiteX30" fmla="*/ 3323858 w 5763198"/>
              <a:gd name="connsiteY30" fmla="*/ 2158603 h 6374064"/>
              <a:gd name="connsiteX31" fmla="*/ 2470036 w 5763198"/>
              <a:gd name="connsiteY31" fmla="*/ 3010816 h 6374064"/>
              <a:gd name="connsiteX32" fmla="*/ 2143825 w 5763198"/>
              <a:gd name="connsiteY32" fmla="*/ 2685220 h 6374064"/>
              <a:gd name="connsiteX33" fmla="*/ 3554490 w 5763198"/>
              <a:gd name="connsiteY33" fmla="*/ 0 h 6374064"/>
              <a:gd name="connsiteX34" fmla="*/ 5714575 w 5763198"/>
              <a:gd name="connsiteY34" fmla="*/ 582998 h 6374064"/>
              <a:gd name="connsiteX35" fmla="*/ 5763198 w 5763198"/>
              <a:gd name="connsiteY35" fmla="*/ 618804 h 6374064"/>
              <a:gd name="connsiteX36" fmla="*/ 5763198 w 5763198"/>
              <a:gd name="connsiteY36" fmla="*/ 1232611 h 6374064"/>
              <a:gd name="connsiteX37" fmla="*/ 5668108 w 5763198"/>
              <a:gd name="connsiteY37" fmla="*/ 1136723 h 6374064"/>
              <a:gd name="connsiteX38" fmla="*/ 3554490 w 5763198"/>
              <a:gd name="connsiteY38" fmla="*/ 460367 h 6374064"/>
              <a:gd name="connsiteX39" fmla="*/ 462581 w 5763198"/>
              <a:gd name="connsiteY39" fmla="*/ 3993976 h 6374064"/>
              <a:gd name="connsiteX40" fmla="*/ 897378 w 5763198"/>
              <a:gd name="connsiteY40" fmla="*/ 6147274 h 6374064"/>
              <a:gd name="connsiteX41" fmla="*/ 1033153 w 5763198"/>
              <a:gd name="connsiteY41" fmla="*/ 6374064 h 6374064"/>
              <a:gd name="connsiteX42" fmla="*/ 493028 w 5763198"/>
              <a:gd name="connsiteY42" fmla="*/ 6374064 h 6374064"/>
              <a:gd name="connsiteX43" fmla="*/ 348006 w 5763198"/>
              <a:gd name="connsiteY43" fmla="*/ 6063412 h 6374064"/>
              <a:gd name="connsiteX44" fmla="*/ 0 w 5763198"/>
              <a:gd name="connsiteY44" fmla="*/ 3993976 h 6374064"/>
              <a:gd name="connsiteX45" fmla="*/ 887775 w 5763198"/>
              <a:gd name="connsiteY45" fmla="*/ 1034018 h 6374064"/>
              <a:gd name="connsiteX46" fmla="*/ 3554490 w 5763198"/>
              <a:gd name="connsiteY46" fmla="*/ 0 h 63740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5763198" h="6374064">
                <a:moveTo>
                  <a:pt x="3554522" y="1277148"/>
                </a:moveTo>
                <a:lnTo>
                  <a:pt x="4965198" y="2685220"/>
                </a:lnTo>
                <a:lnTo>
                  <a:pt x="4638987" y="3010816"/>
                </a:lnTo>
                <a:lnTo>
                  <a:pt x="3785164" y="2158571"/>
                </a:lnTo>
                <a:lnTo>
                  <a:pt x="3785164" y="3610576"/>
                </a:lnTo>
                <a:lnTo>
                  <a:pt x="4797652" y="3610576"/>
                </a:lnTo>
                <a:lnTo>
                  <a:pt x="4797652" y="4071018"/>
                </a:lnTo>
                <a:lnTo>
                  <a:pt x="3785164" y="4071018"/>
                </a:lnTo>
                <a:lnTo>
                  <a:pt x="3785164" y="4427325"/>
                </a:lnTo>
                <a:lnTo>
                  <a:pt x="4797652" y="4427325"/>
                </a:lnTo>
                <a:lnTo>
                  <a:pt x="4797652" y="4887800"/>
                </a:lnTo>
                <a:lnTo>
                  <a:pt x="3785164" y="4887800"/>
                </a:lnTo>
                <a:lnTo>
                  <a:pt x="3785164" y="5244106"/>
                </a:lnTo>
                <a:lnTo>
                  <a:pt x="4797652" y="5244106"/>
                </a:lnTo>
                <a:lnTo>
                  <a:pt x="4797652" y="5704548"/>
                </a:lnTo>
                <a:lnTo>
                  <a:pt x="3785164" y="5704548"/>
                </a:lnTo>
                <a:lnTo>
                  <a:pt x="3785164" y="6374064"/>
                </a:lnTo>
                <a:lnTo>
                  <a:pt x="3323858" y="6374064"/>
                </a:lnTo>
                <a:lnTo>
                  <a:pt x="3323858" y="5704548"/>
                </a:lnTo>
                <a:lnTo>
                  <a:pt x="2311348" y="5704548"/>
                </a:lnTo>
                <a:lnTo>
                  <a:pt x="2311348" y="5244106"/>
                </a:lnTo>
                <a:lnTo>
                  <a:pt x="3323858" y="5244106"/>
                </a:lnTo>
                <a:lnTo>
                  <a:pt x="3323858" y="4887800"/>
                </a:lnTo>
                <a:lnTo>
                  <a:pt x="2311348" y="4887800"/>
                </a:lnTo>
                <a:lnTo>
                  <a:pt x="2311348" y="4427325"/>
                </a:lnTo>
                <a:lnTo>
                  <a:pt x="3323858" y="4427325"/>
                </a:lnTo>
                <a:lnTo>
                  <a:pt x="3323858" y="4071018"/>
                </a:lnTo>
                <a:lnTo>
                  <a:pt x="2311348" y="4071018"/>
                </a:lnTo>
                <a:lnTo>
                  <a:pt x="2311348" y="3610576"/>
                </a:lnTo>
                <a:lnTo>
                  <a:pt x="3323858" y="3610576"/>
                </a:lnTo>
                <a:lnTo>
                  <a:pt x="3323858" y="2158603"/>
                </a:lnTo>
                <a:lnTo>
                  <a:pt x="2470036" y="3010816"/>
                </a:lnTo>
                <a:lnTo>
                  <a:pt x="2143825" y="2685220"/>
                </a:lnTo>
                <a:close/>
                <a:moveTo>
                  <a:pt x="3554490" y="0"/>
                </a:moveTo>
                <a:cubicBezTo>
                  <a:pt x="4429874" y="0"/>
                  <a:pt x="5153422" y="195695"/>
                  <a:pt x="5714575" y="582998"/>
                </a:cubicBezTo>
                <a:lnTo>
                  <a:pt x="5763198" y="618804"/>
                </a:lnTo>
                <a:lnTo>
                  <a:pt x="5763198" y="1232611"/>
                </a:lnTo>
                <a:lnTo>
                  <a:pt x="5668108" y="1136723"/>
                </a:lnTo>
                <a:cubicBezTo>
                  <a:pt x="5160837" y="685819"/>
                  <a:pt x="4456297" y="460367"/>
                  <a:pt x="3554490" y="460367"/>
                </a:cubicBezTo>
                <a:cubicBezTo>
                  <a:pt x="1493207" y="460367"/>
                  <a:pt x="462581" y="1638240"/>
                  <a:pt x="462581" y="3993976"/>
                </a:cubicBezTo>
                <a:cubicBezTo>
                  <a:pt x="462581" y="4877377"/>
                  <a:pt x="607513" y="5595144"/>
                  <a:pt x="897378" y="6147274"/>
                </a:cubicBezTo>
                <a:lnTo>
                  <a:pt x="1033153" y="6374064"/>
                </a:lnTo>
                <a:lnTo>
                  <a:pt x="493028" y="6374064"/>
                </a:lnTo>
                <a:lnTo>
                  <a:pt x="348006" y="6063412"/>
                </a:lnTo>
                <a:cubicBezTo>
                  <a:pt x="116679" y="5494171"/>
                  <a:pt x="0" y="4802111"/>
                  <a:pt x="0" y="3993976"/>
                </a:cubicBezTo>
                <a:cubicBezTo>
                  <a:pt x="0" y="2700970"/>
                  <a:pt x="298698" y="1705096"/>
                  <a:pt x="887775" y="1034018"/>
                </a:cubicBezTo>
                <a:cubicBezTo>
                  <a:pt x="1490095" y="347903"/>
                  <a:pt x="2387300" y="0"/>
                  <a:pt x="3554490" y="0"/>
                </a:cubicBezTo>
                <a:close/>
              </a:path>
            </a:pathLst>
          </a:custGeom>
          <a:solidFill>
            <a:schemeClr val="accent2">
              <a:alpha val="25000"/>
            </a:schemeClr>
          </a:solidFill>
          <a:ln w="3001"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990CE4FF-62C5-5C44-AE4A-3D38634FF8CF}"/>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7" name="Footer Placeholder 6">
            <a:extLst>
              <a:ext uri="{FF2B5EF4-FFF2-40B4-BE49-F238E27FC236}">
                <a16:creationId xmlns:a16="http://schemas.microsoft.com/office/drawing/2014/main" id="{3278743C-5E55-7D4C-9CFF-3A25EB7EE36F}"/>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2" name="Title 1"/>
          <p:cNvSpPr>
            <a:spLocks noGrp="1"/>
          </p:cNvSpPr>
          <p:nvPr>
            <p:ph type="title" hasCustomPrompt="1"/>
          </p:nvPr>
        </p:nvSpPr>
        <p:spPr>
          <a:xfrm>
            <a:off x="504825" y="1371600"/>
            <a:ext cx="7419975" cy="4718050"/>
          </a:xfrm>
        </p:spPr>
        <p:txBody>
          <a:bodyPr vert="horz" anchor="ctr"/>
          <a:lstStyle>
            <a:lvl1pPr>
              <a:defRPr sz="4800" b="1">
                <a:solidFill>
                  <a:schemeClr val="tx1"/>
                </a:solidFill>
              </a:defRPr>
            </a:lvl1pPr>
          </a:lstStyle>
          <a:p>
            <a:r>
              <a:rPr lang="en-US" dirty="0"/>
              <a:t>This slide is for a divider, statement or takeaway.</a:t>
            </a:r>
          </a:p>
        </p:txBody>
      </p:sp>
    </p:spTree>
    <p:extLst>
      <p:ext uri="{BB962C8B-B14F-4D97-AF65-F5344CB8AC3E}">
        <p14:creationId xmlns:p14="http://schemas.microsoft.com/office/powerpoint/2010/main" val="40395976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tion Header Blue">
    <p:bg>
      <p:bgPr>
        <a:solidFill>
          <a:schemeClr val="tx1"/>
        </a:solidFill>
        <a:effectLst/>
      </p:bgPr>
    </p:bg>
    <p:spTree>
      <p:nvGrpSpPr>
        <p:cNvPr id="1" name=""/>
        <p:cNvGrpSpPr/>
        <p:nvPr/>
      </p:nvGrpSpPr>
      <p:grpSpPr>
        <a:xfrm>
          <a:off x="0" y="0"/>
          <a:ext cx="0" cy="0"/>
          <a:chOff x="0" y="0"/>
          <a:chExt cx="0" cy="0"/>
        </a:xfrm>
      </p:grpSpPr>
      <p:sp>
        <p:nvSpPr>
          <p:cNvPr id="11" name="Freeform 10">
            <a:extLst>
              <a:ext uri="{FF2B5EF4-FFF2-40B4-BE49-F238E27FC236}">
                <a16:creationId xmlns:a16="http://schemas.microsoft.com/office/drawing/2014/main" id="{666FADEA-3B1D-38EC-A06D-527B0A9E3ADB}"/>
              </a:ext>
            </a:extLst>
          </p:cNvPr>
          <p:cNvSpPr/>
          <p:nvPr/>
        </p:nvSpPr>
        <p:spPr>
          <a:xfrm>
            <a:off x="6428802" y="483936"/>
            <a:ext cx="5763198" cy="6374064"/>
          </a:xfrm>
          <a:custGeom>
            <a:avLst/>
            <a:gdLst>
              <a:gd name="connsiteX0" fmla="*/ 3554522 w 5763198"/>
              <a:gd name="connsiteY0" fmla="*/ 1277148 h 6374064"/>
              <a:gd name="connsiteX1" fmla="*/ 4965198 w 5763198"/>
              <a:gd name="connsiteY1" fmla="*/ 2685220 h 6374064"/>
              <a:gd name="connsiteX2" fmla="*/ 4638987 w 5763198"/>
              <a:gd name="connsiteY2" fmla="*/ 3010816 h 6374064"/>
              <a:gd name="connsiteX3" fmla="*/ 3785164 w 5763198"/>
              <a:gd name="connsiteY3" fmla="*/ 2158571 h 6374064"/>
              <a:gd name="connsiteX4" fmla="*/ 3785164 w 5763198"/>
              <a:gd name="connsiteY4" fmla="*/ 3610576 h 6374064"/>
              <a:gd name="connsiteX5" fmla="*/ 4797652 w 5763198"/>
              <a:gd name="connsiteY5" fmla="*/ 3610576 h 6374064"/>
              <a:gd name="connsiteX6" fmla="*/ 4797652 w 5763198"/>
              <a:gd name="connsiteY6" fmla="*/ 4071018 h 6374064"/>
              <a:gd name="connsiteX7" fmla="*/ 3785164 w 5763198"/>
              <a:gd name="connsiteY7" fmla="*/ 4071018 h 6374064"/>
              <a:gd name="connsiteX8" fmla="*/ 3785164 w 5763198"/>
              <a:gd name="connsiteY8" fmla="*/ 4427325 h 6374064"/>
              <a:gd name="connsiteX9" fmla="*/ 4797652 w 5763198"/>
              <a:gd name="connsiteY9" fmla="*/ 4427325 h 6374064"/>
              <a:gd name="connsiteX10" fmla="*/ 4797652 w 5763198"/>
              <a:gd name="connsiteY10" fmla="*/ 4887800 h 6374064"/>
              <a:gd name="connsiteX11" fmla="*/ 3785164 w 5763198"/>
              <a:gd name="connsiteY11" fmla="*/ 4887800 h 6374064"/>
              <a:gd name="connsiteX12" fmla="*/ 3785164 w 5763198"/>
              <a:gd name="connsiteY12" fmla="*/ 5244106 h 6374064"/>
              <a:gd name="connsiteX13" fmla="*/ 4797652 w 5763198"/>
              <a:gd name="connsiteY13" fmla="*/ 5244106 h 6374064"/>
              <a:gd name="connsiteX14" fmla="*/ 4797652 w 5763198"/>
              <a:gd name="connsiteY14" fmla="*/ 5704548 h 6374064"/>
              <a:gd name="connsiteX15" fmla="*/ 3785164 w 5763198"/>
              <a:gd name="connsiteY15" fmla="*/ 5704548 h 6374064"/>
              <a:gd name="connsiteX16" fmla="*/ 3785164 w 5763198"/>
              <a:gd name="connsiteY16" fmla="*/ 6374064 h 6374064"/>
              <a:gd name="connsiteX17" fmla="*/ 3323858 w 5763198"/>
              <a:gd name="connsiteY17" fmla="*/ 6374064 h 6374064"/>
              <a:gd name="connsiteX18" fmla="*/ 3323858 w 5763198"/>
              <a:gd name="connsiteY18" fmla="*/ 5704548 h 6374064"/>
              <a:gd name="connsiteX19" fmla="*/ 2311348 w 5763198"/>
              <a:gd name="connsiteY19" fmla="*/ 5704548 h 6374064"/>
              <a:gd name="connsiteX20" fmla="*/ 2311348 w 5763198"/>
              <a:gd name="connsiteY20" fmla="*/ 5244106 h 6374064"/>
              <a:gd name="connsiteX21" fmla="*/ 3323858 w 5763198"/>
              <a:gd name="connsiteY21" fmla="*/ 5244106 h 6374064"/>
              <a:gd name="connsiteX22" fmla="*/ 3323858 w 5763198"/>
              <a:gd name="connsiteY22" fmla="*/ 4887800 h 6374064"/>
              <a:gd name="connsiteX23" fmla="*/ 2311348 w 5763198"/>
              <a:gd name="connsiteY23" fmla="*/ 4887800 h 6374064"/>
              <a:gd name="connsiteX24" fmla="*/ 2311348 w 5763198"/>
              <a:gd name="connsiteY24" fmla="*/ 4427325 h 6374064"/>
              <a:gd name="connsiteX25" fmla="*/ 3323858 w 5763198"/>
              <a:gd name="connsiteY25" fmla="*/ 4427325 h 6374064"/>
              <a:gd name="connsiteX26" fmla="*/ 3323858 w 5763198"/>
              <a:gd name="connsiteY26" fmla="*/ 4071018 h 6374064"/>
              <a:gd name="connsiteX27" fmla="*/ 2311348 w 5763198"/>
              <a:gd name="connsiteY27" fmla="*/ 4071018 h 6374064"/>
              <a:gd name="connsiteX28" fmla="*/ 2311348 w 5763198"/>
              <a:gd name="connsiteY28" fmla="*/ 3610576 h 6374064"/>
              <a:gd name="connsiteX29" fmla="*/ 3323858 w 5763198"/>
              <a:gd name="connsiteY29" fmla="*/ 3610576 h 6374064"/>
              <a:gd name="connsiteX30" fmla="*/ 3323858 w 5763198"/>
              <a:gd name="connsiteY30" fmla="*/ 2158603 h 6374064"/>
              <a:gd name="connsiteX31" fmla="*/ 2470036 w 5763198"/>
              <a:gd name="connsiteY31" fmla="*/ 3010816 h 6374064"/>
              <a:gd name="connsiteX32" fmla="*/ 2143825 w 5763198"/>
              <a:gd name="connsiteY32" fmla="*/ 2685220 h 6374064"/>
              <a:gd name="connsiteX33" fmla="*/ 3554490 w 5763198"/>
              <a:gd name="connsiteY33" fmla="*/ 0 h 6374064"/>
              <a:gd name="connsiteX34" fmla="*/ 5714575 w 5763198"/>
              <a:gd name="connsiteY34" fmla="*/ 582998 h 6374064"/>
              <a:gd name="connsiteX35" fmla="*/ 5763198 w 5763198"/>
              <a:gd name="connsiteY35" fmla="*/ 618804 h 6374064"/>
              <a:gd name="connsiteX36" fmla="*/ 5763198 w 5763198"/>
              <a:gd name="connsiteY36" fmla="*/ 1232611 h 6374064"/>
              <a:gd name="connsiteX37" fmla="*/ 5668108 w 5763198"/>
              <a:gd name="connsiteY37" fmla="*/ 1136723 h 6374064"/>
              <a:gd name="connsiteX38" fmla="*/ 3554490 w 5763198"/>
              <a:gd name="connsiteY38" fmla="*/ 460367 h 6374064"/>
              <a:gd name="connsiteX39" fmla="*/ 462581 w 5763198"/>
              <a:gd name="connsiteY39" fmla="*/ 3993976 h 6374064"/>
              <a:gd name="connsiteX40" fmla="*/ 897378 w 5763198"/>
              <a:gd name="connsiteY40" fmla="*/ 6147274 h 6374064"/>
              <a:gd name="connsiteX41" fmla="*/ 1033153 w 5763198"/>
              <a:gd name="connsiteY41" fmla="*/ 6374064 h 6374064"/>
              <a:gd name="connsiteX42" fmla="*/ 493028 w 5763198"/>
              <a:gd name="connsiteY42" fmla="*/ 6374064 h 6374064"/>
              <a:gd name="connsiteX43" fmla="*/ 348006 w 5763198"/>
              <a:gd name="connsiteY43" fmla="*/ 6063412 h 6374064"/>
              <a:gd name="connsiteX44" fmla="*/ 0 w 5763198"/>
              <a:gd name="connsiteY44" fmla="*/ 3993976 h 6374064"/>
              <a:gd name="connsiteX45" fmla="*/ 887775 w 5763198"/>
              <a:gd name="connsiteY45" fmla="*/ 1034018 h 6374064"/>
              <a:gd name="connsiteX46" fmla="*/ 3554490 w 5763198"/>
              <a:gd name="connsiteY46" fmla="*/ 0 h 63740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5763198" h="6374064">
                <a:moveTo>
                  <a:pt x="3554522" y="1277148"/>
                </a:moveTo>
                <a:lnTo>
                  <a:pt x="4965198" y="2685220"/>
                </a:lnTo>
                <a:lnTo>
                  <a:pt x="4638987" y="3010816"/>
                </a:lnTo>
                <a:lnTo>
                  <a:pt x="3785164" y="2158571"/>
                </a:lnTo>
                <a:lnTo>
                  <a:pt x="3785164" y="3610576"/>
                </a:lnTo>
                <a:lnTo>
                  <a:pt x="4797652" y="3610576"/>
                </a:lnTo>
                <a:lnTo>
                  <a:pt x="4797652" y="4071018"/>
                </a:lnTo>
                <a:lnTo>
                  <a:pt x="3785164" y="4071018"/>
                </a:lnTo>
                <a:lnTo>
                  <a:pt x="3785164" y="4427325"/>
                </a:lnTo>
                <a:lnTo>
                  <a:pt x="4797652" y="4427325"/>
                </a:lnTo>
                <a:lnTo>
                  <a:pt x="4797652" y="4887800"/>
                </a:lnTo>
                <a:lnTo>
                  <a:pt x="3785164" y="4887800"/>
                </a:lnTo>
                <a:lnTo>
                  <a:pt x="3785164" y="5244106"/>
                </a:lnTo>
                <a:lnTo>
                  <a:pt x="4797652" y="5244106"/>
                </a:lnTo>
                <a:lnTo>
                  <a:pt x="4797652" y="5704548"/>
                </a:lnTo>
                <a:lnTo>
                  <a:pt x="3785164" y="5704548"/>
                </a:lnTo>
                <a:lnTo>
                  <a:pt x="3785164" y="6374064"/>
                </a:lnTo>
                <a:lnTo>
                  <a:pt x="3323858" y="6374064"/>
                </a:lnTo>
                <a:lnTo>
                  <a:pt x="3323858" y="5704548"/>
                </a:lnTo>
                <a:lnTo>
                  <a:pt x="2311348" y="5704548"/>
                </a:lnTo>
                <a:lnTo>
                  <a:pt x="2311348" y="5244106"/>
                </a:lnTo>
                <a:lnTo>
                  <a:pt x="3323858" y="5244106"/>
                </a:lnTo>
                <a:lnTo>
                  <a:pt x="3323858" y="4887800"/>
                </a:lnTo>
                <a:lnTo>
                  <a:pt x="2311348" y="4887800"/>
                </a:lnTo>
                <a:lnTo>
                  <a:pt x="2311348" y="4427325"/>
                </a:lnTo>
                <a:lnTo>
                  <a:pt x="3323858" y="4427325"/>
                </a:lnTo>
                <a:lnTo>
                  <a:pt x="3323858" y="4071018"/>
                </a:lnTo>
                <a:lnTo>
                  <a:pt x="2311348" y="4071018"/>
                </a:lnTo>
                <a:lnTo>
                  <a:pt x="2311348" y="3610576"/>
                </a:lnTo>
                <a:lnTo>
                  <a:pt x="3323858" y="3610576"/>
                </a:lnTo>
                <a:lnTo>
                  <a:pt x="3323858" y="2158603"/>
                </a:lnTo>
                <a:lnTo>
                  <a:pt x="2470036" y="3010816"/>
                </a:lnTo>
                <a:lnTo>
                  <a:pt x="2143825" y="2685220"/>
                </a:lnTo>
                <a:close/>
                <a:moveTo>
                  <a:pt x="3554490" y="0"/>
                </a:moveTo>
                <a:cubicBezTo>
                  <a:pt x="4429874" y="0"/>
                  <a:pt x="5153422" y="195695"/>
                  <a:pt x="5714575" y="582998"/>
                </a:cubicBezTo>
                <a:lnTo>
                  <a:pt x="5763198" y="618804"/>
                </a:lnTo>
                <a:lnTo>
                  <a:pt x="5763198" y="1232611"/>
                </a:lnTo>
                <a:lnTo>
                  <a:pt x="5668108" y="1136723"/>
                </a:lnTo>
                <a:cubicBezTo>
                  <a:pt x="5160837" y="685819"/>
                  <a:pt x="4456297" y="460367"/>
                  <a:pt x="3554490" y="460367"/>
                </a:cubicBezTo>
                <a:cubicBezTo>
                  <a:pt x="1493207" y="460367"/>
                  <a:pt x="462581" y="1638240"/>
                  <a:pt x="462581" y="3993976"/>
                </a:cubicBezTo>
                <a:cubicBezTo>
                  <a:pt x="462581" y="4877377"/>
                  <a:pt x="607513" y="5595144"/>
                  <a:pt x="897378" y="6147274"/>
                </a:cubicBezTo>
                <a:lnTo>
                  <a:pt x="1033153" y="6374064"/>
                </a:lnTo>
                <a:lnTo>
                  <a:pt x="493028" y="6374064"/>
                </a:lnTo>
                <a:lnTo>
                  <a:pt x="348006" y="6063412"/>
                </a:lnTo>
                <a:cubicBezTo>
                  <a:pt x="116679" y="5494171"/>
                  <a:pt x="0" y="4802111"/>
                  <a:pt x="0" y="3993976"/>
                </a:cubicBezTo>
                <a:cubicBezTo>
                  <a:pt x="0" y="2700970"/>
                  <a:pt x="298698" y="1705096"/>
                  <a:pt x="887775" y="1034018"/>
                </a:cubicBezTo>
                <a:cubicBezTo>
                  <a:pt x="1490095" y="347903"/>
                  <a:pt x="2387300" y="0"/>
                  <a:pt x="3554490" y="0"/>
                </a:cubicBezTo>
                <a:close/>
              </a:path>
            </a:pathLst>
          </a:custGeom>
          <a:solidFill>
            <a:schemeClr val="accent1">
              <a:alpha val="25000"/>
            </a:schemeClr>
          </a:solidFill>
          <a:ln w="3001"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990CE4FF-62C5-5C44-AE4A-3D38634FF8CF}"/>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7" name="Footer Placeholder 6">
            <a:extLst>
              <a:ext uri="{FF2B5EF4-FFF2-40B4-BE49-F238E27FC236}">
                <a16:creationId xmlns:a16="http://schemas.microsoft.com/office/drawing/2014/main" id="{3278743C-5E55-7D4C-9CFF-3A25EB7EE36F}"/>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2" name="Title 1"/>
          <p:cNvSpPr>
            <a:spLocks noGrp="1"/>
          </p:cNvSpPr>
          <p:nvPr>
            <p:ph type="title" hasCustomPrompt="1"/>
          </p:nvPr>
        </p:nvSpPr>
        <p:spPr>
          <a:xfrm>
            <a:off x="504825" y="1371600"/>
            <a:ext cx="7419975" cy="4718050"/>
          </a:xfrm>
        </p:spPr>
        <p:txBody>
          <a:bodyPr vert="horz" anchor="ctr"/>
          <a:lstStyle>
            <a:lvl1pPr>
              <a:defRPr sz="4800" b="1">
                <a:solidFill>
                  <a:schemeClr val="bg1"/>
                </a:solidFill>
              </a:defRPr>
            </a:lvl1pPr>
          </a:lstStyle>
          <a:p>
            <a:r>
              <a:rPr lang="en-US" dirty="0"/>
              <a:t>This slide is for a divider, statement or takeaway.</a:t>
            </a:r>
          </a:p>
        </p:txBody>
      </p:sp>
    </p:spTree>
    <p:extLst>
      <p:ext uri="{BB962C8B-B14F-4D97-AF65-F5344CB8AC3E}">
        <p14:creationId xmlns:p14="http://schemas.microsoft.com/office/powerpoint/2010/main" val="74695729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Title Only +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ZoneTexte 2">
            <a:extLst>
              <a:ext uri="{FF2B5EF4-FFF2-40B4-BE49-F238E27FC236}">
                <a16:creationId xmlns:a16="http://schemas.microsoft.com/office/drawing/2014/main" id="{9187A733-2828-FF4D-A1DC-7E7D7BF66120}"/>
              </a:ext>
            </a:extLst>
          </p:cNvPr>
          <p:cNvSpPr txBox="1"/>
          <p:nvPr/>
        </p:nvSpPr>
        <p:spPr>
          <a:xfrm>
            <a:off x="2" y="1997839"/>
            <a:ext cx="12191999" cy="2862322"/>
          </a:xfrm>
          <a:prstGeom prst="rect">
            <a:avLst/>
          </a:prstGeom>
          <a:noFill/>
        </p:spPr>
        <p:txBody>
          <a:bodyPr wrap="square" lIns="337500" rIns="337500" rtlCol="0" anchor="ctr" anchorCtr="0">
            <a:spAutoFit/>
          </a:bodyPr>
          <a:lstStyle/>
          <a:p>
            <a:pPr algn="ctr"/>
            <a:r>
              <a:rPr lang="en-CA" sz="9000" i="0" noProof="0" dirty="0">
                <a:solidFill>
                  <a:schemeClr val="tx2"/>
                </a:solidFill>
                <a:latin typeface="+mn-lt"/>
              </a:rPr>
              <a:t>Title Only + Content layouts</a:t>
            </a:r>
          </a:p>
        </p:txBody>
      </p:sp>
    </p:spTree>
    <p:extLst>
      <p:ext uri="{BB962C8B-B14F-4D97-AF65-F5344CB8AC3E}">
        <p14:creationId xmlns:p14="http://schemas.microsoft.com/office/powerpoint/2010/main" val="416693999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000755A1-263A-3047-860B-B811081C9CD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7" name="Footer Placeholder 6">
            <a:extLst>
              <a:ext uri="{FF2B5EF4-FFF2-40B4-BE49-F238E27FC236}">
                <a16:creationId xmlns:a16="http://schemas.microsoft.com/office/drawing/2014/main" id="{AF8D8092-2468-D648-A089-3B1A9527298B}"/>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3" name="Footnote Placeholder">
            <a:extLst>
              <a:ext uri="{FF2B5EF4-FFF2-40B4-BE49-F238E27FC236}">
                <a16:creationId xmlns:a16="http://schemas.microsoft.com/office/drawing/2014/main" id="{5157959E-651B-B14F-BA5B-24DA1DB08587}"/>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p:txBody>
          <a:bodyPr vert="horz"/>
          <a:lstStyle/>
          <a:p>
            <a:r>
              <a:rPr lang="en-US" dirty="0"/>
              <a:t>Slide title; Arial 32pt bold, sentence case. This layout accommodates a title that extends downward to a 2nd line.</a:t>
            </a:r>
          </a:p>
        </p:txBody>
      </p:sp>
      <p:sp>
        <p:nvSpPr>
          <p:cNvPr id="3" name="Content Placeholder 2"/>
          <p:cNvSpPr>
            <a:spLocks noGrp="1"/>
          </p:cNvSpPr>
          <p:nvPr>
            <p:ph idx="1" hasCustomPrompt="1"/>
          </p:nvPr>
        </p:nvSpPr>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5585503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p:txBody>
          <a:bodyPr vert="horz"/>
          <a:lstStyle/>
          <a:p>
            <a:r>
              <a:rPr lang="en-US" dirty="0"/>
              <a:t>Slide title; Arial 32pt bold, sentence case. This layout accommodates a title that extends downward to a 2nd line.</a:t>
            </a:r>
          </a:p>
        </p:txBody>
      </p:sp>
      <p:sp>
        <p:nvSpPr>
          <p:cNvPr id="3" name="Content Placeholder 2"/>
          <p:cNvSpPr>
            <a:spLocks noGrp="1"/>
          </p:cNvSpPr>
          <p:nvPr>
            <p:ph sz="half" idx="1" hasCustomPrompt="1"/>
          </p:nvPr>
        </p:nvSpPr>
        <p:spPr>
          <a:xfrm>
            <a:off x="512063" y="1698625"/>
            <a:ext cx="5350855"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6349019" y="1698625"/>
            <a:ext cx="5350855"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27478196"/>
      </p:ext>
    </p:extLst>
  </p:cSld>
  <p:clrMapOvr>
    <a:masterClrMapping/>
  </p:clrMapOvr>
  <p:extLst>
    <p:ext uri="{DCECCB84-F9BA-43D5-87BE-67443E8EF086}">
      <p15:sldGuideLst xmlns:p15="http://schemas.microsoft.com/office/powerpoint/2012/main">
        <p15:guide id="1" pos="3696">
          <p15:clr>
            <a:srgbClr val="FBAE40"/>
          </p15:clr>
        </p15:guide>
        <p15:guide id="2" pos="3994">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hree Content">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p:txBody>
          <a:bodyPr vert="horz"/>
          <a:lstStyle/>
          <a:p>
            <a:r>
              <a:rPr lang="en-US" dirty="0"/>
              <a:t>Slide title; Arial 32pt bold, sentence case. This layout accommodates a title that extends downward to a 2nd line.</a:t>
            </a:r>
          </a:p>
        </p:txBody>
      </p:sp>
      <p:sp>
        <p:nvSpPr>
          <p:cNvPr id="3" name="Content Placeholder 2"/>
          <p:cNvSpPr>
            <a:spLocks noGrp="1"/>
          </p:cNvSpPr>
          <p:nvPr>
            <p:ph sz="half" idx="1" hasCustomPrompt="1"/>
          </p:nvPr>
        </p:nvSpPr>
        <p:spPr>
          <a:xfrm>
            <a:off x="512063" y="1698625"/>
            <a:ext cx="3411513"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4390247" y="1698625"/>
            <a:ext cx="3421479"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Content Placeholder 3">
            <a:extLst>
              <a:ext uri="{FF2B5EF4-FFF2-40B4-BE49-F238E27FC236}">
                <a16:creationId xmlns:a16="http://schemas.microsoft.com/office/drawing/2014/main" id="{E0497FFB-B6FA-9D4E-B0A9-2B64230540B2}"/>
              </a:ext>
            </a:extLst>
          </p:cNvPr>
          <p:cNvSpPr>
            <a:spLocks noGrp="1"/>
          </p:cNvSpPr>
          <p:nvPr>
            <p:ph sz="half" idx="13" hasCustomPrompt="1"/>
          </p:nvPr>
        </p:nvSpPr>
        <p:spPr>
          <a:xfrm>
            <a:off x="8278396" y="1698625"/>
            <a:ext cx="3421479"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642726511"/>
      </p:ext>
    </p:extLst>
  </p:cSld>
  <p:clrMapOvr>
    <a:masterClrMapping/>
  </p:clrMapOvr>
  <p:extLst>
    <p:ext uri="{DCECCB84-F9BA-43D5-87BE-67443E8EF086}">
      <p15:sldGuideLst xmlns:p15="http://schemas.microsoft.com/office/powerpoint/2012/main">
        <p15:guide id="1" pos="2472">
          <p15:clr>
            <a:srgbClr val="FBAE40"/>
          </p15:clr>
        </p15:guide>
        <p15:guide id="2" pos="2760">
          <p15:clr>
            <a:srgbClr val="FBAE40"/>
          </p15:clr>
        </p15:guide>
        <p15:guide id="3" pos="4920">
          <p15:clr>
            <a:srgbClr val="FBAE40"/>
          </p15:clr>
        </p15:guide>
        <p15:guide id="4" pos="5208">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Four Content">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p:txBody>
          <a:bodyPr vert="horz"/>
          <a:lstStyle/>
          <a:p>
            <a:r>
              <a:rPr lang="en-US" dirty="0"/>
              <a:t>Slide title; Arial 32pt bold, sentence case. This layout accommodates a title that extends downward to a 2nd line.</a:t>
            </a:r>
          </a:p>
        </p:txBody>
      </p:sp>
      <p:sp>
        <p:nvSpPr>
          <p:cNvPr id="3" name="Content Placeholder 2"/>
          <p:cNvSpPr>
            <a:spLocks noGrp="1"/>
          </p:cNvSpPr>
          <p:nvPr>
            <p:ph sz="half" idx="1" hasCustomPrompt="1"/>
          </p:nvPr>
        </p:nvSpPr>
        <p:spPr>
          <a:xfrm>
            <a:off x="512063" y="1698625"/>
            <a:ext cx="2512665" cy="4406900"/>
          </a:xfrm>
        </p:spPr>
        <p:txBody>
          <a:bodyPr/>
          <a:lstStyle>
            <a:lvl1pPr>
              <a:defRPr sz="1400"/>
            </a:lvl1pPr>
            <a:lvl2pPr>
              <a:defRPr sz="1400"/>
            </a:lvl2pPr>
            <a:lvl3pPr>
              <a:defRPr sz="1400"/>
            </a:lvl3pPr>
            <a:lvl4pPr>
              <a:defRPr sz="1400"/>
            </a:lvl4pPr>
            <a:lvl5pPr>
              <a:defRPr sz="1400"/>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3394922" y="1698625"/>
            <a:ext cx="2522219" cy="4406900"/>
          </a:xfrm>
        </p:spPr>
        <p:txBody>
          <a:bodyPr/>
          <a:lstStyle>
            <a:lvl1pPr>
              <a:defRPr sz="1400"/>
            </a:lvl1pPr>
            <a:lvl2pPr>
              <a:defRPr sz="1400"/>
            </a:lvl2pPr>
            <a:lvl3pPr>
              <a:defRPr sz="1400"/>
            </a:lvl3pPr>
            <a:lvl4pPr>
              <a:defRPr sz="1400"/>
            </a:lvl4pPr>
            <a:lvl5pPr>
              <a:defRPr sz="1400"/>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Content Placeholder 3">
            <a:extLst>
              <a:ext uri="{FF2B5EF4-FFF2-40B4-BE49-F238E27FC236}">
                <a16:creationId xmlns:a16="http://schemas.microsoft.com/office/drawing/2014/main" id="{E0497FFB-B6FA-9D4E-B0A9-2B64230540B2}"/>
              </a:ext>
            </a:extLst>
          </p:cNvPr>
          <p:cNvSpPr>
            <a:spLocks noGrp="1"/>
          </p:cNvSpPr>
          <p:nvPr>
            <p:ph sz="half" idx="13" hasCustomPrompt="1"/>
          </p:nvPr>
        </p:nvSpPr>
        <p:spPr>
          <a:xfrm>
            <a:off x="6287335" y="1698625"/>
            <a:ext cx="2516188" cy="4406900"/>
          </a:xfrm>
        </p:spPr>
        <p:txBody>
          <a:bodyPr/>
          <a:lstStyle>
            <a:lvl1pPr>
              <a:defRPr sz="1400"/>
            </a:lvl1pPr>
            <a:lvl2pPr>
              <a:defRPr sz="1400"/>
            </a:lvl2pPr>
            <a:lvl3pPr>
              <a:defRPr sz="1400"/>
            </a:lvl3pPr>
            <a:lvl4pPr>
              <a:defRPr sz="1400"/>
            </a:lvl4pPr>
            <a:lvl5pPr>
              <a:defRPr sz="1400"/>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Content Placeholder 3">
            <a:extLst>
              <a:ext uri="{FF2B5EF4-FFF2-40B4-BE49-F238E27FC236}">
                <a16:creationId xmlns:a16="http://schemas.microsoft.com/office/drawing/2014/main" id="{5723D646-D659-4940-866D-282EF0E20D7A}"/>
              </a:ext>
            </a:extLst>
          </p:cNvPr>
          <p:cNvSpPr>
            <a:spLocks noGrp="1"/>
          </p:cNvSpPr>
          <p:nvPr>
            <p:ph sz="half" idx="14" hasCustomPrompt="1"/>
          </p:nvPr>
        </p:nvSpPr>
        <p:spPr>
          <a:xfrm>
            <a:off x="9173716" y="1698625"/>
            <a:ext cx="2516188" cy="4406900"/>
          </a:xfrm>
        </p:spPr>
        <p:txBody>
          <a:bodyPr/>
          <a:lstStyle>
            <a:lvl1pPr>
              <a:defRPr sz="1400"/>
            </a:lvl1pPr>
            <a:lvl2pPr>
              <a:defRPr sz="1400"/>
            </a:lvl2pPr>
            <a:lvl3pPr>
              <a:defRPr sz="1400"/>
            </a:lvl3pPr>
            <a:lvl4pPr>
              <a:defRPr sz="1400"/>
            </a:lvl4pPr>
            <a:lvl5pPr>
              <a:defRPr sz="1400"/>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7551346"/>
      </p:ext>
    </p:extLst>
  </p:cSld>
  <p:clrMapOvr>
    <a:masterClrMapping/>
  </p:clrMapOvr>
  <p:extLst>
    <p:ext uri="{DCECCB84-F9BA-43D5-87BE-67443E8EF086}">
      <p15:sldGuideLst xmlns:p15="http://schemas.microsoft.com/office/powerpoint/2012/main">
        <p15:guide id="1" pos="1896">
          <p15:clr>
            <a:srgbClr val="FBAE40"/>
          </p15:clr>
        </p15:guide>
        <p15:guide id="2" pos="2136">
          <p15:clr>
            <a:srgbClr val="FBAE40"/>
          </p15:clr>
        </p15:guide>
        <p15:guide id="3" pos="5545">
          <p15:clr>
            <a:srgbClr val="FBAE40"/>
          </p15:clr>
        </p15:guide>
        <p15:guide id="4" pos="5777">
          <p15:clr>
            <a:srgbClr val="FBAE40"/>
          </p15:clr>
        </p15:guide>
        <p15:guide id="5" pos="3720">
          <p15:clr>
            <a:srgbClr val="FBAE40"/>
          </p15:clr>
        </p15:guide>
        <p15:guide id="6" pos="39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Four Charts">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457201"/>
            <a:ext cx="11184423" cy="545670"/>
          </a:xfrm>
        </p:spPr>
        <p:txBody>
          <a:bodyPr vert="horz"/>
          <a:lstStyle/>
          <a:p>
            <a:r>
              <a:rPr lang="en-US" dirty="0"/>
              <a:t>Slide title; Arial 32pt bold, sentence case (1 line)</a:t>
            </a:r>
          </a:p>
        </p:txBody>
      </p:sp>
      <p:cxnSp>
        <p:nvCxnSpPr>
          <p:cNvPr id="11" name="Straight Connector 10">
            <a:extLst>
              <a:ext uri="{FF2B5EF4-FFF2-40B4-BE49-F238E27FC236}">
                <a16:creationId xmlns:a16="http://schemas.microsoft.com/office/drawing/2014/main" id="{869F89A7-422D-6E43-B01B-1C31D8C92DF7}"/>
              </a:ext>
            </a:extLst>
          </p:cNvPr>
          <p:cNvCxnSpPr>
            <a:cxnSpLocks/>
          </p:cNvCxnSpPr>
          <p:nvPr/>
        </p:nvCxnSpPr>
        <p:spPr>
          <a:xfrm>
            <a:off x="6096000" y="1245991"/>
            <a:ext cx="0" cy="503722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B854DB1-6F60-374F-85D1-2078301A4756}"/>
              </a:ext>
            </a:extLst>
          </p:cNvPr>
          <p:cNvCxnSpPr>
            <a:cxnSpLocks/>
          </p:cNvCxnSpPr>
          <p:nvPr/>
        </p:nvCxnSpPr>
        <p:spPr>
          <a:xfrm>
            <a:off x="514662" y="3672114"/>
            <a:ext cx="1116267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6" name="Chart Placeholder 5">
            <a:extLst>
              <a:ext uri="{FF2B5EF4-FFF2-40B4-BE49-F238E27FC236}">
                <a16:creationId xmlns:a16="http://schemas.microsoft.com/office/drawing/2014/main" id="{2EECEB55-4129-C142-B378-69A5542D932F}"/>
              </a:ext>
            </a:extLst>
          </p:cNvPr>
          <p:cNvSpPr>
            <a:spLocks noGrp="1"/>
          </p:cNvSpPr>
          <p:nvPr>
            <p:ph type="chart" sz="quarter" idx="13"/>
          </p:nvPr>
        </p:nvSpPr>
        <p:spPr>
          <a:xfrm>
            <a:off x="1965882" y="1245991"/>
            <a:ext cx="3772813" cy="2286388"/>
          </a:xfrm>
        </p:spPr>
        <p:txBody>
          <a:bodyPr/>
          <a:lstStyle>
            <a:lvl1pPr>
              <a:defRPr sz="1200">
                <a:solidFill>
                  <a:srgbClr val="FF0000"/>
                </a:solidFill>
              </a:defRPr>
            </a:lvl1pPr>
          </a:lstStyle>
          <a:p>
            <a:r>
              <a:rPr lang="en-US"/>
              <a:t>Click icon to add chart</a:t>
            </a:r>
          </a:p>
        </p:txBody>
      </p:sp>
      <p:sp>
        <p:nvSpPr>
          <p:cNvPr id="16" name="Text Placeholder 15">
            <a:extLst>
              <a:ext uri="{FF2B5EF4-FFF2-40B4-BE49-F238E27FC236}">
                <a16:creationId xmlns:a16="http://schemas.microsoft.com/office/drawing/2014/main" id="{88A2C02F-6913-2B43-A60C-B20E91E2B847}"/>
              </a:ext>
            </a:extLst>
          </p:cNvPr>
          <p:cNvSpPr>
            <a:spLocks noGrp="1"/>
          </p:cNvSpPr>
          <p:nvPr>
            <p:ph type="body" sz="quarter" idx="14" hasCustomPrompt="1"/>
          </p:nvPr>
        </p:nvSpPr>
        <p:spPr>
          <a:xfrm>
            <a:off x="512063" y="1246188"/>
            <a:ext cx="1103106" cy="1073920"/>
          </a:xfrm>
        </p:spPr>
        <p:txBody>
          <a:bodyPr/>
          <a:lstStyle>
            <a:lvl1pPr>
              <a:defRPr b="1"/>
            </a:lvl1pPr>
          </a:lstStyle>
          <a:p>
            <a:pPr lvl="0"/>
            <a:r>
              <a:rPr lang="en-US" dirty="0"/>
              <a:t>Chart title</a:t>
            </a:r>
          </a:p>
        </p:txBody>
      </p:sp>
      <p:sp>
        <p:nvSpPr>
          <p:cNvPr id="19" name="Chart Placeholder 5">
            <a:extLst>
              <a:ext uri="{FF2B5EF4-FFF2-40B4-BE49-F238E27FC236}">
                <a16:creationId xmlns:a16="http://schemas.microsoft.com/office/drawing/2014/main" id="{FBED512D-1416-8241-B26E-2C62760A3337}"/>
              </a:ext>
            </a:extLst>
          </p:cNvPr>
          <p:cNvSpPr>
            <a:spLocks noGrp="1"/>
          </p:cNvSpPr>
          <p:nvPr>
            <p:ph type="chart" sz="quarter" idx="15"/>
          </p:nvPr>
        </p:nvSpPr>
        <p:spPr>
          <a:xfrm>
            <a:off x="7900534" y="1245991"/>
            <a:ext cx="3772813" cy="2286388"/>
          </a:xfrm>
        </p:spPr>
        <p:txBody>
          <a:bodyPr/>
          <a:lstStyle>
            <a:lvl1pPr>
              <a:defRPr sz="1200">
                <a:solidFill>
                  <a:srgbClr val="FF0000"/>
                </a:solidFill>
              </a:defRPr>
            </a:lvl1pPr>
          </a:lstStyle>
          <a:p>
            <a:r>
              <a:rPr lang="en-US"/>
              <a:t>Click icon to add chart</a:t>
            </a:r>
          </a:p>
        </p:txBody>
      </p:sp>
      <p:sp>
        <p:nvSpPr>
          <p:cNvPr id="20" name="Text Placeholder 15">
            <a:extLst>
              <a:ext uri="{FF2B5EF4-FFF2-40B4-BE49-F238E27FC236}">
                <a16:creationId xmlns:a16="http://schemas.microsoft.com/office/drawing/2014/main" id="{AA19A0ED-BA56-C641-9FF8-E82F9484CB2A}"/>
              </a:ext>
            </a:extLst>
          </p:cNvPr>
          <p:cNvSpPr>
            <a:spLocks noGrp="1"/>
          </p:cNvSpPr>
          <p:nvPr>
            <p:ph type="body" sz="quarter" idx="16" hasCustomPrompt="1"/>
          </p:nvPr>
        </p:nvSpPr>
        <p:spPr>
          <a:xfrm>
            <a:off x="6446715" y="1246188"/>
            <a:ext cx="1103106" cy="1073920"/>
          </a:xfrm>
        </p:spPr>
        <p:txBody>
          <a:bodyPr/>
          <a:lstStyle>
            <a:lvl1pPr>
              <a:defRPr b="1"/>
            </a:lvl1pPr>
          </a:lstStyle>
          <a:p>
            <a:pPr lvl="0"/>
            <a:r>
              <a:rPr lang="en-US" dirty="0"/>
              <a:t>Chart title</a:t>
            </a:r>
          </a:p>
        </p:txBody>
      </p:sp>
      <p:sp>
        <p:nvSpPr>
          <p:cNvPr id="21" name="Chart Placeholder 5">
            <a:extLst>
              <a:ext uri="{FF2B5EF4-FFF2-40B4-BE49-F238E27FC236}">
                <a16:creationId xmlns:a16="http://schemas.microsoft.com/office/drawing/2014/main" id="{411CA850-8503-9541-BEA4-672B310F90A7}"/>
              </a:ext>
            </a:extLst>
          </p:cNvPr>
          <p:cNvSpPr>
            <a:spLocks noGrp="1"/>
          </p:cNvSpPr>
          <p:nvPr>
            <p:ph type="chart" sz="quarter" idx="17"/>
          </p:nvPr>
        </p:nvSpPr>
        <p:spPr>
          <a:xfrm>
            <a:off x="1965882" y="3996819"/>
            <a:ext cx="3772813" cy="2286388"/>
          </a:xfrm>
        </p:spPr>
        <p:txBody>
          <a:bodyPr/>
          <a:lstStyle>
            <a:lvl1pPr>
              <a:defRPr sz="1200">
                <a:solidFill>
                  <a:srgbClr val="FF0000"/>
                </a:solidFill>
              </a:defRPr>
            </a:lvl1pPr>
          </a:lstStyle>
          <a:p>
            <a:r>
              <a:rPr lang="en-US"/>
              <a:t>Click icon to add chart</a:t>
            </a:r>
          </a:p>
        </p:txBody>
      </p:sp>
      <p:sp>
        <p:nvSpPr>
          <p:cNvPr id="22" name="Text Placeholder 15">
            <a:extLst>
              <a:ext uri="{FF2B5EF4-FFF2-40B4-BE49-F238E27FC236}">
                <a16:creationId xmlns:a16="http://schemas.microsoft.com/office/drawing/2014/main" id="{9DAD6729-5DDE-B249-8CA6-D07213AF42CF}"/>
              </a:ext>
            </a:extLst>
          </p:cNvPr>
          <p:cNvSpPr>
            <a:spLocks noGrp="1"/>
          </p:cNvSpPr>
          <p:nvPr>
            <p:ph type="body" sz="quarter" idx="18" hasCustomPrompt="1"/>
          </p:nvPr>
        </p:nvSpPr>
        <p:spPr>
          <a:xfrm>
            <a:off x="512063" y="3997016"/>
            <a:ext cx="1103106" cy="1073920"/>
          </a:xfrm>
        </p:spPr>
        <p:txBody>
          <a:bodyPr/>
          <a:lstStyle>
            <a:lvl1pPr>
              <a:defRPr b="1"/>
            </a:lvl1pPr>
          </a:lstStyle>
          <a:p>
            <a:pPr lvl="0"/>
            <a:r>
              <a:rPr lang="en-US" dirty="0"/>
              <a:t>Chart title</a:t>
            </a:r>
          </a:p>
        </p:txBody>
      </p:sp>
      <p:sp>
        <p:nvSpPr>
          <p:cNvPr id="23" name="Chart Placeholder 5">
            <a:extLst>
              <a:ext uri="{FF2B5EF4-FFF2-40B4-BE49-F238E27FC236}">
                <a16:creationId xmlns:a16="http://schemas.microsoft.com/office/drawing/2014/main" id="{CE4A6E97-2092-E146-9440-ACDFA4D9DC57}"/>
              </a:ext>
            </a:extLst>
          </p:cNvPr>
          <p:cNvSpPr>
            <a:spLocks noGrp="1"/>
          </p:cNvSpPr>
          <p:nvPr>
            <p:ph type="chart" sz="quarter" idx="19"/>
          </p:nvPr>
        </p:nvSpPr>
        <p:spPr>
          <a:xfrm>
            <a:off x="7900534" y="3996819"/>
            <a:ext cx="3772813" cy="2286388"/>
          </a:xfrm>
        </p:spPr>
        <p:txBody>
          <a:bodyPr/>
          <a:lstStyle>
            <a:lvl1pPr>
              <a:defRPr sz="1200">
                <a:solidFill>
                  <a:srgbClr val="FF0000"/>
                </a:solidFill>
              </a:defRPr>
            </a:lvl1pPr>
          </a:lstStyle>
          <a:p>
            <a:r>
              <a:rPr lang="en-US"/>
              <a:t>Click icon to add chart</a:t>
            </a:r>
          </a:p>
        </p:txBody>
      </p:sp>
      <p:sp>
        <p:nvSpPr>
          <p:cNvPr id="24" name="Text Placeholder 15">
            <a:extLst>
              <a:ext uri="{FF2B5EF4-FFF2-40B4-BE49-F238E27FC236}">
                <a16:creationId xmlns:a16="http://schemas.microsoft.com/office/drawing/2014/main" id="{D8573F34-F275-3047-800C-0AE4F271C6B8}"/>
              </a:ext>
            </a:extLst>
          </p:cNvPr>
          <p:cNvSpPr>
            <a:spLocks noGrp="1"/>
          </p:cNvSpPr>
          <p:nvPr>
            <p:ph type="body" sz="quarter" idx="20" hasCustomPrompt="1"/>
          </p:nvPr>
        </p:nvSpPr>
        <p:spPr>
          <a:xfrm>
            <a:off x="6446715" y="3997016"/>
            <a:ext cx="1103106" cy="1073920"/>
          </a:xfrm>
        </p:spPr>
        <p:txBody>
          <a:bodyPr/>
          <a:lstStyle>
            <a:lvl1pPr>
              <a:defRPr b="1"/>
            </a:lvl1pPr>
          </a:lstStyle>
          <a:p>
            <a:pPr lvl="0"/>
            <a:r>
              <a:rPr lang="en-US" dirty="0"/>
              <a:t>Chart title</a:t>
            </a:r>
          </a:p>
        </p:txBody>
      </p:sp>
    </p:spTree>
    <p:extLst>
      <p:ext uri="{BB962C8B-B14F-4D97-AF65-F5344CB8AC3E}">
        <p14:creationId xmlns:p14="http://schemas.microsoft.com/office/powerpoint/2010/main" val="2065409019"/>
      </p:ext>
    </p:extLst>
  </p:cSld>
  <p:clrMapOvr>
    <a:masterClrMapping/>
  </p:clrMapOvr>
  <p:extLst>
    <p:ext uri="{DCECCB84-F9BA-43D5-87BE-67443E8EF086}">
      <p15:sldGuideLst xmlns:p15="http://schemas.microsoft.com/office/powerpoint/2012/main">
        <p15:guide id="1" pos="3696">
          <p15:clr>
            <a:srgbClr val="FBAE40"/>
          </p15:clr>
        </p15:guide>
        <p15:guide id="2" pos="3994">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82389133-8F79-AF42-B505-8A150931C3C6}"/>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6" name="Footer Placeholder 5">
            <a:extLst>
              <a:ext uri="{FF2B5EF4-FFF2-40B4-BE49-F238E27FC236}">
                <a16:creationId xmlns:a16="http://schemas.microsoft.com/office/drawing/2014/main" id="{31269DCA-0308-5E4B-8136-84AD580937A8}"/>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9" name="Footnote Placeholder">
            <a:extLst>
              <a:ext uri="{FF2B5EF4-FFF2-40B4-BE49-F238E27FC236}">
                <a16:creationId xmlns:a16="http://schemas.microsoft.com/office/drawing/2014/main" id="{180F6E86-A27A-FE40-B016-EB59307BF3CC}"/>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p:txBody>
          <a:bodyPr vert="horz"/>
          <a:lstStyle/>
          <a:p>
            <a:r>
              <a:rPr lang="en-US" dirty="0"/>
              <a:t>Slide title; Arial 32pt bold, sentence case. This layout accommodates a title that extends downward to a 2nd line.</a:t>
            </a:r>
          </a:p>
        </p:txBody>
      </p:sp>
    </p:spTree>
    <p:extLst>
      <p:ext uri="{BB962C8B-B14F-4D97-AF65-F5344CB8AC3E}">
        <p14:creationId xmlns:p14="http://schemas.microsoft.com/office/powerpoint/2010/main" val="128833335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BE1BF1AE-67E6-D446-9A89-2B8C3A9901F5}"/>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5" name="Footer Placeholder 4">
            <a:extLst>
              <a:ext uri="{FF2B5EF4-FFF2-40B4-BE49-F238E27FC236}">
                <a16:creationId xmlns:a16="http://schemas.microsoft.com/office/drawing/2014/main" id="{A128E978-662F-C447-A394-0BFDCC3348A4}"/>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7" name="Footnote Placeholder">
            <a:extLst>
              <a:ext uri="{FF2B5EF4-FFF2-40B4-BE49-F238E27FC236}">
                <a16:creationId xmlns:a16="http://schemas.microsoft.com/office/drawing/2014/main" id="{900719BC-444F-1F41-A58F-CF38F8649706}"/>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Tree>
    <p:extLst>
      <p:ext uri="{BB962C8B-B14F-4D97-AF65-F5344CB8AC3E}">
        <p14:creationId xmlns:p14="http://schemas.microsoft.com/office/powerpoint/2010/main" val="64839624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Content Blue">
    <p:bg>
      <p:bgPr>
        <a:solidFill>
          <a:schemeClr val="tx1"/>
        </a:solidFill>
        <a:effectLst/>
      </p:bgPr>
    </p:bg>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000755A1-263A-3047-860B-B811081C9CD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7" name="Footer Placeholder 6">
            <a:extLst>
              <a:ext uri="{FF2B5EF4-FFF2-40B4-BE49-F238E27FC236}">
                <a16:creationId xmlns:a16="http://schemas.microsoft.com/office/drawing/2014/main" id="{AF8D8092-2468-D648-A089-3B1A9527298B}"/>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3" name="Footnote Placeholder">
            <a:extLst>
              <a:ext uri="{FF2B5EF4-FFF2-40B4-BE49-F238E27FC236}">
                <a16:creationId xmlns:a16="http://schemas.microsoft.com/office/drawing/2014/main" id="{5157959E-651B-B14F-BA5B-24DA1DB08587}"/>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p:txBody>
          <a:bodyPr vert="horz"/>
          <a:lstStyle>
            <a:lvl1pPr>
              <a:defRPr>
                <a:solidFill>
                  <a:schemeClr val="bg1"/>
                </a:solidFill>
              </a:defRPr>
            </a:lvl1pPr>
          </a:lstStyle>
          <a:p>
            <a:r>
              <a:rPr lang="en-US" dirty="0"/>
              <a:t>Slide title; Arial 32pt bold, sentence case. This layout accommodates a title that extends downward to a 2nd line.</a:t>
            </a:r>
          </a:p>
        </p:txBody>
      </p:sp>
      <p:sp>
        <p:nvSpPr>
          <p:cNvPr id="3" name="Content Placeholder 2"/>
          <p:cNvSpPr>
            <a:spLocks noGrp="1"/>
          </p:cNvSpPr>
          <p:nvPr>
            <p:ph idx="1" hasCustomPrompt="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25397129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wo Content Blue">
    <p:bg>
      <p:bgPr>
        <a:solidFill>
          <a:schemeClr val="tx1"/>
        </a:solidFill>
        <a:effectLst/>
      </p:bgPr>
    </p:bg>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p:txBody>
          <a:bodyPr vert="horz"/>
          <a:lstStyle>
            <a:lvl1pPr>
              <a:defRPr>
                <a:solidFill>
                  <a:schemeClr val="bg1"/>
                </a:solidFill>
              </a:defRPr>
            </a:lvl1pPr>
          </a:lstStyle>
          <a:p>
            <a:r>
              <a:rPr lang="en-US" dirty="0"/>
              <a:t>Slide title; Arial 32pt bold, sentence case. This layout accommodates a title that extends downward to a 2nd line.</a:t>
            </a:r>
          </a:p>
        </p:txBody>
      </p:sp>
      <p:sp>
        <p:nvSpPr>
          <p:cNvPr id="3" name="Content Placeholder 2"/>
          <p:cNvSpPr>
            <a:spLocks noGrp="1"/>
          </p:cNvSpPr>
          <p:nvPr>
            <p:ph sz="half" idx="1" hasCustomPrompt="1"/>
          </p:nvPr>
        </p:nvSpPr>
        <p:spPr>
          <a:xfrm>
            <a:off x="512063" y="1698625"/>
            <a:ext cx="5350855" cy="4406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6349019" y="1698625"/>
            <a:ext cx="5350855" cy="4406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23314544"/>
      </p:ext>
    </p:extLst>
  </p:cSld>
  <p:clrMapOvr>
    <a:masterClrMapping/>
  </p:clrMapOvr>
  <p:extLst>
    <p:ext uri="{DCECCB84-F9BA-43D5-87BE-67443E8EF086}">
      <p15:sldGuideLst xmlns:p15="http://schemas.microsoft.com/office/powerpoint/2012/main">
        <p15:guide id="1" pos="3696">
          <p15:clr>
            <a:srgbClr val="FBAE40"/>
          </p15:clr>
        </p15:guide>
        <p15:guide id="2" pos="3994">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hree Content Blue">
    <p:bg>
      <p:bgPr>
        <a:solidFill>
          <a:schemeClr val="tx1"/>
        </a:solidFill>
        <a:effectLst/>
      </p:bgPr>
    </p:bg>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p:txBody>
          <a:bodyPr vert="horz"/>
          <a:lstStyle>
            <a:lvl1pPr>
              <a:defRPr>
                <a:solidFill>
                  <a:schemeClr val="bg1"/>
                </a:solidFill>
              </a:defRPr>
            </a:lvl1pPr>
          </a:lstStyle>
          <a:p>
            <a:r>
              <a:rPr lang="en-US" dirty="0"/>
              <a:t>Slide title; Arial 32pt bold, sentence case. This layout accommodates a title that extends downward to a 2nd line.</a:t>
            </a:r>
          </a:p>
        </p:txBody>
      </p:sp>
      <p:sp>
        <p:nvSpPr>
          <p:cNvPr id="3" name="Content Placeholder 2"/>
          <p:cNvSpPr>
            <a:spLocks noGrp="1"/>
          </p:cNvSpPr>
          <p:nvPr>
            <p:ph sz="half" idx="1" hasCustomPrompt="1"/>
          </p:nvPr>
        </p:nvSpPr>
        <p:spPr>
          <a:xfrm>
            <a:off x="512063" y="1698625"/>
            <a:ext cx="3411513" cy="4406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4390247" y="1698625"/>
            <a:ext cx="3421479" cy="4406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Content Placeholder 3">
            <a:extLst>
              <a:ext uri="{FF2B5EF4-FFF2-40B4-BE49-F238E27FC236}">
                <a16:creationId xmlns:a16="http://schemas.microsoft.com/office/drawing/2014/main" id="{E0497FFB-B6FA-9D4E-B0A9-2B64230540B2}"/>
              </a:ext>
            </a:extLst>
          </p:cNvPr>
          <p:cNvSpPr>
            <a:spLocks noGrp="1"/>
          </p:cNvSpPr>
          <p:nvPr>
            <p:ph sz="half" idx="13" hasCustomPrompt="1"/>
          </p:nvPr>
        </p:nvSpPr>
        <p:spPr>
          <a:xfrm>
            <a:off x="8278396" y="1698625"/>
            <a:ext cx="3421479" cy="4406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62398777"/>
      </p:ext>
    </p:extLst>
  </p:cSld>
  <p:clrMapOvr>
    <a:masterClrMapping/>
  </p:clrMapOvr>
  <p:extLst>
    <p:ext uri="{DCECCB84-F9BA-43D5-87BE-67443E8EF086}">
      <p15:sldGuideLst xmlns:p15="http://schemas.microsoft.com/office/powerpoint/2012/main">
        <p15:guide id="1" pos="2472">
          <p15:clr>
            <a:srgbClr val="FBAE40"/>
          </p15:clr>
        </p15:guide>
        <p15:guide id="2" pos="2760">
          <p15:clr>
            <a:srgbClr val="FBAE40"/>
          </p15:clr>
        </p15:guide>
        <p15:guide id="3" pos="4920">
          <p15:clr>
            <a:srgbClr val="FBAE40"/>
          </p15:clr>
        </p15:guide>
        <p15:guide id="4" pos="5208">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Four Content Blue">
    <p:bg>
      <p:bgPr>
        <a:solidFill>
          <a:schemeClr val="tx1"/>
        </a:solidFill>
        <a:effectLst/>
      </p:bgPr>
    </p:bg>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p:txBody>
          <a:bodyPr vert="horz"/>
          <a:lstStyle>
            <a:lvl1pPr>
              <a:defRPr>
                <a:solidFill>
                  <a:schemeClr val="bg1"/>
                </a:solidFill>
              </a:defRPr>
            </a:lvl1pPr>
          </a:lstStyle>
          <a:p>
            <a:r>
              <a:rPr lang="en-US" dirty="0"/>
              <a:t>Slide title; Arial 32pt bold, sentence case. This layout accommodates a title that extends downward to a 2nd line.</a:t>
            </a:r>
          </a:p>
        </p:txBody>
      </p:sp>
      <p:sp>
        <p:nvSpPr>
          <p:cNvPr id="3" name="Content Placeholder 2"/>
          <p:cNvSpPr>
            <a:spLocks noGrp="1"/>
          </p:cNvSpPr>
          <p:nvPr>
            <p:ph sz="half" idx="1" hasCustomPrompt="1"/>
          </p:nvPr>
        </p:nvSpPr>
        <p:spPr>
          <a:xfrm>
            <a:off x="512063" y="1698625"/>
            <a:ext cx="2512665" cy="4406900"/>
          </a:xfrm>
        </p:spPr>
        <p:txBody>
          <a:bodyPr/>
          <a:lstStyle>
            <a:lvl1pPr>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3394922" y="1698625"/>
            <a:ext cx="2522219" cy="4406900"/>
          </a:xfrm>
        </p:spPr>
        <p:txBody>
          <a:bodyPr/>
          <a:lstStyle>
            <a:lvl1pPr>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Content Placeholder 3">
            <a:extLst>
              <a:ext uri="{FF2B5EF4-FFF2-40B4-BE49-F238E27FC236}">
                <a16:creationId xmlns:a16="http://schemas.microsoft.com/office/drawing/2014/main" id="{E0497FFB-B6FA-9D4E-B0A9-2B64230540B2}"/>
              </a:ext>
            </a:extLst>
          </p:cNvPr>
          <p:cNvSpPr>
            <a:spLocks noGrp="1"/>
          </p:cNvSpPr>
          <p:nvPr>
            <p:ph sz="half" idx="13" hasCustomPrompt="1"/>
          </p:nvPr>
        </p:nvSpPr>
        <p:spPr>
          <a:xfrm>
            <a:off x="6287335" y="1698625"/>
            <a:ext cx="2516188" cy="4406900"/>
          </a:xfrm>
        </p:spPr>
        <p:txBody>
          <a:bodyPr/>
          <a:lstStyle>
            <a:lvl1pPr>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Content Placeholder 3">
            <a:extLst>
              <a:ext uri="{FF2B5EF4-FFF2-40B4-BE49-F238E27FC236}">
                <a16:creationId xmlns:a16="http://schemas.microsoft.com/office/drawing/2014/main" id="{5723D646-D659-4940-866D-282EF0E20D7A}"/>
              </a:ext>
            </a:extLst>
          </p:cNvPr>
          <p:cNvSpPr>
            <a:spLocks noGrp="1"/>
          </p:cNvSpPr>
          <p:nvPr>
            <p:ph sz="half" idx="14" hasCustomPrompt="1"/>
          </p:nvPr>
        </p:nvSpPr>
        <p:spPr>
          <a:xfrm>
            <a:off x="9173716" y="1698625"/>
            <a:ext cx="2516188" cy="4406900"/>
          </a:xfrm>
        </p:spPr>
        <p:txBody>
          <a:bodyPr/>
          <a:lstStyle>
            <a:lvl1pPr>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821722725"/>
      </p:ext>
    </p:extLst>
  </p:cSld>
  <p:clrMapOvr>
    <a:masterClrMapping/>
  </p:clrMapOvr>
  <p:extLst>
    <p:ext uri="{DCECCB84-F9BA-43D5-87BE-67443E8EF086}">
      <p15:sldGuideLst xmlns:p15="http://schemas.microsoft.com/office/powerpoint/2012/main">
        <p15:guide id="1" pos="1896">
          <p15:clr>
            <a:srgbClr val="FBAE40"/>
          </p15:clr>
        </p15:guide>
        <p15:guide id="2" pos="2136">
          <p15:clr>
            <a:srgbClr val="FBAE40"/>
          </p15:clr>
        </p15:guide>
        <p15:guide id="3" pos="5545">
          <p15:clr>
            <a:srgbClr val="FBAE40"/>
          </p15:clr>
        </p15:guide>
        <p15:guide id="4" pos="5777">
          <p15:clr>
            <a:srgbClr val="FBAE40"/>
          </p15:clr>
        </p15:guide>
        <p15:guide id="5" pos="3720">
          <p15:clr>
            <a:srgbClr val="FBAE40"/>
          </p15:clr>
        </p15:guide>
        <p15:guide id="6"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Four Charts Blue">
    <p:bg>
      <p:bgPr>
        <a:solidFill>
          <a:schemeClr val="tx1"/>
        </a:solidFill>
        <a:effectLst/>
      </p:bgPr>
    </p:bg>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457201"/>
            <a:ext cx="11184423" cy="545670"/>
          </a:xfrm>
        </p:spPr>
        <p:txBody>
          <a:bodyPr vert="horz"/>
          <a:lstStyle>
            <a:lvl1pPr>
              <a:defRPr>
                <a:solidFill>
                  <a:schemeClr val="bg1"/>
                </a:solidFill>
              </a:defRPr>
            </a:lvl1pPr>
          </a:lstStyle>
          <a:p>
            <a:r>
              <a:rPr lang="en-US" dirty="0"/>
              <a:t>Slide title; Arial 32pt bold, sentence case (1 line)</a:t>
            </a:r>
          </a:p>
        </p:txBody>
      </p:sp>
      <p:cxnSp>
        <p:nvCxnSpPr>
          <p:cNvPr id="11" name="Straight Connector 10">
            <a:extLst>
              <a:ext uri="{FF2B5EF4-FFF2-40B4-BE49-F238E27FC236}">
                <a16:creationId xmlns:a16="http://schemas.microsoft.com/office/drawing/2014/main" id="{869F89A7-422D-6E43-B01B-1C31D8C92DF7}"/>
              </a:ext>
            </a:extLst>
          </p:cNvPr>
          <p:cNvCxnSpPr>
            <a:cxnSpLocks/>
          </p:cNvCxnSpPr>
          <p:nvPr/>
        </p:nvCxnSpPr>
        <p:spPr>
          <a:xfrm>
            <a:off x="6096000" y="1245991"/>
            <a:ext cx="0" cy="5037221"/>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B854DB1-6F60-374F-85D1-2078301A4756}"/>
              </a:ext>
            </a:extLst>
          </p:cNvPr>
          <p:cNvCxnSpPr>
            <a:cxnSpLocks/>
          </p:cNvCxnSpPr>
          <p:nvPr/>
        </p:nvCxnSpPr>
        <p:spPr>
          <a:xfrm>
            <a:off x="514662" y="3672114"/>
            <a:ext cx="11162676"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6" name="Chart Placeholder 5">
            <a:extLst>
              <a:ext uri="{FF2B5EF4-FFF2-40B4-BE49-F238E27FC236}">
                <a16:creationId xmlns:a16="http://schemas.microsoft.com/office/drawing/2014/main" id="{2EECEB55-4129-C142-B378-69A5542D932F}"/>
              </a:ext>
            </a:extLst>
          </p:cNvPr>
          <p:cNvSpPr>
            <a:spLocks noGrp="1"/>
          </p:cNvSpPr>
          <p:nvPr>
            <p:ph type="chart" sz="quarter" idx="13"/>
          </p:nvPr>
        </p:nvSpPr>
        <p:spPr>
          <a:xfrm>
            <a:off x="1965882" y="1245991"/>
            <a:ext cx="3772813" cy="2286388"/>
          </a:xfrm>
        </p:spPr>
        <p:txBody>
          <a:bodyPr/>
          <a:lstStyle>
            <a:lvl1pPr>
              <a:defRPr sz="1200">
                <a:solidFill>
                  <a:srgbClr val="FF0000"/>
                </a:solidFill>
              </a:defRPr>
            </a:lvl1pPr>
          </a:lstStyle>
          <a:p>
            <a:r>
              <a:rPr lang="en-US"/>
              <a:t>Click icon to add chart</a:t>
            </a:r>
          </a:p>
        </p:txBody>
      </p:sp>
      <p:sp>
        <p:nvSpPr>
          <p:cNvPr id="16" name="Text Placeholder 15">
            <a:extLst>
              <a:ext uri="{FF2B5EF4-FFF2-40B4-BE49-F238E27FC236}">
                <a16:creationId xmlns:a16="http://schemas.microsoft.com/office/drawing/2014/main" id="{88A2C02F-6913-2B43-A60C-B20E91E2B847}"/>
              </a:ext>
            </a:extLst>
          </p:cNvPr>
          <p:cNvSpPr>
            <a:spLocks noGrp="1"/>
          </p:cNvSpPr>
          <p:nvPr>
            <p:ph type="body" sz="quarter" idx="14" hasCustomPrompt="1"/>
          </p:nvPr>
        </p:nvSpPr>
        <p:spPr>
          <a:xfrm>
            <a:off x="512063" y="1246188"/>
            <a:ext cx="1103106" cy="1073920"/>
          </a:xfrm>
        </p:spPr>
        <p:txBody>
          <a:bodyPr/>
          <a:lstStyle>
            <a:lvl1pPr>
              <a:defRPr b="1">
                <a:solidFill>
                  <a:schemeClr val="bg1"/>
                </a:solidFill>
              </a:defRPr>
            </a:lvl1pPr>
          </a:lstStyle>
          <a:p>
            <a:pPr lvl="0"/>
            <a:r>
              <a:rPr lang="en-US" dirty="0"/>
              <a:t>Chart title</a:t>
            </a:r>
          </a:p>
        </p:txBody>
      </p:sp>
      <p:sp>
        <p:nvSpPr>
          <p:cNvPr id="19" name="Chart Placeholder 5">
            <a:extLst>
              <a:ext uri="{FF2B5EF4-FFF2-40B4-BE49-F238E27FC236}">
                <a16:creationId xmlns:a16="http://schemas.microsoft.com/office/drawing/2014/main" id="{FBED512D-1416-8241-B26E-2C62760A3337}"/>
              </a:ext>
            </a:extLst>
          </p:cNvPr>
          <p:cNvSpPr>
            <a:spLocks noGrp="1"/>
          </p:cNvSpPr>
          <p:nvPr>
            <p:ph type="chart" sz="quarter" idx="15"/>
          </p:nvPr>
        </p:nvSpPr>
        <p:spPr>
          <a:xfrm>
            <a:off x="7900534" y="1245991"/>
            <a:ext cx="3772813" cy="2286388"/>
          </a:xfrm>
        </p:spPr>
        <p:txBody>
          <a:bodyPr/>
          <a:lstStyle>
            <a:lvl1pPr>
              <a:defRPr sz="1200">
                <a:solidFill>
                  <a:srgbClr val="FF0000"/>
                </a:solidFill>
              </a:defRPr>
            </a:lvl1pPr>
          </a:lstStyle>
          <a:p>
            <a:r>
              <a:rPr lang="en-US"/>
              <a:t>Click icon to add chart</a:t>
            </a:r>
          </a:p>
        </p:txBody>
      </p:sp>
      <p:sp>
        <p:nvSpPr>
          <p:cNvPr id="20" name="Text Placeholder 15">
            <a:extLst>
              <a:ext uri="{FF2B5EF4-FFF2-40B4-BE49-F238E27FC236}">
                <a16:creationId xmlns:a16="http://schemas.microsoft.com/office/drawing/2014/main" id="{AA19A0ED-BA56-C641-9FF8-E82F9484CB2A}"/>
              </a:ext>
            </a:extLst>
          </p:cNvPr>
          <p:cNvSpPr>
            <a:spLocks noGrp="1"/>
          </p:cNvSpPr>
          <p:nvPr>
            <p:ph type="body" sz="quarter" idx="16" hasCustomPrompt="1"/>
          </p:nvPr>
        </p:nvSpPr>
        <p:spPr>
          <a:xfrm>
            <a:off x="6446715" y="1246188"/>
            <a:ext cx="1103106" cy="1073920"/>
          </a:xfrm>
        </p:spPr>
        <p:txBody>
          <a:bodyPr/>
          <a:lstStyle>
            <a:lvl1pPr>
              <a:defRPr b="1">
                <a:solidFill>
                  <a:schemeClr val="bg1"/>
                </a:solidFill>
              </a:defRPr>
            </a:lvl1pPr>
          </a:lstStyle>
          <a:p>
            <a:pPr lvl="0"/>
            <a:r>
              <a:rPr lang="en-US" dirty="0"/>
              <a:t>Chart title</a:t>
            </a:r>
          </a:p>
        </p:txBody>
      </p:sp>
      <p:sp>
        <p:nvSpPr>
          <p:cNvPr id="21" name="Chart Placeholder 5">
            <a:extLst>
              <a:ext uri="{FF2B5EF4-FFF2-40B4-BE49-F238E27FC236}">
                <a16:creationId xmlns:a16="http://schemas.microsoft.com/office/drawing/2014/main" id="{411CA850-8503-9541-BEA4-672B310F90A7}"/>
              </a:ext>
            </a:extLst>
          </p:cNvPr>
          <p:cNvSpPr>
            <a:spLocks noGrp="1"/>
          </p:cNvSpPr>
          <p:nvPr>
            <p:ph type="chart" sz="quarter" idx="17"/>
          </p:nvPr>
        </p:nvSpPr>
        <p:spPr>
          <a:xfrm>
            <a:off x="1965882" y="3996819"/>
            <a:ext cx="3772813" cy="2286388"/>
          </a:xfrm>
        </p:spPr>
        <p:txBody>
          <a:bodyPr/>
          <a:lstStyle>
            <a:lvl1pPr>
              <a:defRPr sz="1200">
                <a:solidFill>
                  <a:srgbClr val="FF0000"/>
                </a:solidFill>
              </a:defRPr>
            </a:lvl1pPr>
          </a:lstStyle>
          <a:p>
            <a:r>
              <a:rPr lang="en-US"/>
              <a:t>Click icon to add chart</a:t>
            </a:r>
          </a:p>
        </p:txBody>
      </p:sp>
      <p:sp>
        <p:nvSpPr>
          <p:cNvPr id="22" name="Text Placeholder 15">
            <a:extLst>
              <a:ext uri="{FF2B5EF4-FFF2-40B4-BE49-F238E27FC236}">
                <a16:creationId xmlns:a16="http://schemas.microsoft.com/office/drawing/2014/main" id="{9DAD6729-5DDE-B249-8CA6-D07213AF42CF}"/>
              </a:ext>
            </a:extLst>
          </p:cNvPr>
          <p:cNvSpPr>
            <a:spLocks noGrp="1"/>
          </p:cNvSpPr>
          <p:nvPr>
            <p:ph type="body" sz="quarter" idx="18" hasCustomPrompt="1"/>
          </p:nvPr>
        </p:nvSpPr>
        <p:spPr>
          <a:xfrm>
            <a:off x="512063" y="3997016"/>
            <a:ext cx="1103106" cy="1073920"/>
          </a:xfrm>
        </p:spPr>
        <p:txBody>
          <a:bodyPr/>
          <a:lstStyle>
            <a:lvl1pPr>
              <a:defRPr b="1">
                <a:solidFill>
                  <a:schemeClr val="bg1"/>
                </a:solidFill>
              </a:defRPr>
            </a:lvl1pPr>
          </a:lstStyle>
          <a:p>
            <a:pPr lvl="0"/>
            <a:r>
              <a:rPr lang="en-US" dirty="0"/>
              <a:t>Chart title</a:t>
            </a:r>
          </a:p>
        </p:txBody>
      </p:sp>
      <p:sp>
        <p:nvSpPr>
          <p:cNvPr id="23" name="Chart Placeholder 5">
            <a:extLst>
              <a:ext uri="{FF2B5EF4-FFF2-40B4-BE49-F238E27FC236}">
                <a16:creationId xmlns:a16="http://schemas.microsoft.com/office/drawing/2014/main" id="{CE4A6E97-2092-E146-9440-ACDFA4D9DC57}"/>
              </a:ext>
            </a:extLst>
          </p:cNvPr>
          <p:cNvSpPr>
            <a:spLocks noGrp="1"/>
          </p:cNvSpPr>
          <p:nvPr>
            <p:ph type="chart" sz="quarter" idx="19"/>
          </p:nvPr>
        </p:nvSpPr>
        <p:spPr>
          <a:xfrm>
            <a:off x="7900534" y="3996819"/>
            <a:ext cx="3772813" cy="2286388"/>
          </a:xfrm>
        </p:spPr>
        <p:txBody>
          <a:bodyPr/>
          <a:lstStyle>
            <a:lvl1pPr>
              <a:defRPr sz="1200">
                <a:solidFill>
                  <a:srgbClr val="FF0000"/>
                </a:solidFill>
              </a:defRPr>
            </a:lvl1pPr>
          </a:lstStyle>
          <a:p>
            <a:r>
              <a:rPr lang="en-US"/>
              <a:t>Click icon to add chart</a:t>
            </a:r>
          </a:p>
        </p:txBody>
      </p:sp>
      <p:sp>
        <p:nvSpPr>
          <p:cNvPr id="24" name="Text Placeholder 15">
            <a:extLst>
              <a:ext uri="{FF2B5EF4-FFF2-40B4-BE49-F238E27FC236}">
                <a16:creationId xmlns:a16="http://schemas.microsoft.com/office/drawing/2014/main" id="{D8573F34-F275-3047-800C-0AE4F271C6B8}"/>
              </a:ext>
            </a:extLst>
          </p:cNvPr>
          <p:cNvSpPr>
            <a:spLocks noGrp="1"/>
          </p:cNvSpPr>
          <p:nvPr>
            <p:ph type="body" sz="quarter" idx="20" hasCustomPrompt="1"/>
          </p:nvPr>
        </p:nvSpPr>
        <p:spPr>
          <a:xfrm>
            <a:off x="6446715" y="3997016"/>
            <a:ext cx="1103106" cy="1073920"/>
          </a:xfrm>
        </p:spPr>
        <p:txBody>
          <a:bodyPr/>
          <a:lstStyle>
            <a:lvl1pPr>
              <a:defRPr b="1">
                <a:solidFill>
                  <a:schemeClr val="bg1"/>
                </a:solidFill>
              </a:defRPr>
            </a:lvl1pPr>
          </a:lstStyle>
          <a:p>
            <a:pPr lvl="0"/>
            <a:r>
              <a:rPr lang="en-US" dirty="0"/>
              <a:t>Chart title</a:t>
            </a:r>
          </a:p>
        </p:txBody>
      </p:sp>
    </p:spTree>
    <p:extLst>
      <p:ext uri="{BB962C8B-B14F-4D97-AF65-F5344CB8AC3E}">
        <p14:creationId xmlns:p14="http://schemas.microsoft.com/office/powerpoint/2010/main" val="4239586380"/>
      </p:ext>
    </p:extLst>
  </p:cSld>
  <p:clrMapOvr>
    <a:masterClrMapping/>
  </p:clrMapOvr>
  <p:extLst>
    <p:ext uri="{DCECCB84-F9BA-43D5-87BE-67443E8EF086}">
      <p15:sldGuideLst xmlns:p15="http://schemas.microsoft.com/office/powerpoint/2012/main">
        <p15:guide id="1" pos="3696">
          <p15:clr>
            <a:srgbClr val="FBAE40"/>
          </p15:clr>
        </p15:guide>
        <p15:guide id="2" pos="3994">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itle Only Blue">
    <p:bg>
      <p:bgPr>
        <a:solidFill>
          <a:schemeClr val="tx1"/>
        </a:solidFill>
        <a:effectLst/>
      </p:bgPr>
    </p:bg>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82389133-8F79-AF42-B505-8A150931C3C6}"/>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6" name="Footer Placeholder 5">
            <a:extLst>
              <a:ext uri="{FF2B5EF4-FFF2-40B4-BE49-F238E27FC236}">
                <a16:creationId xmlns:a16="http://schemas.microsoft.com/office/drawing/2014/main" id="{31269DCA-0308-5E4B-8136-84AD580937A8}"/>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9" name="Footnote Placeholder">
            <a:extLst>
              <a:ext uri="{FF2B5EF4-FFF2-40B4-BE49-F238E27FC236}">
                <a16:creationId xmlns:a16="http://schemas.microsoft.com/office/drawing/2014/main" id="{180F6E86-A27A-FE40-B016-EB59307BF3CC}"/>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p:txBody>
          <a:bodyPr vert="horz"/>
          <a:lstStyle>
            <a:lvl1pPr>
              <a:defRPr>
                <a:solidFill>
                  <a:schemeClr val="bg1"/>
                </a:solidFill>
              </a:defRPr>
            </a:lvl1pPr>
          </a:lstStyle>
          <a:p>
            <a:r>
              <a:rPr lang="en-US" dirty="0"/>
              <a:t>Slide title; Arial 32pt bold, sentence case. This layout accommodates a title that extends downward to a 2nd line.</a:t>
            </a:r>
          </a:p>
        </p:txBody>
      </p:sp>
    </p:spTree>
    <p:extLst>
      <p:ext uri="{BB962C8B-B14F-4D97-AF65-F5344CB8AC3E}">
        <p14:creationId xmlns:p14="http://schemas.microsoft.com/office/powerpoint/2010/main" val="298380776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Blank Blue">
    <p:bg>
      <p:bgPr>
        <a:solidFill>
          <a:schemeClr val="tx1"/>
        </a:solidFill>
        <a:effectLst/>
      </p:bgPr>
    </p:bg>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A128E978-662F-C447-A394-0BFDCC3348A4}"/>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6" name="Slide Number Placeholder 5">
            <a:extLst>
              <a:ext uri="{FF2B5EF4-FFF2-40B4-BE49-F238E27FC236}">
                <a16:creationId xmlns:a16="http://schemas.microsoft.com/office/drawing/2014/main" id="{BE1BF1AE-67E6-D446-9A89-2B8C3A9901F5}"/>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7" name="Footnote Placeholder">
            <a:extLst>
              <a:ext uri="{FF2B5EF4-FFF2-40B4-BE49-F238E27FC236}">
                <a16:creationId xmlns:a16="http://schemas.microsoft.com/office/drawing/2014/main" id="{900719BC-444F-1F41-A58F-CF38F8649706}"/>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Tree>
    <p:extLst>
      <p:ext uri="{BB962C8B-B14F-4D97-AF65-F5344CB8AC3E}">
        <p14:creationId xmlns:p14="http://schemas.microsoft.com/office/powerpoint/2010/main" val="283725780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p:cSld name="Content Title Eyebrow Sub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ZoneTexte 2">
            <a:extLst>
              <a:ext uri="{FF2B5EF4-FFF2-40B4-BE49-F238E27FC236}">
                <a16:creationId xmlns:a16="http://schemas.microsoft.com/office/drawing/2014/main" id="{9187A733-2828-FF4D-A1DC-7E7D7BF66120}"/>
              </a:ext>
            </a:extLst>
          </p:cNvPr>
          <p:cNvSpPr txBox="1"/>
          <p:nvPr/>
        </p:nvSpPr>
        <p:spPr>
          <a:xfrm>
            <a:off x="2" y="1997839"/>
            <a:ext cx="12191999" cy="2862322"/>
          </a:xfrm>
          <a:prstGeom prst="rect">
            <a:avLst/>
          </a:prstGeom>
          <a:noFill/>
        </p:spPr>
        <p:txBody>
          <a:bodyPr wrap="square" lIns="337500" rIns="337500" rtlCol="0" anchor="ctr" anchorCtr="0">
            <a:spAutoFit/>
          </a:bodyPr>
          <a:lstStyle/>
          <a:p>
            <a:pPr algn="ctr"/>
            <a:r>
              <a:rPr lang="en-CA" sz="9000" i="0" noProof="0" dirty="0">
                <a:solidFill>
                  <a:schemeClr val="tx2"/>
                </a:solidFill>
                <a:latin typeface="+mn-lt"/>
              </a:rPr>
              <a:t>Title and Subtitle-Above layouts</a:t>
            </a:r>
          </a:p>
        </p:txBody>
      </p:sp>
    </p:spTree>
    <p:extLst>
      <p:ext uri="{BB962C8B-B14F-4D97-AF65-F5344CB8AC3E}">
        <p14:creationId xmlns:p14="http://schemas.microsoft.com/office/powerpoint/2010/main" val="176074417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Subtitle-A + Conten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000755A1-263A-3047-860B-B811081C9CD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7" name="Footer Placeholder 6">
            <a:extLst>
              <a:ext uri="{FF2B5EF4-FFF2-40B4-BE49-F238E27FC236}">
                <a16:creationId xmlns:a16="http://schemas.microsoft.com/office/drawing/2014/main" id="{AF8D8092-2468-D648-A089-3B1A9527298B}"/>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3" name="Footnote Placeholder">
            <a:extLst>
              <a:ext uri="{FF2B5EF4-FFF2-40B4-BE49-F238E27FC236}">
                <a16:creationId xmlns:a16="http://schemas.microsoft.com/office/drawing/2014/main" id="{5157959E-651B-B14F-BA5B-24DA1DB08587}"/>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815787"/>
            <a:ext cx="11184423" cy="555813"/>
          </a:xfrm>
        </p:spPr>
        <p:txBody>
          <a:bodyPr vert="horz"/>
          <a:lstStyle/>
          <a:p>
            <a:r>
              <a:rPr lang="en-US" dirty="0"/>
              <a:t>Slide title; Arial 32pt bold, sentence case (1 line)</a:t>
            </a:r>
          </a:p>
        </p:txBody>
      </p:sp>
      <p:sp>
        <p:nvSpPr>
          <p:cNvPr id="11" name="Text Placeholder 2">
            <a:extLst>
              <a:ext uri="{FF2B5EF4-FFF2-40B4-BE49-F238E27FC236}">
                <a16:creationId xmlns:a16="http://schemas.microsoft.com/office/drawing/2014/main" id="{D6C7144E-2BC5-BB49-A627-9076B48806A8}"/>
              </a:ext>
            </a:extLst>
          </p:cNvPr>
          <p:cNvSpPr>
            <a:spLocks noGrp="1"/>
          </p:cNvSpPr>
          <p:nvPr>
            <p:ph type="body" idx="12" hasCustomPrompt="1"/>
          </p:nvPr>
        </p:nvSpPr>
        <p:spPr>
          <a:xfrm>
            <a:off x="512064" y="421340"/>
            <a:ext cx="11184422"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idx="1" hasCustomPrompt="1"/>
          </p:nvPr>
        </p:nvSpPr>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3895716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Subtitle-A + Two Content">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815787"/>
            <a:ext cx="11184423" cy="555813"/>
          </a:xfrm>
        </p:spPr>
        <p:txBody>
          <a:bodyPr vert="horz"/>
          <a:lstStyle/>
          <a:p>
            <a:r>
              <a:rPr lang="en-US" dirty="0"/>
              <a:t>Slide title; Arial 32pt bold, sentence case (1 line)</a:t>
            </a:r>
          </a:p>
        </p:txBody>
      </p:sp>
      <p:sp>
        <p:nvSpPr>
          <p:cNvPr id="11" name="Text Placeholder 2">
            <a:extLst>
              <a:ext uri="{FF2B5EF4-FFF2-40B4-BE49-F238E27FC236}">
                <a16:creationId xmlns:a16="http://schemas.microsoft.com/office/drawing/2014/main" id="{D75F0135-B47D-BE40-8017-A3CF8C838B58}"/>
              </a:ext>
            </a:extLst>
          </p:cNvPr>
          <p:cNvSpPr>
            <a:spLocks noGrp="1"/>
          </p:cNvSpPr>
          <p:nvPr>
            <p:ph type="body" idx="13" hasCustomPrompt="1"/>
          </p:nvPr>
        </p:nvSpPr>
        <p:spPr>
          <a:xfrm>
            <a:off x="512064" y="421340"/>
            <a:ext cx="11184422"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sz="half" idx="1" hasCustomPrompt="1"/>
          </p:nvPr>
        </p:nvSpPr>
        <p:spPr>
          <a:xfrm>
            <a:off x="512063" y="1698625"/>
            <a:ext cx="5350855"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6349019" y="1698625"/>
            <a:ext cx="5350855"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797753384"/>
      </p:ext>
    </p:extLst>
  </p:cSld>
  <p:clrMapOvr>
    <a:masterClrMapping/>
  </p:clrMapOvr>
  <p:extLst>
    <p:ext uri="{DCECCB84-F9BA-43D5-87BE-67443E8EF086}">
      <p15:sldGuideLst xmlns:p15="http://schemas.microsoft.com/office/powerpoint/2012/main">
        <p15:guide id="1" pos="3696">
          <p15:clr>
            <a:srgbClr val="FBAE40"/>
          </p15:clr>
        </p15:guide>
        <p15:guide id="2" pos="3994">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p:cSld name="Subtitle-A + Content Half Pag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A256062-B5BB-6048-9E24-6C230ACEACFF}"/>
              </a:ext>
            </a:extLst>
          </p:cNvPr>
          <p:cNvSpPr/>
          <p:nvPr/>
        </p:nvSpPr>
        <p:spPr>
          <a:xfrm>
            <a:off x="6096001" y="0"/>
            <a:ext cx="6096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riangle 12">
            <a:extLst>
              <a:ext uri="{FF2B5EF4-FFF2-40B4-BE49-F238E27FC236}">
                <a16:creationId xmlns:a16="http://schemas.microsoft.com/office/drawing/2014/main" id="{CD4D23E9-F985-964A-8260-25166ABD836C}"/>
              </a:ext>
            </a:extLst>
          </p:cNvPr>
          <p:cNvSpPr/>
          <p:nvPr/>
        </p:nvSpPr>
        <p:spPr>
          <a:xfrm rot="5400000">
            <a:off x="5899286" y="3271798"/>
            <a:ext cx="685800" cy="314404"/>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5143286"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4" y="815787"/>
            <a:ext cx="5126736" cy="555813"/>
          </a:xfrm>
        </p:spPr>
        <p:txBody>
          <a:bodyPr vert="horz"/>
          <a:lstStyle/>
          <a:p>
            <a:r>
              <a:rPr lang="en-US" dirty="0"/>
              <a:t>Slide title; short (1 line)</a:t>
            </a:r>
          </a:p>
        </p:txBody>
      </p:sp>
      <p:sp>
        <p:nvSpPr>
          <p:cNvPr id="11" name="Text Placeholder 2">
            <a:extLst>
              <a:ext uri="{FF2B5EF4-FFF2-40B4-BE49-F238E27FC236}">
                <a16:creationId xmlns:a16="http://schemas.microsoft.com/office/drawing/2014/main" id="{D75F0135-B47D-BE40-8017-A3CF8C838B58}"/>
              </a:ext>
            </a:extLst>
          </p:cNvPr>
          <p:cNvSpPr>
            <a:spLocks noGrp="1"/>
          </p:cNvSpPr>
          <p:nvPr>
            <p:ph type="body" idx="13" hasCustomPrompt="1"/>
          </p:nvPr>
        </p:nvSpPr>
        <p:spPr>
          <a:xfrm>
            <a:off x="512064" y="421340"/>
            <a:ext cx="5126736"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short (1 line)</a:t>
            </a:r>
          </a:p>
        </p:txBody>
      </p:sp>
      <p:sp>
        <p:nvSpPr>
          <p:cNvPr id="3" name="Content Placeholder 2"/>
          <p:cNvSpPr>
            <a:spLocks noGrp="1"/>
          </p:cNvSpPr>
          <p:nvPr>
            <p:ph sz="half" idx="1" hasCustomPrompt="1"/>
          </p:nvPr>
        </p:nvSpPr>
        <p:spPr>
          <a:xfrm>
            <a:off x="512064" y="1698625"/>
            <a:ext cx="5126736"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432660146"/>
      </p:ext>
    </p:extLst>
  </p:cSld>
  <p:clrMapOvr>
    <a:masterClrMapping/>
  </p:clrMapOvr>
  <p:extLst>
    <p:ext uri="{DCECCB84-F9BA-43D5-87BE-67443E8EF086}">
      <p15:sldGuideLst xmlns:p15="http://schemas.microsoft.com/office/powerpoint/2012/main">
        <p15:guide id="1" pos="3552">
          <p15:clr>
            <a:srgbClr val="FBAE40"/>
          </p15:clr>
        </p15:guide>
        <p15:guide id="2" pos="4272">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Subtitle-A + Three Content">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815787"/>
            <a:ext cx="11184423" cy="555813"/>
          </a:xfrm>
        </p:spPr>
        <p:txBody>
          <a:bodyPr vert="horz"/>
          <a:lstStyle/>
          <a:p>
            <a:r>
              <a:rPr lang="en-US" dirty="0"/>
              <a:t>Slide title; Arial 32pt bold, sentence case (1 line)</a:t>
            </a:r>
          </a:p>
        </p:txBody>
      </p:sp>
      <p:sp>
        <p:nvSpPr>
          <p:cNvPr id="11" name="Text Placeholder 2">
            <a:extLst>
              <a:ext uri="{FF2B5EF4-FFF2-40B4-BE49-F238E27FC236}">
                <a16:creationId xmlns:a16="http://schemas.microsoft.com/office/drawing/2014/main" id="{09B89761-8DE0-C74E-8229-82DCFB7CCA0E}"/>
              </a:ext>
            </a:extLst>
          </p:cNvPr>
          <p:cNvSpPr>
            <a:spLocks noGrp="1"/>
          </p:cNvSpPr>
          <p:nvPr>
            <p:ph type="body" idx="14" hasCustomPrompt="1"/>
          </p:nvPr>
        </p:nvSpPr>
        <p:spPr>
          <a:xfrm>
            <a:off x="512064" y="421340"/>
            <a:ext cx="11184422"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sz="half" idx="1" hasCustomPrompt="1"/>
          </p:nvPr>
        </p:nvSpPr>
        <p:spPr>
          <a:xfrm>
            <a:off x="512063" y="1698625"/>
            <a:ext cx="3411513"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4390247" y="1698625"/>
            <a:ext cx="3421479"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Content Placeholder 3">
            <a:extLst>
              <a:ext uri="{FF2B5EF4-FFF2-40B4-BE49-F238E27FC236}">
                <a16:creationId xmlns:a16="http://schemas.microsoft.com/office/drawing/2014/main" id="{E0497FFB-B6FA-9D4E-B0A9-2B64230540B2}"/>
              </a:ext>
            </a:extLst>
          </p:cNvPr>
          <p:cNvSpPr>
            <a:spLocks noGrp="1"/>
          </p:cNvSpPr>
          <p:nvPr>
            <p:ph sz="half" idx="13" hasCustomPrompt="1"/>
          </p:nvPr>
        </p:nvSpPr>
        <p:spPr>
          <a:xfrm>
            <a:off x="8278396" y="1698625"/>
            <a:ext cx="3421479"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65615372"/>
      </p:ext>
    </p:extLst>
  </p:cSld>
  <p:clrMapOvr>
    <a:masterClrMapping/>
  </p:clrMapOvr>
  <p:extLst>
    <p:ext uri="{DCECCB84-F9BA-43D5-87BE-67443E8EF086}">
      <p15:sldGuideLst xmlns:p15="http://schemas.microsoft.com/office/powerpoint/2012/main">
        <p15:guide id="1" pos="2472">
          <p15:clr>
            <a:srgbClr val="FBAE40"/>
          </p15:clr>
        </p15:guide>
        <p15:guide id="2" pos="2760">
          <p15:clr>
            <a:srgbClr val="FBAE40"/>
          </p15:clr>
        </p15:guide>
        <p15:guide id="3" pos="4920">
          <p15:clr>
            <a:srgbClr val="FBAE40"/>
          </p15:clr>
        </p15:guide>
        <p15:guide id="4" pos="5208">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Subtitle-A + Four Content">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815787"/>
            <a:ext cx="11184423" cy="555813"/>
          </a:xfrm>
        </p:spPr>
        <p:txBody>
          <a:bodyPr vert="horz"/>
          <a:lstStyle/>
          <a:p>
            <a:r>
              <a:rPr lang="en-US" dirty="0"/>
              <a:t>Slide title; Arial 32pt bold, sentence case (1 line)</a:t>
            </a:r>
          </a:p>
        </p:txBody>
      </p:sp>
      <p:sp>
        <p:nvSpPr>
          <p:cNvPr id="13" name="Text Placeholder 2">
            <a:extLst>
              <a:ext uri="{FF2B5EF4-FFF2-40B4-BE49-F238E27FC236}">
                <a16:creationId xmlns:a16="http://schemas.microsoft.com/office/drawing/2014/main" id="{8F05DDA7-2CBD-E44C-A62E-E1C57509DCA3}"/>
              </a:ext>
            </a:extLst>
          </p:cNvPr>
          <p:cNvSpPr>
            <a:spLocks noGrp="1"/>
          </p:cNvSpPr>
          <p:nvPr>
            <p:ph type="body" idx="15" hasCustomPrompt="1"/>
          </p:nvPr>
        </p:nvSpPr>
        <p:spPr>
          <a:xfrm>
            <a:off x="512064" y="421340"/>
            <a:ext cx="11184422"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sz="half" idx="1" hasCustomPrompt="1"/>
          </p:nvPr>
        </p:nvSpPr>
        <p:spPr>
          <a:xfrm>
            <a:off x="512063" y="1698625"/>
            <a:ext cx="2512665" cy="4406900"/>
          </a:xfrm>
        </p:spPr>
        <p:txBody>
          <a:bodyPr/>
          <a:lstStyle>
            <a:lvl1pPr>
              <a:defRPr sz="1400"/>
            </a:lvl1pPr>
            <a:lvl2pPr>
              <a:defRPr sz="1400"/>
            </a:lvl2pPr>
            <a:lvl3pPr>
              <a:defRPr sz="1400"/>
            </a:lvl3pPr>
            <a:lvl4pPr>
              <a:defRPr sz="1400"/>
            </a:lvl4pPr>
            <a:lvl5pPr>
              <a:defRPr sz="1400"/>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3394922" y="1698625"/>
            <a:ext cx="2522219" cy="4406900"/>
          </a:xfrm>
        </p:spPr>
        <p:txBody>
          <a:bodyPr/>
          <a:lstStyle>
            <a:lvl1pPr>
              <a:defRPr sz="1400"/>
            </a:lvl1pPr>
            <a:lvl2pPr>
              <a:defRPr sz="1400"/>
            </a:lvl2pPr>
            <a:lvl3pPr>
              <a:defRPr sz="1400"/>
            </a:lvl3pPr>
            <a:lvl4pPr>
              <a:defRPr sz="1400"/>
            </a:lvl4pPr>
            <a:lvl5pPr>
              <a:defRPr sz="1400"/>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Content Placeholder 3">
            <a:extLst>
              <a:ext uri="{FF2B5EF4-FFF2-40B4-BE49-F238E27FC236}">
                <a16:creationId xmlns:a16="http://schemas.microsoft.com/office/drawing/2014/main" id="{E0497FFB-B6FA-9D4E-B0A9-2B64230540B2}"/>
              </a:ext>
            </a:extLst>
          </p:cNvPr>
          <p:cNvSpPr>
            <a:spLocks noGrp="1"/>
          </p:cNvSpPr>
          <p:nvPr>
            <p:ph sz="half" idx="13" hasCustomPrompt="1"/>
          </p:nvPr>
        </p:nvSpPr>
        <p:spPr>
          <a:xfrm>
            <a:off x="6287335" y="1698625"/>
            <a:ext cx="2516188" cy="4406900"/>
          </a:xfrm>
        </p:spPr>
        <p:txBody>
          <a:bodyPr/>
          <a:lstStyle>
            <a:lvl1pPr>
              <a:defRPr sz="1400"/>
            </a:lvl1pPr>
            <a:lvl2pPr>
              <a:defRPr sz="1400"/>
            </a:lvl2pPr>
            <a:lvl3pPr>
              <a:defRPr sz="1400"/>
            </a:lvl3pPr>
            <a:lvl4pPr>
              <a:defRPr sz="1400"/>
            </a:lvl4pPr>
            <a:lvl5pPr>
              <a:defRPr sz="1400"/>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Content Placeholder 3">
            <a:extLst>
              <a:ext uri="{FF2B5EF4-FFF2-40B4-BE49-F238E27FC236}">
                <a16:creationId xmlns:a16="http://schemas.microsoft.com/office/drawing/2014/main" id="{5723D646-D659-4940-866D-282EF0E20D7A}"/>
              </a:ext>
            </a:extLst>
          </p:cNvPr>
          <p:cNvSpPr>
            <a:spLocks noGrp="1"/>
          </p:cNvSpPr>
          <p:nvPr>
            <p:ph sz="half" idx="14" hasCustomPrompt="1"/>
          </p:nvPr>
        </p:nvSpPr>
        <p:spPr>
          <a:xfrm>
            <a:off x="9173716" y="1698625"/>
            <a:ext cx="2516188" cy="4406900"/>
          </a:xfrm>
        </p:spPr>
        <p:txBody>
          <a:bodyPr/>
          <a:lstStyle>
            <a:lvl1pPr>
              <a:defRPr sz="1400"/>
            </a:lvl1pPr>
            <a:lvl2pPr>
              <a:defRPr sz="1400"/>
            </a:lvl2pPr>
            <a:lvl3pPr>
              <a:defRPr sz="1400"/>
            </a:lvl3pPr>
            <a:lvl4pPr>
              <a:defRPr sz="1400"/>
            </a:lvl4pPr>
            <a:lvl5pPr>
              <a:defRPr sz="1400"/>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714481441"/>
      </p:ext>
    </p:extLst>
  </p:cSld>
  <p:clrMapOvr>
    <a:masterClrMapping/>
  </p:clrMapOvr>
  <p:extLst>
    <p:ext uri="{DCECCB84-F9BA-43D5-87BE-67443E8EF086}">
      <p15:sldGuideLst xmlns:p15="http://schemas.microsoft.com/office/powerpoint/2012/main">
        <p15:guide id="1" pos="1896">
          <p15:clr>
            <a:srgbClr val="FBAE40"/>
          </p15:clr>
        </p15:guide>
        <p15:guide id="2" pos="2136">
          <p15:clr>
            <a:srgbClr val="FBAE40"/>
          </p15:clr>
        </p15:guide>
        <p15:guide id="3" pos="5545">
          <p15:clr>
            <a:srgbClr val="FBAE40"/>
          </p15:clr>
        </p15:guide>
        <p15:guide id="4" pos="5777">
          <p15:clr>
            <a:srgbClr val="FBAE40"/>
          </p15:clr>
        </p15:guide>
        <p15:guide id="5" pos="3720">
          <p15:clr>
            <a:srgbClr val="FBAE40"/>
          </p15:clr>
        </p15:guide>
        <p15:guide id="6" pos="3960">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Subtitle-A + Title Only">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82389133-8F79-AF42-B505-8A150931C3C6}"/>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6" name="Footer Placeholder 5">
            <a:extLst>
              <a:ext uri="{FF2B5EF4-FFF2-40B4-BE49-F238E27FC236}">
                <a16:creationId xmlns:a16="http://schemas.microsoft.com/office/drawing/2014/main" id="{31269DCA-0308-5E4B-8136-84AD580937A8}"/>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9" name="Footnote Placeholder">
            <a:extLst>
              <a:ext uri="{FF2B5EF4-FFF2-40B4-BE49-F238E27FC236}">
                <a16:creationId xmlns:a16="http://schemas.microsoft.com/office/drawing/2014/main" id="{180F6E86-A27A-FE40-B016-EB59307BF3CC}"/>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815787"/>
            <a:ext cx="11184423" cy="555813"/>
          </a:xfrm>
        </p:spPr>
        <p:txBody>
          <a:bodyPr vert="horz"/>
          <a:lstStyle/>
          <a:p>
            <a:r>
              <a:rPr lang="en-US" dirty="0"/>
              <a:t>Slide title; Arial 32pt bold, sentence case (1 line)</a:t>
            </a:r>
          </a:p>
        </p:txBody>
      </p:sp>
      <p:sp>
        <p:nvSpPr>
          <p:cNvPr id="10" name="Text Placeholder 2">
            <a:extLst>
              <a:ext uri="{FF2B5EF4-FFF2-40B4-BE49-F238E27FC236}">
                <a16:creationId xmlns:a16="http://schemas.microsoft.com/office/drawing/2014/main" id="{A96AF473-C2CF-6B47-84F7-6E0E41A10BCD}"/>
              </a:ext>
            </a:extLst>
          </p:cNvPr>
          <p:cNvSpPr>
            <a:spLocks noGrp="1"/>
          </p:cNvSpPr>
          <p:nvPr>
            <p:ph type="body" idx="12" hasCustomPrompt="1"/>
          </p:nvPr>
        </p:nvSpPr>
        <p:spPr>
          <a:xfrm>
            <a:off x="512064" y="421340"/>
            <a:ext cx="11184422"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Tree>
    <p:extLst>
      <p:ext uri="{BB962C8B-B14F-4D97-AF65-F5344CB8AC3E}">
        <p14:creationId xmlns:p14="http://schemas.microsoft.com/office/powerpoint/2010/main" val="320923290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Subtitle-A + Title Only Light Blue">
    <p:bg>
      <p:bgPr>
        <a:solidFill>
          <a:srgbClr val="F0F7FF"/>
        </a:solidFill>
        <a:effectLst/>
      </p:bgPr>
    </p:bg>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82389133-8F79-AF42-B505-8A150931C3C6}"/>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6" name="Footer Placeholder 5">
            <a:extLst>
              <a:ext uri="{FF2B5EF4-FFF2-40B4-BE49-F238E27FC236}">
                <a16:creationId xmlns:a16="http://schemas.microsoft.com/office/drawing/2014/main" id="{31269DCA-0308-5E4B-8136-84AD580937A8}"/>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9" name="Footnote Placeholder">
            <a:extLst>
              <a:ext uri="{FF2B5EF4-FFF2-40B4-BE49-F238E27FC236}">
                <a16:creationId xmlns:a16="http://schemas.microsoft.com/office/drawing/2014/main" id="{180F6E86-A27A-FE40-B016-EB59307BF3CC}"/>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815787"/>
            <a:ext cx="11184423" cy="555813"/>
          </a:xfrm>
        </p:spPr>
        <p:txBody>
          <a:bodyPr vert="horz"/>
          <a:lstStyle/>
          <a:p>
            <a:r>
              <a:rPr lang="en-US" dirty="0"/>
              <a:t>Slide title; Arial 32pt bold, sentence case (1 line)</a:t>
            </a:r>
          </a:p>
        </p:txBody>
      </p:sp>
      <p:sp>
        <p:nvSpPr>
          <p:cNvPr id="10" name="Text Placeholder 2">
            <a:extLst>
              <a:ext uri="{FF2B5EF4-FFF2-40B4-BE49-F238E27FC236}">
                <a16:creationId xmlns:a16="http://schemas.microsoft.com/office/drawing/2014/main" id="{A96AF473-C2CF-6B47-84F7-6E0E41A10BCD}"/>
              </a:ext>
            </a:extLst>
          </p:cNvPr>
          <p:cNvSpPr>
            <a:spLocks noGrp="1"/>
          </p:cNvSpPr>
          <p:nvPr>
            <p:ph type="body" idx="12" hasCustomPrompt="1"/>
          </p:nvPr>
        </p:nvSpPr>
        <p:spPr>
          <a:xfrm>
            <a:off x="512064" y="421340"/>
            <a:ext cx="11184422"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Tree>
    <p:extLst>
      <p:ext uri="{BB962C8B-B14F-4D97-AF65-F5344CB8AC3E}">
        <p14:creationId xmlns:p14="http://schemas.microsoft.com/office/powerpoint/2010/main" val="17505351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Subtitle-A + Content on Blue Left">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F73B866B-F8DF-9344-BC29-1D15C9490777}"/>
              </a:ext>
            </a:extLst>
          </p:cNvPr>
          <p:cNvSpPr/>
          <p:nvPr/>
        </p:nvSpPr>
        <p:spPr>
          <a:xfrm>
            <a:off x="-8965" y="0"/>
            <a:ext cx="4382814" cy="6858000"/>
          </a:xfrm>
          <a:prstGeom prst="rect">
            <a:avLst/>
          </a:prstGeom>
          <a:solidFill>
            <a:schemeClr val="tx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4838700" y="6374651"/>
            <a:ext cx="3839134"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4" y="815786"/>
            <a:ext cx="3412236" cy="1429677"/>
          </a:xfrm>
        </p:spPr>
        <p:txBody>
          <a:bodyPr vert="horz"/>
          <a:lstStyle>
            <a:lvl1pPr>
              <a:defRPr>
                <a:solidFill>
                  <a:schemeClr val="bg1"/>
                </a:solidFill>
              </a:defRPr>
            </a:lvl1pPr>
          </a:lstStyle>
          <a:p>
            <a:r>
              <a:rPr lang="en-US" dirty="0"/>
              <a:t>Short slide title; Arial 32pt bold</a:t>
            </a:r>
          </a:p>
        </p:txBody>
      </p:sp>
      <p:sp>
        <p:nvSpPr>
          <p:cNvPr id="11" name="Text Placeholder 2">
            <a:extLst>
              <a:ext uri="{FF2B5EF4-FFF2-40B4-BE49-F238E27FC236}">
                <a16:creationId xmlns:a16="http://schemas.microsoft.com/office/drawing/2014/main" id="{09B89761-8DE0-C74E-8229-82DCFB7CCA0E}"/>
              </a:ext>
            </a:extLst>
          </p:cNvPr>
          <p:cNvSpPr>
            <a:spLocks noGrp="1"/>
          </p:cNvSpPr>
          <p:nvPr>
            <p:ph type="body" idx="14" hasCustomPrompt="1"/>
          </p:nvPr>
        </p:nvSpPr>
        <p:spPr>
          <a:xfrm>
            <a:off x="512064" y="421340"/>
            <a:ext cx="3412236" cy="295276"/>
          </a:xfrm>
        </p:spPr>
        <p:txBody>
          <a:bodyPr anchor="b"/>
          <a:lstStyle>
            <a:lvl1pPr marL="0" indent="0">
              <a:buNone/>
              <a:defRPr sz="2000" b="1">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Short subtitle</a:t>
            </a:r>
          </a:p>
        </p:txBody>
      </p:sp>
      <p:sp>
        <p:nvSpPr>
          <p:cNvPr id="20" name="Text Placeholder 19">
            <a:extLst>
              <a:ext uri="{FF2B5EF4-FFF2-40B4-BE49-F238E27FC236}">
                <a16:creationId xmlns:a16="http://schemas.microsoft.com/office/drawing/2014/main" id="{FA4A34C6-AA67-B74C-9387-5C2077CE6A33}"/>
              </a:ext>
            </a:extLst>
          </p:cNvPr>
          <p:cNvSpPr>
            <a:spLocks noGrp="1"/>
          </p:cNvSpPr>
          <p:nvPr>
            <p:ph type="body" sz="quarter" idx="15" hasCustomPrompt="1"/>
          </p:nvPr>
        </p:nvSpPr>
        <p:spPr>
          <a:xfrm>
            <a:off x="512064" y="2514590"/>
            <a:ext cx="3411537" cy="359093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Content Placeholder 2"/>
          <p:cNvSpPr>
            <a:spLocks noGrp="1"/>
          </p:cNvSpPr>
          <p:nvPr>
            <p:ph sz="half" idx="1" hasCustomPrompt="1"/>
          </p:nvPr>
        </p:nvSpPr>
        <p:spPr>
          <a:xfrm>
            <a:off x="4838700" y="470636"/>
            <a:ext cx="6861175" cy="5634889"/>
          </a:xfrm>
        </p:spPr>
        <p:txBody>
          <a:bodyPr/>
          <a:lstStyle>
            <a:lvl1pPr>
              <a:defRPr>
                <a:solidFill>
                  <a:srgbClr val="272524"/>
                </a:solidFill>
              </a:defRPr>
            </a:lvl1pPr>
            <a:lvl2pPr>
              <a:defRPr>
                <a:solidFill>
                  <a:srgbClr val="272524"/>
                </a:solidFill>
              </a:defRPr>
            </a:lvl2pPr>
            <a:lvl3pPr>
              <a:defRPr>
                <a:solidFill>
                  <a:srgbClr val="272524"/>
                </a:solidFill>
              </a:defRPr>
            </a:lvl3pPr>
            <a:lvl4pPr>
              <a:defRPr>
                <a:solidFill>
                  <a:srgbClr val="272524"/>
                </a:solidFill>
              </a:defRPr>
            </a:lvl4pPr>
            <a:lvl5pPr>
              <a:defRPr>
                <a:solidFill>
                  <a:srgbClr val="272524"/>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909113631"/>
      </p:ext>
    </p:extLst>
  </p:cSld>
  <p:clrMapOvr>
    <a:masterClrMapping/>
  </p:clrMapOvr>
  <p:extLst>
    <p:ext uri="{DCECCB84-F9BA-43D5-87BE-67443E8EF086}">
      <p15:sldGuideLst xmlns:p15="http://schemas.microsoft.com/office/powerpoint/2012/main">
        <p15:guide id="1" pos="2472">
          <p15:clr>
            <a:srgbClr val="FBAE40"/>
          </p15:clr>
        </p15:guide>
        <p15:guide id="2" pos="2760">
          <p15:clr>
            <a:srgbClr val="FBAE40"/>
          </p15:clr>
        </p15:guide>
        <p15:guide id="4" pos="3048">
          <p15:clr>
            <a:srgbClr val="FBAE40"/>
          </p15:clr>
        </p15:guide>
        <p15:guide id="5" orient="horz" pos="1576">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Subtitle-A + Content on Blue Right">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F73B866B-F8DF-9344-BC29-1D15C9490777}"/>
              </a:ext>
            </a:extLst>
          </p:cNvPr>
          <p:cNvSpPr/>
          <p:nvPr/>
        </p:nvSpPr>
        <p:spPr>
          <a:xfrm>
            <a:off x="4381500" y="0"/>
            <a:ext cx="7810500" cy="6858000"/>
          </a:xfrm>
          <a:prstGeom prst="rect">
            <a:avLst/>
          </a:prstGeom>
          <a:solidFill>
            <a:schemeClr val="tx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4838700" y="6374651"/>
            <a:ext cx="3839134"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4" y="815786"/>
            <a:ext cx="3412236" cy="1429677"/>
          </a:xfrm>
        </p:spPr>
        <p:txBody>
          <a:bodyPr vert="horz"/>
          <a:lstStyle>
            <a:lvl1pPr>
              <a:defRPr>
                <a:solidFill>
                  <a:schemeClr val="tx1"/>
                </a:solidFill>
              </a:defRPr>
            </a:lvl1pPr>
          </a:lstStyle>
          <a:p>
            <a:r>
              <a:rPr lang="en-US" dirty="0"/>
              <a:t>Short slide title; Arial 32pt bold</a:t>
            </a:r>
          </a:p>
        </p:txBody>
      </p:sp>
      <p:sp>
        <p:nvSpPr>
          <p:cNvPr id="11" name="Text Placeholder 2">
            <a:extLst>
              <a:ext uri="{FF2B5EF4-FFF2-40B4-BE49-F238E27FC236}">
                <a16:creationId xmlns:a16="http://schemas.microsoft.com/office/drawing/2014/main" id="{09B89761-8DE0-C74E-8229-82DCFB7CCA0E}"/>
              </a:ext>
            </a:extLst>
          </p:cNvPr>
          <p:cNvSpPr>
            <a:spLocks noGrp="1"/>
          </p:cNvSpPr>
          <p:nvPr>
            <p:ph type="body" idx="14" hasCustomPrompt="1"/>
          </p:nvPr>
        </p:nvSpPr>
        <p:spPr>
          <a:xfrm>
            <a:off x="512064" y="421340"/>
            <a:ext cx="3412236"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Short subtitle</a:t>
            </a:r>
          </a:p>
        </p:txBody>
      </p:sp>
      <p:sp>
        <p:nvSpPr>
          <p:cNvPr id="14" name="Text Placeholder 19">
            <a:extLst>
              <a:ext uri="{FF2B5EF4-FFF2-40B4-BE49-F238E27FC236}">
                <a16:creationId xmlns:a16="http://schemas.microsoft.com/office/drawing/2014/main" id="{063F2128-9DD7-7445-8E1E-1AA47BED6A54}"/>
              </a:ext>
            </a:extLst>
          </p:cNvPr>
          <p:cNvSpPr>
            <a:spLocks noGrp="1"/>
          </p:cNvSpPr>
          <p:nvPr>
            <p:ph type="body" sz="quarter" idx="15" hasCustomPrompt="1"/>
          </p:nvPr>
        </p:nvSpPr>
        <p:spPr>
          <a:xfrm>
            <a:off x="512064" y="2514590"/>
            <a:ext cx="3411537" cy="3590935"/>
          </a:xfrm>
        </p:spPr>
        <p:txBody>
          <a:bodyPr/>
          <a:lstStyle>
            <a:lvl1pPr>
              <a:defRPr>
                <a:solidFill>
                  <a:srgbClr val="272524"/>
                </a:solidFill>
              </a:defRPr>
            </a:lvl1pPr>
            <a:lvl2pPr>
              <a:defRPr>
                <a:solidFill>
                  <a:srgbClr val="272524"/>
                </a:solidFill>
              </a:defRPr>
            </a:lvl2pPr>
            <a:lvl3pPr>
              <a:defRPr>
                <a:solidFill>
                  <a:srgbClr val="272524"/>
                </a:solidFill>
              </a:defRPr>
            </a:lvl3pPr>
            <a:lvl4pPr>
              <a:defRPr>
                <a:solidFill>
                  <a:srgbClr val="272524"/>
                </a:solidFill>
              </a:defRPr>
            </a:lvl4pPr>
            <a:lvl5pPr>
              <a:defRPr>
                <a:solidFill>
                  <a:srgbClr val="272524"/>
                </a:solidFill>
              </a:defRPr>
            </a:lvl5pPr>
          </a:lstStyle>
          <a:p>
            <a:pPr lvl="0"/>
            <a:r>
              <a:rPr lang="en-US" dirty="0"/>
              <a:t>Click to type text. To activate sub-level formatting, place cursor at beginning of text/line and hit tab or shift tab.</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Content Placeholder 2">
            <a:extLst>
              <a:ext uri="{FF2B5EF4-FFF2-40B4-BE49-F238E27FC236}">
                <a16:creationId xmlns:a16="http://schemas.microsoft.com/office/drawing/2014/main" id="{05BA47CF-4C75-114D-925E-3DEE36B0B108}"/>
              </a:ext>
            </a:extLst>
          </p:cNvPr>
          <p:cNvSpPr>
            <a:spLocks noGrp="1"/>
          </p:cNvSpPr>
          <p:nvPr>
            <p:ph sz="half" idx="1" hasCustomPrompt="1"/>
          </p:nvPr>
        </p:nvSpPr>
        <p:spPr>
          <a:xfrm>
            <a:off x="4838700" y="470636"/>
            <a:ext cx="6861175" cy="5634889"/>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80171857"/>
      </p:ext>
    </p:extLst>
  </p:cSld>
  <p:clrMapOvr>
    <a:masterClrMapping/>
  </p:clrMapOvr>
  <p:extLst>
    <p:ext uri="{DCECCB84-F9BA-43D5-87BE-67443E8EF086}">
      <p15:sldGuideLst xmlns:p15="http://schemas.microsoft.com/office/powerpoint/2012/main">
        <p15:guide id="1" pos="2472">
          <p15:clr>
            <a:srgbClr val="FBAE40"/>
          </p15:clr>
        </p15:guide>
        <p15:guide id="2" pos="2760">
          <p15:clr>
            <a:srgbClr val="FBAE40"/>
          </p15:clr>
        </p15:guide>
        <p15:guide id="4" pos="3048">
          <p15:clr>
            <a:srgbClr val="FBAE40"/>
          </p15:clr>
        </p15:guide>
        <p15:guide id="5" orient="horz" pos="1576">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Subtitle-A +  Content Blue">
    <p:bg>
      <p:bgPr>
        <a:solidFill>
          <a:schemeClr val="tx1"/>
        </a:solidFill>
        <a:effectLst/>
      </p:bgPr>
    </p:bg>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000755A1-263A-3047-860B-B811081C9CD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7" name="Footer Placeholder 6">
            <a:extLst>
              <a:ext uri="{FF2B5EF4-FFF2-40B4-BE49-F238E27FC236}">
                <a16:creationId xmlns:a16="http://schemas.microsoft.com/office/drawing/2014/main" id="{AF8D8092-2468-D648-A089-3B1A9527298B}"/>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3" name="Footnote Placeholder">
            <a:extLst>
              <a:ext uri="{FF2B5EF4-FFF2-40B4-BE49-F238E27FC236}">
                <a16:creationId xmlns:a16="http://schemas.microsoft.com/office/drawing/2014/main" id="{5157959E-651B-B14F-BA5B-24DA1DB08587}"/>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815787"/>
            <a:ext cx="11184423" cy="555813"/>
          </a:xfrm>
        </p:spPr>
        <p:txBody>
          <a:bodyPr vert="horz"/>
          <a:lstStyle>
            <a:lvl1pPr>
              <a:defRPr>
                <a:solidFill>
                  <a:schemeClr val="bg1"/>
                </a:solidFill>
              </a:defRPr>
            </a:lvl1pPr>
          </a:lstStyle>
          <a:p>
            <a:r>
              <a:rPr lang="en-US" dirty="0"/>
              <a:t>Slide title; Arial 32pt bold, sentence case (1 line)</a:t>
            </a:r>
          </a:p>
        </p:txBody>
      </p:sp>
      <p:sp>
        <p:nvSpPr>
          <p:cNvPr id="10" name="Text Placeholder 2">
            <a:extLst>
              <a:ext uri="{FF2B5EF4-FFF2-40B4-BE49-F238E27FC236}">
                <a16:creationId xmlns:a16="http://schemas.microsoft.com/office/drawing/2014/main" id="{F29F3FD6-A58A-E748-A11A-7D0F672AD0A7}"/>
              </a:ext>
            </a:extLst>
          </p:cNvPr>
          <p:cNvSpPr>
            <a:spLocks noGrp="1"/>
          </p:cNvSpPr>
          <p:nvPr>
            <p:ph type="body" idx="12" hasCustomPrompt="1"/>
          </p:nvPr>
        </p:nvSpPr>
        <p:spPr>
          <a:xfrm>
            <a:off x="512064" y="421340"/>
            <a:ext cx="11184422" cy="295276"/>
          </a:xfrm>
        </p:spPr>
        <p:txBody>
          <a:bodyPr anchor="b"/>
          <a:lstStyle>
            <a:lvl1pPr marL="0" marR="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sz="2000" b="1">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idx="1" hasCustomPrompt="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82833581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Subtitle-A + Two Content Blue">
    <p:bg>
      <p:bgPr>
        <a:solidFill>
          <a:schemeClr val="tx1"/>
        </a:solidFill>
        <a:effectLst/>
      </p:bgPr>
    </p:bg>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815787"/>
            <a:ext cx="11184423" cy="555813"/>
          </a:xfrm>
        </p:spPr>
        <p:txBody>
          <a:bodyPr vert="horz"/>
          <a:lstStyle>
            <a:lvl1pPr>
              <a:defRPr>
                <a:solidFill>
                  <a:schemeClr val="bg1"/>
                </a:solidFill>
              </a:defRPr>
            </a:lvl1pPr>
          </a:lstStyle>
          <a:p>
            <a:r>
              <a:rPr lang="en-US" dirty="0"/>
              <a:t>Slide title; Arial 32pt bold, sentence case (1 line)</a:t>
            </a:r>
          </a:p>
        </p:txBody>
      </p:sp>
      <p:sp>
        <p:nvSpPr>
          <p:cNvPr id="11" name="Text Placeholder 2">
            <a:extLst>
              <a:ext uri="{FF2B5EF4-FFF2-40B4-BE49-F238E27FC236}">
                <a16:creationId xmlns:a16="http://schemas.microsoft.com/office/drawing/2014/main" id="{4F286C39-0E82-734F-AB13-0063DC613DC8}"/>
              </a:ext>
            </a:extLst>
          </p:cNvPr>
          <p:cNvSpPr>
            <a:spLocks noGrp="1"/>
          </p:cNvSpPr>
          <p:nvPr>
            <p:ph type="body" idx="13" hasCustomPrompt="1"/>
          </p:nvPr>
        </p:nvSpPr>
        <p:spPr>
          <a:xfrm>
            <a:off x="512064" y="421340"/>
            <a:ext cx="11184422" cy="295276"/>
          </a:xfrm>
        </p:spPr>
        <p:txBody>
          <a:bodyPr anchor="b"/>
          <a:lstStyle>
            <a:lvl1pPr marL="0" indent="0">
              <a:buNone/>
              <a:defRPr sz="2000" b="1">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sz="half" idx="1" hasCustomPrompt="1"/>
          </p:nvPr>
        </p:nvSpPr>
        <p:spPr>
          <a:xfrm>
            <a:off x="512063" y="1698625"/>
            <a:ext cx="5350855" cy="4406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6349019" y="1698625"/>
            <a:ext cx="5350855" cy="4406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875479859"/>
      </p:ext>
    </p:extLst>
  </p:cSld>
  <p:clrMapOvr>
    <a:masterClrMapping/>
  </p:clrMapOvr>
  <p:extLst>
    <p:ext uri="{DCECCB84-F9BA-43D5-87BE-67443E8EF086}">
      <p15:sldGuideLst xmlns:p15="http://schemas.microsoft.com/office/powerpoint/2012/main">
        <p15:guide id="1" pos="3696">
          <p15:clr>
            <a:srgbClr val="FBAE40"/>
          </p15:clr>
        </p15:guide>
        <p15:guide id="2" pos="3994">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Subtitle-A + Three Content Blue">
    <p:bg>
      <p:bgPr>
        <a:solidFill>
          <a:schemeClr val="tx1"/>
        </a:solidFill>
        <a:effectLst/>
      </p:bgPr>
    </p:bg>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815787"/>
            <a:ext cx="11184423" cy="555813"/>
          </a:xfrm>
        </p:spPr>
        <p:txBody>
          <a:bodyPr vert="horz"/>
          <a:lstStyle>
            <a:lvl1pPr>
              <a:defRPr>
                <a:solidFill>
                  <a:schemeClr val="bg1"/>
                </a:solidFill>
              </a:defRPr>
            </a:lvl1pPr>
          </a:lstStyle>
          <a:p>
            <a:r>
              <a:rPr lang="en-US" dirty="0"/>
              <a:t>Slide title; Arial 32pt bold, sentence case (1 line)</a:t>
            </a:r>
          </a:p>
        </p:txBody>
      </p:sp>
      <p:sp>
        <p:nvSpPr>
          <p:cNvPr id="11" name="Text Placeholder 2">
            <a:extLst>
              <a:ext uri="{FF2B5EF4-FFF2-40B4-BE49-F238E27FC236}">
                <a16:creationId xmlns:a16="http://schemas.microsoft.com/office/drawing/2014/main" id="{6474099B-156D-7348-B7A4-5FB85DB30944}"/>
              </a:ext>
            </a:extLst>
          </p:cNvPr>
          <p:cNvSpPr>
            <a:spLocks noGrp="1"/>
          </p:cNvSpPr>
          <p:nvPr>
            <p:ph type="body" idx="14" hasCustomPrompt="1"/>
          </p:nvPr>
        </p:nvSpPr>
        <p:spPr>
          <a:xfrm>
            <a:off x="512064" y="421340"/>
            <a:ext cx="11184422" cy="295276"/>
          </a:xfrm>
        </p:spPr>
        <p:txBody>
          <a:bodyPr anchor="b"/>
          <a:lstStyle>
            <a:lvl1pPr marL="0" indent="0">
              <a:buNone/>
              <a:defRPr sz="2000" b="1">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sz="half" idx="1" hasCustomPrompt="1"/>
          </p:nvPr>
        </p:nvSpPr>
        <p:spPr>
          <a:xfrm>
            <a:off x="512063" y="1698625"/>
            <a:ext cx="3411513" cy="4406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4390247" y="1698625"/>
            <a:ext cx="3421479" cy="4406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Content Placeholder 3">
            <a:extLst>
              <a:ext uri="{FF2B5EF4-FFF2-40B4-BE49-F238E27FC236}">
                <a16:creationId xmlns:a16="http://schemas.microsoft.com/office/drawing/2014/main" id="{E0497FFB-B6FA-9D4E-B0A9-2B64230540B2}"/>
              </a:ext>
            </a:extLst>
          </p:cNvPr>
          <p:cNvSpPr>
            <a:spLocks noGrp="1"/>
          </p:cNvSpPr>
          <p:nvPr>
            <p:ph sz="half" idx="13" hasCustomPrompt="1"/>
          </p:nvPr>
        </p:nvSpPr>
        <p:spPr>
          <a:xfrm>
            <a:off x="8278396" y="1698625"/>
            <a:ext cx="3421479" cy="4406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484852635"/>
      </p:ext>
    </p:extLst>
  </p:cSld>
  <p:clrMapOvr>
    <a:masterClrMapping/>
  </p:clrMapOvr>
  <p:extLst>
    <p:ext uri="{DCECCB84-F9BA-43D5-87BE-67443E8EF086}">
      <p15:sldGuideLst xmlns:p15="http://schemas.microsoft.com/office/powerpoint/2012/main">
        <p15:guide id="1" pos="2472">
          <p15:clr>
            <a:srgbClr val="FBAE40"/>
          </p15:clr>
        </p15:guide>
        <p15:guide id="2" pos="2760">
          <p15:clr>
            <a:srgbClr val="FBAE40"/>
          </p15:clr>
        </p15:guide>
        <p15:guide id="3" pos="4920">
          <p15:clr>
            <a:srgbClr val="FBAE40"/>
          </p15:clr>
        </p15:guide>
        <p15:guide id="4" pos="5208">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Subtitle-A + Four Content Blue">
    <p:bg>
      <p:bgPr>
        <a:solidFill>
          <a:schemeClr val="tx1"/>
        </a:solidFill>
        <a:effectLst/>
      </p:bgPr>
    </p:bg>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815787"/>
            <a:ext cx="11184423" cy="555813"/>
          </a:xfrm>
        </p:spPr>
        <p:txBody>
          <a:bodyPr vert="horz"/>
          <a:lstStyle>
            <a:lvl1pPr>
              <a:defRPr>
                <a:solidFill>
                  <a:schemeClr val="bg1"/>
                </a:solidFill>
              </a:defRPr>
            </a:lvl1pPr>
          </a:lstStyle>
          <a:p>
            <a:r>
              <a:rPr lang="en-US" dirty="0"/>
              <a:t>Slide title; Arial 32pt bold, sentence case (1 line)</a:t>
            </a:r>
          </a:p>
        </p:txBody>
      </p:sp>
      <p:sp>
        <p:nvSpPr>
          <p:cNvPr id="13" name="Text Placeholder 2">
            <a:extLst>
              <a:ext uri="{FF2B5EF4-FFF2-40B4-BE49-F238E27FC236}">
                <a16:creationId xmlns:a16="http://schemas.microsoft.com/office/drawing/2014/main" id="{804B53DC-1086-544D-9442-160B5564CE8C}"/>
              </a:ext>
            </a:extLst>
          </p:cNvPr>
          <p:cNvSpPr>
            <a:spLocks noGrp="1"/>
          </p:cNvSpPr>
          <p:nvPr>
            <p:ph type="body" idx="15" hasCustomPrompt="1"/>
          </p:nvPr>
        </p:nvSpPr>
        <p:spPr>
          <a:xfrm>
            <a:off x="512064" y="421340"/>
            <a:ext cx="11184422" cy="295276"/>
          </a:xfrm>
        </p:spPr>
        <p:txBody>
          <a:bodyPr anchor="b"/>
          <a:lstStyle>
            <a:lvl1pPr marL="0" indent="0">
              <a:buNone/>
              <a:defRPr sz="2000" b="1">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sz="half" idx="1" hasCustomPrompt="1"/>
          </p:nvPr>
        </p:nvSpPr>
        <p:spPr>
          <a:xfrm>
            <a:off x="512063" y="1698625"/>
            <a:ext cx="2512665" cy="4406900"/>
          </a:xfrm>
        </p:spPr>
        <p:txBody>
          <a:bodyPr/>
          <a:lstStyle>
            <a:lvl1pPr>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3394922" y="1698625"/>
            <a:ext cx="2522219" cy="4406900"/>
          </a:xfrm>
        </p:spPr>
        <p:txBody>
          <a:bodyPr/>
          <a:lstStyle>
            <a:lvl1pPr>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Content Placeholder 3">
            <a:extLst>
              <a:ext uri="{FF2B5EF4-FFF2-40B4-BE49-F238E27FC236}">
                <a16:creationId xmlns:a16="http://schemas.microsoft.com/office/drawing/2014/main" id="{E0497FFB-B6FA-9D4E-B0A9-2B64230540B2}"/>
              </a:ext>
            </a:extLst>
          </p:cNvPr>
          <p:cNvSpPr>
            <a:spLocks noGrp="1"/>
          </p:cNvSpPr>
          <p:nvPr>
            <p:ph sz="half" idx="13" hasCustomPrompt="1"/>
          </p:nvPr>
        </p:nvSpPr>
        <p:spPr>
          <a:xfrm>
            <a:off x="6287335" y="1698625"/>
            <a:ext cx="2516188" cy="4406900"/>
          </a:xfrm>
        </p:spPr>
        <p:txBody>
          <a:bodyPr/>
          <a:lstStyle>
            <a:lvl1pPr>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Content Placeholder 3">
            <a:extLst>
              <a:ext uri="{FF2B5EF4-FFF2-40B4-BE49-F238E27FC236}">
                <a16:creationId xmlns:a16="http://schemas.microsoft.com/office/drawing/2014/main" id="{5723D646-D659-4940-866D-282EF0E20D7A}"/>
              </a:ext>
            </a:extLst>
          </p:cNvPr>
          <p:cNvSpPr>
            <a:spLocks noGrp="1"/>
          </p:cNvSpPr>
          <p:nvPr>
            <p:ph sz="half" idx="14" hasCustomPrompt="1"/>
          </p:nvPr>
        </p:nvSpPr>
        <p:spPr>
          <a:xfrm>
            <a:off x="9173716" y="1698625"/>
            <a:ext cx="2516188" cy="4406900"/>
          </a:xfrm>
        </p:spPr>
        <p:txBody>
          <a:bodyPr/>
          <a:lstStyle>
            <a:lvl1pPr>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051650005"/>
      </p:ext>
    </p:extLst>
  </p:cSld>
  <p:clrMapOvr>
    <a:masterClrMapping/>
  </p:clrMapOvr>
  <p:extLst>
    <p:ext uri="{DCECCB84-F9BA-43D5-87BE-67443E8EF086}">
      <p15:sldGuideLst xmlns:p15="http://schemas.microsoft.com/office/powerpoint/2012/main">
        <p15:guide id="1" pos="1896">
          <p15:clr>
            <a:srgbClr val="FBAE40"/>
          </p15:clr>
        </p15:guide>
        <p15:guide id="2" pos="2136">
          <p15:clr>
            <a:srgbClr val="FBAE40"/>
          </p15:clr>
        </p15:guide>
        <p15:guide id="3" pos="5545">
          <p15:clr>
            <a:srgbClr val="FBAE40"/>
          </p15:clr>
        </p15:guide>
        <p15:guide id="4" pos="5777">
          <p15:clr>
            <a:srgbClr val="FBAE40"/>
          </p15:clr>
        </p15:guide>
        <p15:guide id="5" pos="3720">
          <p15:clr>
            <a:srgbClr val="FBAE40"/>
          </p15:clr>
        </p15:guide>
        <p15:guide id="6" pos="396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Subtitle-A + Title Only Blue">
    <p:bg>
      <p:bgPr>
        <a:solidFill>
          <a:schemeClr val="tx1"/>
        </a:solidFill>
        <a:effectLst/>
      </p:bgPr>
    </p:bg>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82389133-8F79-AF42-B505-8A150931C3C6}"/>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6" name="Footer Placeholder 5">
            <a:extLst>
              <a:ext uri="{FF2B5EF4-FFF2-40B4-BE49-F238E27FC236}">
                <a16:creationId xmlns:a16="http://schemas.microsoft.com/office/drawing/2014/main" id="{31269DCA-0308-5E4B-8136-84AD580937A8}"/>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9" name="Footnote Placeholder">
            <a:extLst>
              <a:ext uri="{FF2B5EF4-FFF2-40B4-BE49-F238E27FC236}">
                <a16:creationId xmlns:a16="http://schemas.microsoft.com/office/drawing/2014/main" id="{180F6E86-A27A-FE40-B016-EB59307BF3CC}"/>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815787"/>
            <a:ext cx="11184423" cy="555813"/>
          </a:xfrm>
        </p:spPr>
        <p:txBody>
          <a:bodyPr vert="horz"/>
          <a:lstStyle>
            <a:lvl1pPr>
              <a:defRPr>
                <a:solidFill>
                  <a:schemeClr val="bg1"/>
                </a:solidFill>
              </a:defRPr>
            </a:lvl1pPr>
          </a:lstStyle>
          <a:p>
            <a:r>
              <a:rPr lang="en-US" dirty="0"/>
              <a:t>Slide title; Arial 32pt bold, sentence case (1 line)</a:t>
            </a:r>
          </a:p>
        </p:txBody>
      </p:sp>
      <p:sp>
        <p:nvSpPr>
          <p:cNvPr id="10" name="Text Placeholder 2">
            <a:extLst>
              <a:ext uri="{FF2B5EF4-FFF2-40B4-BE49-F238E27FC236}">
                <a16:creationId xmlns:a16="http://schemas.microsoft.com/office/drawing/2014/main" id="{4E3BD865-48DE-664B-B59C-69BE9486EDEB}"/>
              </a:ext>
            </a:extLst>
          </p:cNvPr>
          <p:cNvSpPr>
            <a:spLocks noGrp="1"/>
          </p:cNvSpPr>
          <p:nvPr>
            <p:ph type="body" idx="12" hasCustomPrompt="1"/>
          </p:nvPr>
        </p:nvSpPr>
        <p:spPr>
          <a:xfrm>
            <a:off x="512064" y="421340"/>
            <a:ext cx="11184422" cy="295276"/>
          </a:xfrm>
        </p:spPr>
        <p:txBody>
          <a:bodyPr anchor="b"/>
          <a:lstStyle>
            <a:lvl1pPr marL="0" indent="0">
              <a:buNone/>
              <a:defRPr sz="2000" b="1">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Tree>
    <p:extLst>
      <p:ext uri="{BB962C8B-B14F-4D97-AF65-F5344CB8AC3E}">
        <p14:creationId xmlns:p14="http://schemas.microsoft.com/office/powerpoint/2010/main" val="310078707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p:cSld name="Content Title and Sub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ZoneTexte 2">
            <a:extLst>
              <a:ext uri="{FF2B5EF4-FFF2-40B4-BE49-F238E27FC236}">
                <a16:creationId xmlns:a16="http://schemas.microsoft.com/office/drawing/2014/main" id="{9187A733-2828-FF4D-A1DC-7E7D7BF66120}"/>
              </a:ext>
            </a:extLst>
          </p:cNvPr>
          <p:cNvSpPr txBox="1"/>
          <p:nvPr/>
        </p:nvSpPr>
        <p:spPr>
          <a:xfrm>
            <a:off x="2" y="1997839"/>
            <a:ext cx="12191999" cy="2862322"/>
          </a:xfrm>
          <a:prstGeom prst="rect">
            <a:avLst/>
          </a:prstGeom>
          <a:noFill/>
        </p:spPr>
        <p:txBody>
          <a:bodyPr wrap="square" lIns="337500" rIns="337500" rtlCol="0" anchor="ctr" anchorCtr="0">
            <a:spAutoFit/>
          </a:bodyPr>
          <a:lstStyle/>
          <a:p>
            <a:pPr algn="ctr"/>
            <a:r>
              <a:rPr lang="en-CA" sz="9000" i="0" noProof="0" dirty="0">
                <a:solidFill>
                  <a:schemeClr val="tx2"/>
                </a:solidFill>
                <a:latin typeface="+mn-lt"/>
              </a:rPr>
              <a:t>Title and Subtitle-Below layouts</a:t>
            </a:r>
          </a:p>
        </p:txBody>
      </p:sp>
    </p:spTree>
    <p:extLst>
      <p:ext uri="{BB962C8B-B14F-4D97-AF65-F5344CB8AC3E}">
        <p14:creationId xmlns:p14="http://schemas.microsoft.com/office/powerpoint/2010/main" val="49317434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Subtitle-B + Conten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000755A1-263A-3047-860B-B811081C9CD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7" name="Footer Placeholder 6">
            <a:extLst>
              <a:ext uri="{FF2B5EF4-FFF2-40B4-BE49-F238E27FC236}">
                <a16:creationId xmlns:a16="http://schemas.microsoft.com/office/drawing/2014/main" id="{AF8D8092-2468-D648-A089-3B1A9527298B}"/>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3" name="Footnote Placeholder">
            <a:extLst>
              <a:ext uri="{FF2B5EF4-FFF2-40B4-BE49-F238E27FC236}">
                <a16:creationId xmlns:a16="http://schemas.microsoft.com/office/drawing/2014/main" id="{5157959E-651B-B14F-BA5B-24DA1DB08587}"/>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5" name="Title 4">
            <a:extLst>
              <a:ext uri="{FF2B5EF4-FFF2-40B4-BE49-F238E27FC236}">
                <a16:creationId xmlns:a16="http://schemas.microsoft.com/office/drawing/2014/main" id="{39313C93-2B4C-9844-9284-03EC104B15BA}"/>
              </a:ext>
            </a:extLst>
          </p:cNvPr>
          <p:cNvSpPr>
            <a:spLocks noGrp="1"/>
          </p:cNvSpPr>
          <p:nvPr>
            <p:ph type="title" hasCustomPrompt="1"/>
          </p:nvPr>
        </p:nvSpPr>
        <p:spPr>
          <a:xfrm>
            <a:off x="512063" y="457201"/>
            <a:ext cx="11184423" cy="557784"/>
          </a:xfrm>
        </p:spPr>
        <p:txBody>
          <a:bodyPr vert="horz"/>
          <a:lstStyle/>
          <a:p>
            <a:r>
              <a:rPr lang="en-US" dirty="0"/>
              <a:t>Slide title; Arial 32pt bold, sentence case (1 line)</a:t>
            </a:r>
          </a:p>
        </p:txBody>
      </p:sp>
      <p:sp>
        <p:nvSpPr>
          <p:cNvPr id="11" name="Text Placeholder 2">
            <a:extLst>
              <a:ext uri="{FF2B5EF4-FFF2-40B4-BE49-F238E27FC236}">
                <a16:creationId xmlns:a16="http://schemas.microsoft.com/office/drawing/2014/main" id="{D6C7144E-2BC5-BB49-A627-9076B48806A8}"/>
              </a:ext>
            </a:extLst>
          </p:cNvPr>
          <p:cNvSpPr>
            <a:spLocks noGrp="1"/>
          </p:cNvSpPr>
          <p:nvPr>
            <p:ph type="body" idx="12" hasCustomPrompt="1"/>
          </p:nvPr>
        </p:nvSpPr>
        <p:spPr>
          <a:xfrm>
            <a:off x="512064" y="1051560"/>
            <a:ext cx="11184422"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idx="1" hasCustomPrompt="1"/>
          </p:nvPr>
        </p:nvSpPr>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30646743"/>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Subtitle-B + Two Content">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457200"/>
            <a:ext cx="11184423" cy="555813"/>
          </a:xfrm>
        </p:spPr>
        <p:txBody>
          <a:bodyPr vert="horz"/>
          <a:lstStyle/>
          <a:p>
            <a:r>
              <a:rPr lang="en-US" dirty="0"/>
              <a:t>Slide title; Arial 32pt bold, sentence case (1 line)</a:t>
            </a:r>
          </a:p>
        </p:txBody>
      </p:sp>
      <p:sp>
        <p:nvSpPr>
          <p:cNvPr id="11" name="Text Placeholder 2">
            <a:extLst>
              <a:ext uri="{FF2B5EF4-FFF2-40B4-BE49-F238E27FC236}">
                <a16:creationId xmlns:a16="http://schemas.microsoft.com/office/drawing/2014/main" id="{D75F0135-B47D-BE40-8017-A3CF8C838B58}"/>
              </a:ext>
            </a:extLst>
          </p:cNvPr>
          <p:cNvSpPr>
            <a:spLocks noGrp="1"/>
          </p:cNvSpPr>
          <p:nvPr>
            <p:ph type="body" idx="13" hasCustomPrompt="1"/>
          </p:nvPr>
        </p:nvSpPr>
        <p:spPr>
          <a:xfrm>
            <a:off x="512064" y="1051560"/>
            <a:ext cx="11184422"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sz="half" idx="1" hasCustomPrompt="1"/>
          </p:nvPr>
        </p:nvSpPr>
        <p:spPr>
          <a:xfrm>
            <a:off x="512063" y="1698625"/>
            <a:ext cx="5350855"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6349019" y="1698625"/>
            <a:ext cx="5350855"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462582284"/>
      </p:ext>
    </p:extLst>
  </p:cSld>
  <p:clrMapOvr>
    <a:masterClrMapping/>
  </p:clrMapOvr>
  <p:extLst>
    <p:ext uri="{DCECCB84-F9BA-43D5-87BE-67443E8EF086}">
      <p15:sldGuideLst xmlns:p15="http://schemas.microsoft.com/office/powerpoint/2012/main">
        <p15:guide id="1" pos="3696">
          <p15:clr>
            <a:srgbClr val="FBAE40"/>
          </p15:clr>
        </p15:guide>
        <p15:guide id="2" pos="3994">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p:cSld name="Subtitle-B + Content Half Pag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A256062-B5BB-6048-9E24-6C230ACEACFF}"/>
              </a:ext>
            </a:extLst>
          </p:cNvPr>
          <p:cNvSpPr/>
          <p:nvPr/>
        </p:nvSpPr>
        <p:spPr>
          <a:xfrm>
            <a:off x="6096001" y="0"/>
            <a:ext cx="6096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riangle 12">
            <a:extLst>
              <a:ext uri="{FF2B5EF4-FFF2-40B4-BE49-F238E27FC236}">
                <a16:creationId xmlns:a16="http://schemas.microsoft.com/office/drawing/2014/main" id="{CD4D23E9-F985-964A-8260-25166ABD836C}"/>
              </a:ext>
            </a:extLst>
          </p:cNvPr>
          <p:cNvSpPr/>
          <p:nvPr/>
        </p:nvSpPr>
        <p:spPr>
          <a:xfrm rot="5400000">
            <a:off x="5899286" y="3271798"/>
            <a:ext cx="685800" cy="314404"/>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5143286"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4" y="457200"/>
            <a:ext cx="5126736" cy="555813"/>
          </a:xfrm>
        </p:spPr>
        <p:txBody>
          <a:bodyPr vert="horz"/>
          <a:lstStyle/>
          <a:p>
            <a:r>
              <a:rPr lang="en-US" dirty="0"/>
              <a:t>Slide title; short (1 line)</a:t>
            </a:r>
          </a:p>
        </p:txBody>
      </p:sp>
      <p:sp>
        <p:nvSpPr>
          <p:cNvPr id="11" name="Text Placeholder 2">
            <a:extLst>
              <a:ext uri="{FF2B5EF4-FFF2-40B4-BE49-F238E27FC236}">
                <a16:creationId xmlns:a16="http://schemas.microsoft.com/office/drawing/2014/main" id="{D75F0135-B47D-BE40-8017-A3CF8C838B58}"/>
              </a:ext>
            </a:extLst>
          </p:cNvPr>
          <p:cNvSpPr>
            <a:spLocks noGrp="1"/>
          </p:cNvSpPr>
          <p:nvPr>
            <p:ph type="body" idx="13" hasCustomPrompt="1"/>
          </p:nvPr>
        </p:nvSpPr>
        <p:spPr>
          <a:xfrm>
            <a:off x="512064" y="1051560"/>
            <a:ext cx="5126736"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short (1 line)</a:t>
            </a:r>
          </a:p>
        </p:txBody>
      </p:sp>
      <p:sp>
        <p:nvSpPr>
          <p:cNvPr id="3" name="Content Placeholder 2"/>
          <p:cNvSpPr>
            <a:spLocks noGrp="1"/>
          </p:cNvSpPr>
          <p:nvPr>
            <p:ph sz="half" idx="1" hasCustomPrompt="1"/>
          </p:nvPr>
        </p:nvSpPr>
        <p:spPr>
          <a:xfrm>
            <a:off x="512064" y="1698625"/>
            <a:ext cx="5126736"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341739946"/>
      </p:ext>
    </p:extLst>
  </p:cSld>
  <p:clrMapOvr>
    <a:masterClrMapping/>
  </p:clrMapOvr>
  <p:extLst>
    <p:ext uri="{DCECCB84-F9BA-43D5-87BE-67443E8EF086}">
      <p15:sldGuideLst xmlns:p15="http://schemas.microsoft.com/office/powerpoint/2012/main">
        <p15:guide id="1" pos="3552">
          <p15:clr>
            <a:srgbClr val="FBAE40"/>
          </p15:clr>
        </p15:guide>
        <p15:guide id="2" pos="4272">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Subtitle-B + Three Content">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457200"/>
            <a:ext cx="11184423" cy="555813"/>
          </a:xfrm>
        </p:spPr>
        <p:txBody>
          <a:bodyPr vert="horz"/>
          <a:lstStyle/>
          <a:p>
            <a:r>
              <a:rPr lang="en-US" dirty="0"/>
              <a:t>Slide title; Arial 32pt bold, sentence case (1 line)</a:t>
            </a:r>
          </a:p>
        </p:txBody>
      </p:sp>
      <p:sp>
        <p:nvSpPr>
          <p:cNvPr id="11" name="Text Placeholder 2">
            <a:extLst>
              <a:ext uri="{FF2B5EF4-FFF2-40B4-BE49-F238E27FC236}">
                <a16:creationId xmlns:a16="http://schemas.microsoft.com/office/drawing/2014/main" id="{09B89761-8DE0-C74E-8229-82DCFB7CCA0E}"/>
              </a:ext>
            </a:extLst>
          </p:cNvPr>
          <p:cNvSpPr>
            <a:spLocks noGrp="1"/>
          </p:cNvSpPr>
          <p:nvPr>
            <p:ph type="body" idx="14" hasCustomPrompt="1"/>
          </p:nvPr>
        </p:nvSpPr>
        <p:spPr>
          <a:xfrm>
            <a:off x="512064" y="1051560"/>
            <a:ext cx="11184422"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sz="half" idx="1" hasCustomPrompt="1"/>
          </p:nvPr>
        </p:nvSpPr>
        <p:spPr>
          <a:xfrm>
            <a:off x="512063" y="1698625"/>
            <a:ext cx="3411513"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4390247" y="1698625"/>
            <a:ext cx="3421479"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Content Placeholder 3">
            <a:extLst>
              <a:ext uri="{FF2B5EF4-FFF2-40B4-BE49-F238E27FC236}">
                <a16:creationId xmlns:a16="http://schemas.microsoft.com/office/drawing/2014/main" id="{E0497FFB-B6FA-9D4E-B0A9-2B64230540B2}"/>
              </a:ext>
            </a:extLst>
          </p:cNvPr>
          <p:cNvSpPr>
            <a:spLocks noGrp="1"/>
          </p:cNvSpPr>
          <p:nvPr>
            <p:ph sz="half" idx="13" hasCustomPrompt="1"/>
          </p:nvPr>
        </p:nvSpPr>
        <p:spPr>
          <a:xfrm>
            <a:off x="8278396" y="1698625"/>
            <a:ext cx="3421479"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820558265"/>
      </p:ext>
    </p:extLst>
  </p:cSld>
  <p:clrMapOvr>
    <a:masterClrMapping/>
  </p:clrMapOvr>
  <p:extLst>
    <p:ext uri="{DCECCB84-F9BA-43D5-87BE-67443E8EF086}">
      <p15:sldGuideLst xmlns:p15="http://schemas.microsoft.com/office/powerpoint/2012/main">
        <p15:guide id="1" pos="2472">
          <p15:clr>
            <a:srgbClr val="FBAE40"/>
          </p15:clr>
        </p15:guide>
        <p15:guide id="2" pos="2760">
          <p15:clr>
            <a:srgbClr val="FBAE40"/>
          </p15:clr>
        </p15:guide>
        <p15:guide id="3" pos="4920">
          <p15:clr>
            <a:srgbClr val="FBAE40"/>
          </p15:clr>
        </p15:guide>
        <p15:guide id="4" pos="5208">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Subtitle-B + Four Content">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457200"/>
            <a:ext cx="11184423" cy="555813"/>
          </a:xfrm>
        </p:spPr>
        <p:txBody>
          <a:bodyPr vert="horz"/>
          <a:lstStyle/>
          <a:p>
            <a:r>
              <a:rPr lang="en-US" dirty="0"/>
              <a:t>Slide title; Arial 32pt bold, sentence case (1 line)</a:t>
            </a:r>
          </a:p>
        </p:txBody>
      </p:sp>
      <p:sp>
        <p:nvSpPr>
          <p:cNvPr id="13" name="Text Placeholder 2">
            <a:extLst>
              <a:ext uri="{FF2B5EF4-FFF2-40B4-BE49-F238E27FC236}">
                <a16:creationId xmlns:a16="http://schemas.microsoft.com/office/drawing/2014/main" id="{8F05DDA7-2CBD-E44C-A62E-E1C57509DCA3}"/>
              </a:ext>
            </a:extLst>
          </p:cNvPr>
          <p:cNvSpPr>
            <a:spLocks noGrp="1"/>
          </p:cNvSpPr>
          <p:nvPr>
            <p:ph type="body" idx="15" hasCustomPrompt="1"/>
          </p:nvPr>
        </p:nvSpPr>
        <p:spPr>
          <a:xfrm>
            <a:off x="512064" y="1051560"/>
            <a:ext cx="11184422"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sz="half" idx="1" hasCustomPrompt="1"/>
          </p:nvPr>
        </p:nvSpPr>
        <p:spPr>
          <a:xfrm>
            <a:off x="512063" y="1698625"/>
            <a:ext cx="2512665" cy="4406900"/>
          </a:xfrm>
        </p:spPr>
        <p:txBody>
          <a:bodyPr/>
          <a:lstStyle>
            <a:lvl1pPr>
              <a:defRPr sz="1400"/>
            </a:lvl1pPr>
            <a:lvl2pPr>
              <a:defRPr sz="1400"/>
            </a:lvl2pPr>
            <a:lvl3pPr>
              <a:defRPr sz="1400"/>
            </a:lvl3pPr>
            <a:lvl4pPr>
              <a:defRPr sz="1400"/>
            </a:lvl4pPr>
            <a:lvl5pPr>
              <a:defRPr sz="1400"/>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3394922" y="1698625"/>
            <a:ext cx="2522219" cy="4406900"/>
          </a:xfrm>
        </p:spPr>
        <p:txBody>
          <a:bodyPr/>
          <a:lstStyle>
            <a:lvl1pPr>
              <a:defRPr sz="1400"/>
            </a:lvl1pPr>
            <a:lvl2pPr>
              <a:defRPr sz="1400"/>
            </a:lvl2pPr>
            <a:lvl3pPr>
              <a:defRPr sz="1400"/>
            </a:lvl3pPr>
            <a:lvl4pPr>
              <a:defRPr sz="1400"/>
            </a:lvl4pPr>
            <a:lvl5pPr>
              <a:defRPr sz="1400"/>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Content Placeholder 3">
            <a:extLst>
              <a:ext uri="{FF2B5EF4-FFF2-40B4-BE49-F238E27FC236}">
                <a16:creationId xmlns:a16="http://schemas.microsoft.com/office/drawing/2014/main" id="{E0497FFB-B6FA-9D4E-B0A9-2B64230540B2}"/>
              </a:ext>
            </a:extLst>
          </p:cNvPr>
          <p:cNvSpPr>
            <a:spLocks noGrp="1"/>
          </p:cNvSpPr>
          <p:nvPr>
            <p:ph sz="half" idx="13" hasCustomPrompt="1"/>
          </p:nvPr>
        </p:nvSpPr>
        <p:spPr>
          <a:xfrm>
            <a:off x="6287335" y="1698625"/>
            <a:ext cx="2516188" cy="4406900"/>
          </a:xfrm>
        </p:spPr>
        <p:txBody>
          <a:bodyPr/>
          <a:lstStyle>
            <a:lvl1pPr>
              <a:defRPr sz="1400"/>
            </a:lvl1pPr>
            <a:lvl2pPr>
              <a:defRPr sz="1400"/>
            </a:lvl2pPr>
            <a:lvl3pPr>
              <a:defRPr sz="1400"/>
            </a:lvl3pPr>
            <a:lvl4pPr>
              <a:defRPr sz="1400"/>
            </a:lvl4pPr>
            <a:lvl5pPr>
              <a:defRPr sz="1400"/>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Content Placeholder 3">
            <a:extLst>
              <a:ext uri="{FF2B5EF4-FFF2-40B4-BE49-F238E27FC236}">
                <a16:creationId xmlns:a16="http://schemas.microsoft.com/office/drawing/2014/main" id="{5723D646-D659-4940-866D-282EF0E20D7A}"/>
              </a:ext>
            </a:extLst>
          </p:cNvPr>
          <p:cNvSpPr>
            <a:spLocks noGrp="1"/>
          </p:cNvSpPr>
          <p:nvPr>
            <p:ph sz="half" idx="14" hasCustomPrompt="1"/>
          </p:nvPr>
        </p:nvSpPr>
        <p:spPr>
          <a:xfrm>
            <a:off x="9173716" y="1698625"/>
            <a:ext cx="2516188" cy="4406900"/>
          </a:xfrm>
        </p:spPr>
        <p:txBody>
          <a:bodyPr/>
          <a:lstStyle>
            <a:lvl1pPr>
              <a:defRPr sz="1400"/>
            </a:lvl1pPr>
            <a:lvl2pPr>
              <a:defRPr sz="1400"/>
            </a:lvl2pPr>
            <a:lvl3pPr>
              <a:defRPr sz="1400"/>
            </a:lvl3pPr>
            <a:lvl4pPr>
              <a:defRPr sz="1400"/>
            </a:lvl4pPr>
            <a:lvl5pPr>
              <a:defRPr sz="1400"/>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08535582"/>
      </p:ext>
    </p:extLst>
  </p:cSld>
  <p:clrMapOvr>
    <a:masterClrMapping/>
  </p:clrMapOvr>
  <p:extLst>
    <p:ext uri="{DCECCB84-F9BA-43D5-87BE-67443E8EF086}">
      <p15:sldGuideLst xmlns:p15="http://schemas.microsoft.com/office/powerpoint/2012/main">
        <p15:guide id="1" pos="1896">
          <p15:clr>
            <a:srgbClr val="FBAE40"/>
          </p15:clr>
        </p15:guide>
        <p15:guide id="2" pos="2136">
          <p15:clr>
            <a:srgbClr val="FBAE40"/>
          </p15:clr>
        </p15:guide>
        <p15:guide id="3" pos="5545">
          <p15:clr>
            <a:srgbClr val="FBAE40"/>
          </p15:clr>
        </p15:guide>
        <p15:guide id="4" pos="5777">
          <p15:clr>
            <a:srgbClr val="FBAE40"/>
          </p15:clr>
        </p15:guide>
        <p15:guide id="5" pos="3720">
          <p15:clr>
            <a:srgbClr val="FBAE40"/>
          </p15:clr>
        </p15:guide>
        <p15:guide id="6" pos="3960">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Subtitle-B + Title Only">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82389133-8F79-AF42-B505-8A150931C3C6}"/>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6" name="Footer Placeholder 5">
            <a:extLst>
              <a:ext uri="{FF2B5EF4-FFF2-40B4-BE49-F238E27FC236}">
                <a16:creationId xmlns:a16="http://schemas.microsoft.com/office/drawing/2014/main" id="{31269DCA-0308-5E4B-8136-84AD580937A8}"/>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9" name="Footnote Placeholder">
            <a:extLst>
              <a:ext uri="{FF2B5EF4-FFF2-40B4-BE49-F238E27FC236}">
                <a16:creationId xmlns:a16="http://schemas.microsoft.com/office/drawing/2014/main" id="{180F6E86-A27A-FE40-B016-EB59307BF3CC}"/>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457200"/>
            <a:ext cx="11184423" cy="555813"/>
          </a:xfrm>
        </p:spPr>
        <p:txBody>
          <a:bodyPr vert="horz"/>
          <a:lstStyle/>
          <a:p>
            <a:r>
              <a:rPr lang="en-US" dirty="0"/>
              <a:t>Slide title; Arial 32pt bold, sentence case (1 line)</a:t>
            </a:r>
          </a:p>
        </p:txBody>
      </p:sp>
      <p:sp>
        <p:nvSpPr>
          <p:cNvPr id="10" name="Text Placeholder 2">
            <a:extLst>
              <a:ext uri="{FF2B5EF4-FFF2-40B4-BE49-F238E27FC236}">
                <a16:creationId xmlns:a16="http://schemas.microsoft.com/office/drawing/2014/main" id="{A96AF473-C2CF-6B47-84F7-6E0E41A10BCD}"/>
              </a:ext>
            </a:extLst>
          </p:cNvPr>
          <p:cNvSpPr>
            <a:spLocks noGrp="1"/>
          </p:cNvSpPr>
          <p:nvPr>
            <p:ph type="body" idx="12" hasCustomPrompt="1"/>
          </p:nvPr>
        </p:nvSpPr>
        <p:spPr>
          <a:xfrm>
            <a:off x="512064" y="1051560"/>
            <a:ext cx="11184422"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Tree>
    <p:extLst>
      <p:ext uri="{BB962C8B-B14F-4D97-AF65-F5344CB8AC3E}">
        <p14:creationId xmlns:p14="http://schemas.microsoft.com/office/powerpoint/2010/main" val="4251222220"/>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Subtitle-B + Title Only Light Blue">
    <p:bg>
      <p:bgPr>
        <a:solidFill>
          <a:srgbClr val="F0F7FF"/>
        </a:solidFill>
        <a:effectLst/>
      </p:bgPr>
    </p:bg>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82389133-8F79-AF42-B505-8A150931C3C6}"/>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6" name="Footer Placeholder 5">
            <a:extLst>
              <a:ext uri="{FF2B5EF4-FFF2-40B4-BE49-F238E27FC236}">
                <a16:creationId xmlns:a16="http://schemas.microsoft.com/office/drawing/2014/main" id="{31269DCA-0308-5E4B-8136-84AD580937A8}"/>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9" name="Footnote Placeholder">
            <a:extLst>
              <a:ext uri="{FF2B5EF4-FFF2-40B4-BE49-F238E27FC236}">
                <a16:creationId xmlns:a16="http://schemas.microsoft.com/office/drawing/2014/main" id="{180F6E86-A27A-FE40-B016-EB59307BF3CC}"/>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457200"/>
            <a:ext cx="11184423" cy="555813"/>
          </a:xfrm>
        </p:spPr>
        <p:txBody>
          <a:bodyPr vert="horz"/>
          <a:lstStyle/>
          <a:p>
            <a:r>
              <a:rPr lang="en-US" dirty="0"/>
              <a:t>Slide title; Arial 32pt bold, sentence case (1 line)</a:t>
            </a:r>
          </a:p>
        </p:txBody>
      </p:sp>
      <p:sp>
        <p:nvSpPr>
          <p:cNvPr id="10" name="Text Placeholder 2">
            <a:extLst>
              <a:ext uri="{FF2B5EF4-FFF2-40B4-BE49-F238E27FC236}">
                <a16:creationId xmlns:a16="http://schemas.microsoft.com/office/drawing/2014/main" id="{A96AF473-C2CF-6B47-84F7-6E0E41A10BCD}"/>
              </a:ext>
            </a:extLst>
          </p:cNvPr>
          <p:cNvSpPr>
            <a:spLocks noGrp="1"/>
          </p:cNvSpPr>
          <p:nvPr>
            <p:ph type="body" idx="12" hasCustomPrompt="1"/>
          </p:nvPr>
        </p:nvSpPr>
        <p:spPr>
          <a:xfrm>
            <a:off x="512064" y="1051560"/>
            <a:ext cx="11184422"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Tree>
    <p:extLst>
      <p:ext uri="{BB962C8B-B14F-4D97-AF65-F5344CB8AC3E}">
        <p14:creationId xmlns:p14="http://schemas.microsoft.com/office/powerpoint/2010/main" val="69326211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Subtitle-B + Content on Blue Left">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F73B866B-F8DF-9344-BC29-1D15C9490777}"/>
              </a:ext>
            </a:extLst>
          </p:cNvPr>
          <p:cNvSpPr/>
          <p:nvPr/>
        </p:nvSpPr>
        <p:spPr>
          <a:xfrm>
            <a:off x="0" y="0"/>
            <a:ext cx="4382814" cy="6858000"/>
          </a:xfrm>
          <a:prstGeom prst="rect">
            <a:avLst/>
          </a:prstGeom>
          <a:solidFill>
            <a:schemeClr val="tx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4838700" y="6374651"/>
            <a:ext cx="3839134"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4" y="457201"/>
            <a:ext cx="3412236" cy="594360"/>
          </a:xfrm>
        </p:spPr>
        <p:txBody>
          <a:bodyPr vert="horz"/>
          <a:lstStyle>
            <a:lvl1pPr>
              <a:defRPr>
                <a:solidFill>
                  <a:schemeClr val="bg1"/>
                </a:solidFill>
              </a:defRPr>
            </a:lvl1pPr>
          </a:lstStyle>
          <a:p>
            <a:r>
              <a:rPr lang="en-US" dirty="0"/>
              <a:t>Short slide title</a:t>
            </a:r>
          </a:p>
        </p:txBody>
      </p:sp>
      <p:sp>
        <p:nvSpPr>
          <p:cNvPr id="11" name="Text Placeholder 2">
            <a:extLst>
              <a:ext uri="{FF2B5EF4-FFF2-40B4-BE49-F238E27FC236}">
                <a16:creationId xmlns:a16="http://schemas.microsoft.com/office/drawing/2014/main" id="{09B89761-8DE0-C74E-8229-82DCFB7CCA0E}"/>
              </a:ext>
            </a:extLst>
          </p:cNvPr>
          <p:cNvSpPr>
            <a:spLocks noGrp="1"/>
          </p:cNvSpPr>
          <p:nvPr>
            <p:ph type="body" idx="14" hasCustomPrompt="1"/>
          </p:nvPr>
        </p:nvSpPr>
        <p:spPr>
          <a:xfrm>
            <a:off x="512064" y="1051560"/>
            <a:ext cx="3412236" cy="295276"/>
          </a:xfrm>
        </p:spPr>
        <p:txBody>
          <a:bodyPr anchor="b"/>
          <a:lstStyle>
            <a:lvl1pPr marL="0" indent="0">
              <a:buNone/>
              <a:defRPr sz="2000" b="1">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Short slide subtitle</a:t>
            </a:r>
          </a:p>
        </p:txBody>
      </p:sp>
      <p:sp>
        <p:nvSpPr>
          <p:cNvPr id="20" name="Text Placeholder 19">
            <a:extLst>
              <a:ext uri="{FF2B5EF4-FFF2-40B4-BE49-F238E27FC236}">
                <a16:creationId xmlns:a16="http://schemas.microsoft.com/office/drawing/2014/main" id="{FA4A34C6-AA67-B74C-9387-5C2077CE6A33}"/>
              </a:ext>
            </a:extLst>
          </p:cNvPr>
          <p:cNvSpPr>
            <a:spLocks noGrp="1"/>
          </p:cNvSpPr>
          <p:nvPr>
            <p:ph type="body" sz="quarter" idx="15" hasCustomPrompt="1"/>
          </p:nvPr>
        </p:nvSpPr>
        <p:spPr>
          <a:xfrm>
            <a:off x="512064" y="2514590"/>
            <a:ext cx="3411537" cy="359093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Content Placeholder 2"/>
          <p:cNvSpPr>
            <a:spLocks noGrp="1"/>
          </p:cNvSpPr>
          <p:nvPr>
            <p:ph sz="half" idx="1" hasCustomPrompt="1"/>
          </p:nvPr>
        </p:nvSpPr>
        <p:spPr>
          <a:xfrm>
            <a:off x="4838700" y="470636"/>
            <a:ext cx="6861175" cy="5634889"/>
          </a:xfrm>
        </p:spPr>
        <p:txBody>
          <a:bodyPr/>
          <a:lstStyle>
            <a:lvl1pPr>
              <a:defRPr>
                <a:solidFill>
                  <a:srgbClr val="272524"/>
                </a:solidFill>
              </a:defRPr>
            </a:lvl1pPr>
            <a:lvl2pPr>
              <a:defRPr>
                <a:solidFill>
                  <a:srgbClr val="272524"/>
                </a:solidFill>
              </a:defRPr>
            </a:lvl2pPr>
            <a:lvl3pPr>
              <a:defRPr>
                <a:solidFill>
                  <a:srgbClr val="272524"/>
                </a:solidFill>
              </a:defRPr>
            </a:lvl3pPr>
            <a:lvl4pPr>
              <a:defRPr>
                <a:solidFill>
                  <a:srgbClr val="272524"/>
                </a:solidFill>
              </a:defRPr>
            </a:lvl4pPr>
            <a:lvl5pPr>
              <a:defRPr>
                <a:solidFill>
                  <a:srgbClr val="272524"/>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88289368"/>
      </p:ext>
    </p:extLst>
  </p:cSld>
  <p:clrMapOvr>
    <a:masterClrMapping/>
  </p:clrMapOvr>
  <p:extLst>
    <p:ext uri="{DCECCB84-F9BA-43D5-87BE-67443E8EF086}">
      <p15:sldGuideLst xmlns:p15="http://schemas.microsoft.com/office/powerpoint/2012/main">
        <p15:guide id="1" pos="2472">
          <p15:clr>
            <a:srgbClr val="FBAE40"/>
          </p15:clr>
        </p15:guide>
        <p15:guide id="2" pos="2760">
          <p15:clr>
            <a:srgbClr val="FBAE40"/>
          </p15:clr>
        </p15:guide>
        <p15:guide id="4" pos="3048">
          <p15:clr>
            <a:srgbClr val="FBAE40"/>
          </p15:clr>
        </p15:guide>
        <p15:guide id="5" orient="horz" pos="1576">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Subtitle-B + Content on Blue Right">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F73B866B-F8DF-9344-BC29-1D15C9490777}"/>
              </a:ext>
            </a:extLst>
          </p:cNvPr>
          <p:cNvSpPr/>
          <p:nvPr/>
        </p:nvSpPr>
        <p:spPr>
          <a:xfrm>
            <a:off x="4381500" y="0"/>
            <a:ext cx="7810500" cy="6858000"/>
          </a:xfrm>
          <a:prstGeom prst="rect">
            <a:avLst/>
          </a:prstGeom>
          <a:solidFill>
            <a:schemeClr val="tx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4838700" y="6374651"/>
            <a:ext cx="3839134"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4" y="457201"/>
            <a:ext cx="3412236" cy="594360"/>
          </a:xfrm>
        </p:spPr>
        <p:txBody>
          <a:bodyPr vert="horz"/>
          <a:lstStyle>
            <a:lvl1pPr>
              <a:defRPr>
                <a:solidFill>
                  <a:schemeClr val="tx1"/>
                </a:solidFill>
              </a:defRPr>
            </a:lvl1pPr>
          </a:lstStyle>
          <a:p>
            <a:r>
              <a:rPr lang="en-US" dirty="0"/>
              <a:t>Short slide title</a:t>
            </a:r>
          </a:p>
        </p:txBody>
      </p:sp>
      <p:sp>
        <p:nvSpPr>
          <p:cNvPr id="11" name="Text Placeholder 2">
            <a:extLst>
              <a:ext uri="{FF2B5EF4-FFF2-40B4-BE49-F238E27FC236}">
                <a16:creationId xmlns:a16="http://schemas.microsoft.com/office/drawing/2014/main" id="{09B89761-8DE0-C74E-8229-82DCFB7CCA0E}"/>
              </a:ext>
            </a:extLst>
          </p:cNvPr>
          <p:cNvSpPr>
            <a:spLocks noGrp="1"/>
          </p:cNvSpPr>
          <p:nvPr>
            <p:ph type="body" idx="14" hasCustomPrompt="1"/>
          </p:nvPr>
        </p:nvSpPr>
        <p:spPr>
          <a:xfrm>
            <a:off x="512064" y="1051560"/>
            <a:ext cx="3412236"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Short slide subtitle</a:t>
            </a:r>
          </a:p>
        </p:txBody>
      </p:sp>
      <p:sp>
        <p:nvSpPr>
          <p:cNvPr id="14" name="Text Placeholder 19">
            <a:extLst>
              <a:ext uri="{FF2B5EF4-FFF2-40B4-BE49-F238E27FC236}">
                <a16:creationId xmlns:a16="http://schemas.microsoft.com/office/drawing/2014/main" id="{063F2128-9DD7-7445-8E1E-1AA47BED6A54}"/>
              </a:ext>
            </a:extLst>
          </p:cNvPr>
          <p:cNvSpPr>
            <a:spLocks noGrp="1"/>
          </p:cNvSpPr>
          <p:nvPr>
            <p:ph type="body" sz="quarter" idx="15" hasCustomPrompt="1"/>
          </p:nvPr>
        </p:nvSpPr>
        <p:spPr>
          <a:xfrm>
            <a:off x="512064" y="2514590"/>
            <a:ext cx="3411537" cy="3590935"/>
          </a:xfrm>
        </p:spPr>
        <p:txBody>
          <a:bodyPr/>
          <a:lstStyle>
            <a:lvl1pPr>
              <a:defRPr>
                <a:solidFill>
                  <a:srgbClr val="272524"/>
                </a:solidFill>
              </a:defRPr>
            </a:lvl1pPr>
            <a:lvl2pPr>
              <a:defRPr>
                <a:solidFill>
                  <a:srgbClr val="272524"/>
                </a:solidFill>
              </a:defRPr>
            </a:lvl2pPr>
            <a:lvl3pPr>
              <a:defRPr>
                <a:solidFill>
                  <a:srgbClr val="272524"/>
                </a:solidFill>
              </a:defRPr>
            </a:lvl3pPr>
            <a:lvl4pPr>
              <a:defRPr>
                <a:solidFill>
                  <a:srgbClr val="272524"/>
                </a:solidFill>
              </a:defRPr>
            </a:lvl4pPr>
            <a:lvl5pPr>
              <a:defRPr>
                <a:solidFill>
                  <a:srgbClr val="272524"/>
                </a:solidFill>
              </a:defRPr>
            </a:lvl5pPr>
          </a:lstStyle>
          <a:p>
            <a:pPr lvl="0"/>
            <a:r>
              <a:rPr lang="en-US" dirty="0"/>
              <a:t>Click to type text. To activate sub-level formatting, place cursor at beginning of text/line and hit tab or shift tab.</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Content Placeholder 2">
            <a:extLst>
              <a:ext uri="{FF2B5EF4-FFF2-40B4-BE49-F238E27FC236}">
                <a16:creationId xmlns:a16="http://schemas.microsoft.com/office/drawing/2014/main" id="{05BA47CF-4C75-114D-925E-3DEE36B0B108}"/>
              </a:ext>
            </a:extLst>
          </p:cNvPr>
          <p:cNvSpPr>
            <a:spLocks noGrp="1"/>
          </p:cNvSpPr>
          <p:nvPr>
            <p:ph sz="half" idx="1" hasCustomPrompt="1"/>
          </p:nvPr>
        </p:nvSpPr>
        <p:spPr>
          <a:xfrm>
            <a:off x="4838700" y="470636"/>
            <a:ext cx="6861175" cy="5634889"/>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74259784"/>
      </p:ext>
    </p:extLst>
  </p:cSld>
  <p:clrMapOvr>
    <a:masterClrMapping/>
  </p:clrMapOvr>
  <p:extLst>
    <p:ext uri="{DCECCB84-F9BA-43D5-87BE-67443E8EF086}">
      <p15:sldGuideLst xmlns:p15="http://schemas.microsoft.com/office/powerpoint/2012/main">
        <p15:guide id="1" pos="2472">
          <p15:clr>
            <a:srgbClr val="FBAE40"/>
          </p15:clr>
        </p15:guide>
        <p15:guide id="2" pos="2760">
          <p15:clr>
            <a:srgbClr val="FBAE40"/>
          </p15:clr>
        </p15:guide>
        <p15:guide id="4" pos="3048">
          <p15:clr>
            <a:srgbClr val="FBAE40"/>
          </p15:clr>
        </p15:guide>
        <p15:guide id="5" orient="horz" pos="1576">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Subtitle-B +  Content Blue">
    <p:bg>
      <p:bgPr>
        <a:solidFill>
          <a:schemeClr val="tx1"/>
        </a:solidFill>
        <a:effectLst/>
      </p:bgPr>
    </p:bg>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000755A1-263A-3047-860B-B811081C9CD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7" name="Footer Placeholder 6">
            <a:extLst>
              <a:ext uri="{FF2B5EF4-FFF2-40B4-BE49-F238E27FC236}">
                <a16:creationId xmlns:a16="http://schemas.microsoft.com/office/drawing/2014/main" id="{AF8D8092-2468-D648-A089-3B1A9527298B}"/>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3" name="Footnote Placeholder">
            <a:extLst>
              <a:ext uri="{FF2B5EF4-FFF2-40B4-BE49-F238E27FC236}">
                <a16:creationId xmlns:a16="http://schemas.microsoft.com/office/drawing/2014/main" id="{5157959E-651B-B14F-BA5B-24DA1DB08587}"/>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457200"/>
            <a:ext cx="11184423" cy="555813"/>
          </a:xfrm>
        </p:spPr>
        <p:txBody>
          <a:bodyPr vert="horz"/>
          <a:lstStyle>
            <a:lvl1pPr>
              <a:defRPr>
                <a:solidFill>
                  <a:schemeClr val="bg1"/>
                </a:solidFill>
              </a:defRPr>
            </a:lvl1pPr>
          </a:lstStyle>
          <a:p>
            <a:r>
              <a:rPr lang="en-US" dirty="0"/>
              <a:t>Slide title; Arial 32pt bold, sentence case (1 line)</a:t>
            </a:r>
          </a:p>
        </p:txBody>
      </p:sp>
      <p:sp>
        <p:nvSpPr>
          <p:cNvPr id="10" name="Text Placeholder 2">
            <a:extLst>
              <a:ext uri="{FF2B5EF4-FFF2-40B4-BE49-F238E27FC236}">
                <a16:creationId xmlns:a16="http://schemas.microsoft.com/office/drawing/2014/main" id="{F29F3FD6-A58A-E748-A11A-7D0F672AD0A7}"/>
              </a:ext>
            </a:extLst>
          </p:cNvPr>
          <p:cNvSpPr>
            <a:spLocks noGrp="1"/>
          </p:cNvSpPr>
          <p:nvPr>
            <p:ph type="body" idx="12" hasCustomPrompt="1"/>
          </p:nvPr>
        </p:nvSpPr>
        <p:spPr>
          <a:xfrm>
            <a:off x="512064" y="1051560"/>
            <a:ext cx="11184422" cy="295276"/>
          </a:xfrm>
        </p:spPr>
        <p:txBody>
          <a:bodyPr anchor="b"/>
          <a:lstStyle>
            <a:lvl1pPr marL="0" indent="0">
              <a:buNone/>
              <a:defRPr sz="2000" b="1">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idx="1" hasCustomPrompt="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89270509"/>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Subtitle-B + Two Content Blue">
    <p:bg>
      <p:bgPr>
        <a:solidFill>
          <a:schemeClr val="tx1"/>
        </a:solidFill>
        <a:effectLst/>
      </p:bgPr>
    </p:bg>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457200"/>
            <a:ext cx="11184423" cy="555813"/>
          </a:xfrm>
        </p:spPr>
        <p:txBody>
          <a:bodyPr vert="horz"/>
          <a:lstStyle>
            <a:lvl1pPr>
              <a:defRPr>
                <a:solidFill>
                  <a:schemeClr val="bg1"/>
                </a:solidFill>
              </a:defRPr>
            </a:lvl1pPr>
          </a:lstStyle>
          <a:p>
            <a:r>
              <a:rPr lang="en-US" dirty="0"/>
              <a:t>Slide title; Arial 32pt bold, sentence case (1 line)</a:t>
            </a:r>
          </a:p>
        </p:txBody>
      </p:sp>
      <p:sp>
        <p:nvSpPr>
          <p:cNvPr id="11" name="Text Placeholder 2">
            <a:extLst>
              <a:ext uri="{FF2B5EF4-FFF2-40B4-BE49-F238E27FC236}">
                <a16:creationId xmlns:a16="http://schemas.microsoft.com/office/drawing/2014/main" id="{4F286C39-0E82-734F-AB13-0063DC613DC8}"/>
              </a:ext>
            </a:extLst>
          </p:cNvPr>
          <p:cNvSpPr>
            <a:spLocks noGrp="1"/>
          </p:cNvSpPr>
          <p:nvPr>
            <p:ph type="body" idx="13" hasCustomPrompt="1"/>
          </p:nvPr>
        </p:nvSpPr>
        <p:spPr>
          <a:xfrm>
            <a:off x="512064" y="1051560"/>
            <a:ext cx="11184422" cy="295276"/>
          </a:xfrm>
        </p:spPr>
        <p:txBody>
          <a:bodyPr anchor="b"/>
          <a:lstStyle>
            <a:lvl1pPr marL="0" indent="0">
              <a:buNone/>
              <a:defRPr sz="2000" b="1">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sz="half" idx="1" hasCustomPrompt="1"/>
          </p:nvPr>
        </p:nvSpPr>
        <p:spPr>
          <a:xfrm>
            <a:off x="512063" y="1698625"/>
            <a:ext cx="5350855" cy="4406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6349019" y="1698625"/>
            <a:ext cx="5350855" cy="4406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998693906"/>
      </p:ext>
    </p:extLst>
  </p:cSld>
  <p:clrMapOvr>
    <a:masterClrMapping/>
  </p:clrMapOvr>
  <p:extLst>
    <p:ext uri="{DCECCB84-F9BA-43D5-87BE-67443E8EF086}">
      <p15:sldGuideLst xmlns:p15="http://schemas.microsoft.com/office/powerpoint/2012/main">
        <p15:guide id="1" pos="3696">
          <p15:clr>
            <a:srgbClr val="FBAE40"/>
          </p15:clr>
        </p15:guide>
        <p15:guide id="2" pos="3994">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Subtitle-B + Three Content Blue">
    <p:bg>
      <p:bgPr>
        <a:solidFill>
          <a:schemeClr val="tx1"/>
        </a:solidFill>
        <a:effectLst/>
      </p:bgPr>
    </p:bg>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457200"/>
            <a:ext cx="11184423" cy="555813"/>
          </a:xfrm>
        </p:spPr>
        <p:txBody>
          <a:bodyPr vert="horz"/>
          <a:lstStyle>
            <a:lvl1pPr>
              <a:defRPr>
                <a:solidFill>
                  <a:schemeClr val="bg1"/>
                </a:solidFill>
              </a:defRPr>
            </a:lvl1pPr>
          </a:lstStyle>
          <a:p>
            <a:r>
              <a:rPr lang="en-US" dirty="0"/>
              <a:t>Slide title; Arial 32pt bold, sentence case (1 line)</a:t>
            </a:r>
          </a:p>
        </p:txBody>
      </p:sp>
      <p:sp>
        <p:nvSpPr>
          <p:cNvPr id="11" name="Text Placeholder 2">
            <a:extLst>
              <a:ext uri="{FF2B5EF4-FFF2-40B4-BE49-F238E27FC236}">
                <a16:creationId xmlns:a16="http://schemas.microsoft.com/office/drawing/2014/main" id="{6474099B-156D-7348-B7A4-5FB85DB30944}"/>
              </a:ext>
            </a:extLst>
          </p:cNvPr>
          <p:cNvSpPr>
            <a:spLocks noGrp="1"/>
          </p:cNvSpPr>
          <p:nvPr>
            <p:ph type="body" idx="14" hasCustomPrompt="1"/>
          </p:nvPr>
        </p:nvSpPr>
        <p:spPr>
          <a:xfrm>
            <a:off x="512064" y="1051560"/>
            <a:ext cx="11184422" cy="295276"/>
          </a:xfrm>
        </p:spPr>
        <p:txBody>
          <a:bodyPr anchor="b"/>
          <a:lstStyle>
            <a:lvl1pPr marL="0" indent="0">
              <a:buNone/>
              <a:defRPr sz="2000" b="1">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sz="half" idx="1" hasCustomPrompt="1"/>
          </p:nvPr>
        </p:nvSpPr>
        <p:spPr>
          <a:xfrm>
            <a:off x="512063" y="1698625"/>
            <a:ext cx="3411513" cy="4406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4390247" y="1698625"/>
            <a:ext cx="3421479" cy="4406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Content Placeholder 3">
            <a:extLst>
              <a:ext uri="{FF2B5EF4-FFF2-40B4-BE49-F238E27FC236}">
                <a16:creationId xmlns:a16="http://schemas.microsoft.com/office/drawing/2014/main" id="{E0497FFB-B6FA-9D4E-B0A9-2B64230540B2}"/>
              </a:ext>
            </a:extLst>
          </p:cNvPr>
          <p:cNvSpPr>
            <a:spLocks noGrp="1"/>
          </p:cNvSpPr>
          <p:nvPr>
            <p:ph sz="half" idx="13" hasCustomPrompt="1"/>
          </p:nvPr>
        </p:nvSpPr>
        <p:spPr>
          <a:xfrm>
            <a:off x="8278396" y="1698625"/>
            <a:ext cx="3421479" cy="4406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2726091"/>
      </p:ext>
    </p:extLst>
  </p:cSld>
  <p:clrMapOvr>
    <a:masterClrMapping/>
  </p:clrMapOvr>
  <p:extLst>
    <p:ext uri="{DCECCB84-F9BA-43D5-87BE-67443E8EF086}">
      <p15:sldGuideLst xmlns:p15="http://schemas.microsoft.com/office/powerpoint/2012/main">
        <p15:guide id="1" pos="2472">
          <p15:clr>
            <a:srgbClr val="FBAE40"/>
          </p15:clr>
        </p15:guide>
        <p15:guide id="2" pos="2760">
          <p15:clr>
            <a:srgbClr val="FBAE40"/>
          </p15:clr>
        </p15:guide>
        <p15:guide id="3" pos="4920">
          <p15:clr>
            <a:srgbClr val="FBAE40"/>
          </p15:clr>
        </p15:guide>
        <p15:guide id="4" pos="5208">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Subtitle-B + Four Content Blue">
    <p:bg>
      <p:bgPr>
        <a:solidFill>
          <a:schemeClr val="tx1"/>
        </a:solidFill>
        <a:effectLst/>
      </p:bgPr>
    </p:bg>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457200"/>
            <a:ext cx="11184423" cy="555813"/>
          </a:xfrm>
        </p:spPr>
        <p:txBody>
          <a:bodyPr vert="horz"/>
          <a:lstStyle>
            <a:lvl1pPr>
              <a:defRPr>
                <a:solidFill>
                  <a:schemeClr val="bg1"/>
                </a:solidFill>
              </a:defRPr>
            </a:lvl1pPr>
          </a:lstStyle>
          <a:p>
            <a:r>
              <a:rPr lang="en-US" dirty="0"/>
              <a:t>Slide title; Arial 32pt bold, sentence case (1 line)</a:t>
            </a:r>
          </a:p>
        </p:txBody>
      </p:sp>
      <p:sp>
        <p:nvSpPr>
          <p:cNvPr id="13" name="Text Placeholder 2">
            <a:extLst>
              <a:ext uri="{FF2B5EF4-FFF2-40B4-BE49-F238E27FC236}">
                <a16:creationId xmlns:a16="http://schemas.microsoft.com/office/drawing/2014/main" id="{804B53DC-1086-544D-9442-160B5564CE8C}"/>
              </a:ext>
            </a:extLst>
          </p:cNvPr>
          <p:cNvSpPr>
            <a:spLocks noGrp="1"/>
          </p:cNvSpPr>
          <p:nvPr>
            <p:ph type="body" idx="15" hasCustomPrompt="1"/>
          </p:nvPr>
        </p:nvSpPr>
        <p:spPr>
          <a:xfrm>
            <a:off x="512064" y="1051560"/>
            <a:ext cx="11184422" cy="295276"/>
          </a:xfrm>
        </p:spPr>
        <p:txBody>
          <a:bodyPr anchor="b"/>
          <a:lstStyle>
            <a:lvl1pPr marL="0" indent="0">
              <a:buNone/>
              <a:defRPr sz="2000" b="1">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sz="half" idx="1" hasCustomPrompt="1"/>
          </p:nvPr>
        </p:nvSpPr>
        <p:spPr>
          <a:xfrm>
            <a:off x="512063" y="1698625"/>
            <a:ext cx="2512665" cy="4406900"/>
          </a:xfrm>
        </p:spPr>
        <p:txBody>
          <a:bodyPr/>
          <a:lstStyle>
            <a:lvl1pPr>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3394922" y="1698625"/>
            <a:ext cx="2522219" cy="4406900"/>
          </a:xfrm>
        </p:spPr>
        <p:txBody>
          <a:bodyPr/>
          <a:lstStyle>
            <a:lvl1pPr>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Content Placeholder 3">
            <a:extLst>
              <a:ext uri="{FF2B5EF4-FFF2-40B4-BE49-F238E27FC236}">
                <a16:creationId xmlns:a16="http://schemas.microsoft.com/office/drawing/2014/main" id="{E0497FFB-B6FA-9D4E-B0A9-2B64230540B2}"/>
              </a:ext>
            </a:extLst>
          </p:cNvPr>
          <p:cNvSpPr>
            <a:spLocks noGrp="1"/>
          </p:cNvSpPr>
          <p:nvPr>
            <p:ph sz="half" idx="13" hasCustomPrompt="1"/>
          </p:nvPr>
        </p:nvSpPr>
        <p:spPr>
          <a:xfrm>
            <a:off x="6287335" y="1698625"/>
            <a:ext cx="2516188" cy="4406900"/>
          </a:xfrm>
        </p:spPr>
        <p:txBody>
          <a:bodyPr/>
          <a:lstStyle>
            <a:lvl1pPr>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Content Placeholder 3">
            <a:extLst>
              <a:ext uri="{FF2B5EF4-FFF2-40B4-BE49-F238E27FC236}">
                <a16:creationId xmlns:a16="http://schemas.microsoft.com/office/drawing/2014/main" id="{5723D646-D659-4940-866D-282EF0E20D7A}"/>
              </a:ext>
            </a:extLst>
          </p:cNvPr>
          <p:cNvSpPr>
            <a:spLocks noGrp="1"/>
          </p:cNvSpPr>
          <p:nvPr>
            <p:ph sz="half" idx="14" hasCustomPrompt="1"/>
          </p:nvPr>
        </p:nvSpPr>
        <p:spPr>
          <a:xfrm>
            <a:off x="9173716" y="1698625"/>
            <a:ext cx="2516188" cy="4406900"/>
          </a:xfrm>
        </p:spPr>
        <p:txBody>
          <a:bodyPr/>
          <a:lstStyle>
            <a:lvl1pPr>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769534253"/>
      </p:ext>
    </p:extLst>
  </p:cSld>
  <p:clrMapOvr>
    <a:masterClrMapping/>
  </p:clrMapOvr>
  <p:extLst>
    <p:ext uri="{DCECCB84-F9BA-43D5-87BE-67443E8EF086}">
      <p15:sldGuideLst xmlns:p15="http://schemas.microsoft.com/office/powerpoint/2012/main">
        <p15:guide id="1" pos="1896">
          <p15:clr>
            <a:srgbClr val="FBAE40"/>
          </p15:clr>
        </p15:guide>
        <p15:guide id="2" pos="2136">
          <p15:clr>
            <a:srgbClr val="FBAE40"/>
          </p15:clr>
        </p15:guide>
        <p15:guide id="3" pos="5545">
          <p15:clr>
            <a:srgbClr val="FBAE40"/>
          </p15:clr>
        </p15:guide>
        <p15:guide id="4" pos="5777">
          <p15:clr>
            <a:srgbClr val="FBAE40"/>
          </p15:clr>
        </p15:guide>
        <p15:guide id="5" pos="3720">
          <p15:clr>
            <a:srgbClr val="FBAE40"/>
          </p15:clr>
        </p15:guide>
        <p15:guide id="6" pos="3960">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Subtitle-B + Title Only Blue">
    <p:bg>
      <p:bgPr>
        <a:solidFill>
          <a:schemeClr val="tx1"/>
        </a:solidFill>
        <a:effectLst/>
      </p:bgPr>
    </p:bg>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82389133-8F79-AF42-B505-8A150931C3C6}"/>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6" name="Footer Placeholder 5">
            <a:extLst>
              <a:ext uri="{FF2B5EF4-FFF2-40B4-BE49-F238E27FC236}">
                <a16:creationId xmlns:a16="http://schemas.microsoft.com/office/drawing/2014/main" id="{31269DCA-0308-5E4B-8136-84AD580937A8}"/>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9" name="Footnote Placeholder">
            <a:extLst>
              <a:ext uri="{FF2B5EF4-FFF2-40B4-BE49-F238E27FC236}">
                <a16:creationId xmlns:a16="http://schemas.microsoft.com/office/drawing/2014/main" id="{180F6E86-A27A-FE40-B016-EB59307BF3CC}"/>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457200"/>
            <a:ext cx="11184423" cy="555813"/>
          </a:xfrm>
        </p:spPr>
        <p:txBody>
          <a:bodyPr vert="horz"/>
          <a:lstStyle>
            <a:lvl1pPr>
              <a:defRPr>
                <a:solidFill>
                  <a:schemeClr val="bg1"/>
                </a:solidFill>
              </a:defRPr>
            </a:lvl1pPr>
          </a:lstStyle>
          <a:p>
            <a:r>
              <a:rPr lang="en-US" dirty="0"/>
              <a:t>Slide title; Arial 32pt bold, sentence case (1 line)</a:t>
            </a:r>
          </a:p>
        </p:txBody>
      </p:sp>
      <p:sp>
        <p:nvSpPr>
          <p:cNvPr id="10" name="Text Placeholder 2">
            <a:extLst>
              <a:ext uri="{FF2B5EF4-FFF2-40B4-BE49-F238E27FC236}">
                <a16:creationId xmlns:a16="http://schemas.microsoft.com/office/drawing/2014/main" id="{4E3BD865-48DE-664B-B59C-69BE9486EDEB}"/>
              </a:ext>
            </a:extLst>
          </p:cNvPr>
          <p:cNvSpPr>
            <a:spLocks noGrp="1"/>
          </p:cNvSpPr>
          <p:nvPr>
            <p:ph type="body" idx="12" hasCustomPrompt="1"/>
          </p:nvPr>
        </p:nvSpPr>
        <p:spPr>
          <a:xfrm>
            <a:off x="512064" y="1051560"/>
            <a:ext cx="11184422" cy="295276"/>
          </a:xfrm>
        </p:spPr>
        <p:txBody>
          <a:bodyPr anchor="b"/>
          <a:lstStyle>
            <a:lvl1pPr marL="0" indent="0">
              <a:buNone/>
              <a:defRPr sz="2000" b="1">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Tree>
    <p:extLst>
      <p:ext uri="{BB962C8B-B14F-4D97-AF65-F5344CB8AC3E}">
        <p14:creationId xmlns:p14="http://schemas.microsoft.com/office/powerpoint/2010/main" val="441461296"/>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p:cSld name="Special layout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ZoneTexte 2">
            <a:extLst>
              <a:ext uri="{FF2B5EF4-FFF2-40B4-BE49-F238E27FC236}">
                <a16:creationId xmlns:a16="http://schemas.microsoft.com/office/drawing/2014/main" id="{9187A733-2828-FF4D-A1DC-7E7D7BF66120}"/>
              </a:ext>
            </a:extLst>
          </p:cNvPr>
          <p:cNvSpPr txBox="1"/>
          <p:nvPr/>
        </p:nvSpPr>
        <p:spPr>
          <a:xfrm>
            <a:off x="2" y="2690337"/>
            <a:ext cx="12191999" cy="1477328"/>
          </a:xfrm>
          <a:prstGeom prst="rect">
            <a:avLst/>
          </a:prstGeom>
          <a:noFill/>
        </p:spPr>
        <p:txBody>
          <a:bodyPr wrap="square" lIns="337500" rIns="337500" rtlCol="0" anchor="ctr" anchorCtr="0">
            <a:spAutoFit/>
          </a:bodyPr>
          <a:lstStyle/>
          <a:p>
            <a:pPr algn="ctr"/>
            <a:r>
              <a:rPr lang="en-CA" sz="9000" i="0" noProof="0" dirty="0">
                <a:solidFill>
                  <a:schemeClr val="tx2"/>
                </a:solidFill>
                <a:latin typeface="+mn-lt"/>
              </a:rPr>
              <a:t>Special layouts</a:t>
            </a:r>
          </a:p>
        </p:txBody>
      </p:sp>
    </p:spTree>
    <p:extLst>
      <p:ext uri="{BB962C8B-B14F-4D97-AF65-F5344CB8AC3E}">
        <p14:creationId xmlns:p14="http://schemas.microsoft.com/office/powerpoint/2010/main" val="957830000"/>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Intro 2 Presenters">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FAEAF8F1-C826-6F47-BE7A-44717A37D861}"/>
              </a:ext>
            </a:extLst>
          </p:cNvPr>
          <p:cNvSpPr/>
          <p:nvPr/>
        </p:nvSpPr>
        <p:spPr>
          <a:xfrm>
            <a:off x="0" y="3666565"/>
            <a:ext cx="12192000" cy="3191436"/>
          </a:xfrm>
          <a:prstGeom prst="rect">
            <a:avLst/>
          </a:prstGeom>
          <a:ln>
            <a:noFill/>
          </a:ln>
        </p:spPr>
        <p:style>
          <a:lnRef idx="2">
            <a:schemeClr val="dk1">
              <a:shade val="50000"/>
            </a:schemeClr>
          </a:lnRef>
          <a:fillRef idx="1">
            <a:schemeClr val="dk1"/>
          </a:fillRef>
          <a:effectRef idx="0">
            <a:schemeClr val="dk1"/>
          </a:effectRef>
          <a:fontRef idx="minor">
            <a:schemeClr val="lt1"/>
          </a:fontRef>
        </p:style>
        <p:txBody>
          <a:bodyPr rtlCol="0" anchor="b"/>
          <a:lstStyle/>
          <a:p>
            <a:pPr algn="ctr"/>
            <a:endParaRPr lang="en-US">
              <a:latin typeface="Arial" panose="020B0604020202020204" pitchFamily="34" charset="0"/>
              <a:cs typeface="Arial" panose="020B0604020202020204" pitchFamily="34" charset="0"/>
            </a:endParaRPr>
          </a:p>
        </p:txBody>
      </p:sp>
      <p:sp>
        <p:nvSpPr>
          <p:cNvPr id="8" name="Slide Number Placeholder 7">
            <a:extLst>
              <a:ext uri="{FF2B5EF4-FFF2-40B4-BE49-F238E27FC236}">
                <a16:creationId xmlns:a16="http://schemas.microsoft.com/office/drawing/2014/main" id="{82389133-8F79-AF42-B505-8A150931C3C6}"/>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9" name="Footnote Placeholder">
            <a:extLst>
              <a:ext uri="{FF2B5EF4-FFF2-40B4-BE49-F238E27FC236}">
                <a16:creationId xmlns:a16="http://schemas.microsoft.com/office/drawing/2014/main" id="{180F6E86-A27A-FE40-B016-EB59307BF3CC}"/>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6" name="Footer Placeholder 5">
            <a:extLst>
              <a:ext uri="{FF2B5EF4-FFF2-40B4-BE49-F238E27FC236}">
                <a16:creationId xmlns:a16="http://schemas.microsoft.com/office/drawing/2014/main" id="{31269DCA-0308-5E4B-8136-84AD580937A8}"/>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0" name="Text Placeholder 2">
            <a:extLst>
              <a:ext uri="{FF2B5EF4-FFF2-40B4-BE49-F238E27FC236}">
                <a16:creationId xmlns:a16="http://schemas.microsoft.com/office/drawing/2014/main" id="{A96AF473-C2CF-6B47-84F7-6E0E41A10BCD}"/>
              </a:ext>
            </a:extLst>
          </p:cNvPr>
          <p:cNvSpPr>
            <a:spLocks noGrp="1"/>
          </p:cNvSpPr>
          <p:nvPr>
            <p:ph type="body" idx="12" hasCustomPrompt="1"/>
          </p:nvPr>
        </p:nvSpPr>
        <p:spPr>
          <a:xfrm>
            <a:off x="512064" y="421340"/>
            <a:ext cx="11184422"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title; Arial 20pt bold, sentence case (1 line)</a:t>
            </a:r>
          </a:p>
        </p:txBody>
      </p:sp>
      <p:sp>
        <p:nvSpPr>
          <p:cNvPr id="21" name="Text Placeholder 20">
            <a:extLst>
              <a:ext uri="{FF2B5EF4-FFF2-40B4-BE49-F238E27FC236}">
                <a16:creationId xmlns:a16="http://schemas.microsoft.com/office/drawing/2014/main" id="{83520AB0-B15D-4644-8232-A1DA7A34C60E}"/>
              </a:ext>
            </a:extLst>
          </p:cNvPr>
          <p:cNvSpPr>
            <a:spLocks noGrp="1"/>
          </p:cNvSpPr>
          <p:nvPr>
            <p:ph type="body" sz="quarter" idx="15" hasCustomPrompt="1"/>
          </p:nvPr>
        </p:nvSpPr>
        <p:spPr>
          <a:xfrm>
            <a:off x="2549141" y="1909334"/>
            <a:ext cx="2740035" cy="1102154"/>
          </a:xfrm>
        </p:spPr>
        <p:txBody>
          <a:bodyPr/>
          <a:lstStyle>
            <a:lvl1pPr>
              <a:defRPr sz="2400" b="1"/>
            </a:lvl1pPr>
            <a:lvl2pPr marL="0" indent="0">
              <a:buNone/>
              <a:defRPr sz="1400">
                <a:solidFill>
                  <a:schemeClr val="accent1"/>
                </a:solidFill>
              </a:defRPr>
            </a:lvl2pPr>
          </a:lstStyle>
          <a:p>
            <a:pPr lvl="0"/>
            <a:r>
              <a:rPr lang="en-US" dirty="0"/>
              <a:t>First </a:t>
            </a:r>
            <a:r>
              <a:rPr lang="en-US" dirty="0" err="1"/>
              <a:t>Lastname</a:t>
            </a:r>
            <a:endParaRPr lang="en-US" dirty="0"/>
          </a:p>
          <a:p>
            <a:pPr lvl="1"/>
            <a:r>
              <a:rPr lang="en-US" dirty="0"/>
              <a:t>Add title</a:t>
            </a:r>
          </a:p>
        </p:txBody>
      </p:sp>
      <p:sp>
        <p:nvSpPr>
          <p:cNvPr id="23" name="Text Placeholder 20">
            <a:extLst>
              <a:ext uri="{FF2B5EF4-FFF2-40B4-BE49-F238E27FC236}">
                <a16:creationId xmlns:a16="http://schemas.microsoft.com/office/drawing/2014/main" id="{A186D89A-9D30-6C4F-925D-4091D0F3D93A}"/>
              </a:ext>
            </a:extLst>
          </p:cNvPr>
          <p:cNvSpPr>
            <a:spLocks noGrp="1"/>
          </p:cNvSpPr>
          <p:nvPr>
            <p:ph type="body" sz="quarter" idx="17" hasCustomPrompt="1"/>
          </p:nvPr>
        </p:nvSpPr>
        <p:spPr>
          <a:xfrm>
            <a:off x="8501706" y="1909334"/>
            <a:ext cx="2740035" cy="1102154"/>
          </a:xfrm>
        </p:spPr>
        <p:txBody>
          <a:bodyPr/>
          <a:lstStyle>
            <a:lvl1pPr>
              <a:defRPr sz="2400" b="1"/>
            </a:lvl1pPr>
            <a:lvl2pPr marL="0" indent="0">
              <a:buNone/>
              <a:defRPr sz="1400">
                <a:solidFill>
                  <a:schemeClr val="accent1"/>
                </a:solidFill>
              </a:defRPr>
            </a:lvl2pPr>
          </a:lstStyle>
          <a:p>
            <a:pPr lvl="0"/>
            <a:r>
              <a:rPr lang="en-US" dirty="0"/>
              <a:t>First </a:t>
            </a:r>
            <a:r>
              <a:rPr lang="en-US" dirty="0" err="1"/>
              <a:t>Lastname</a:t>
            </a:r>
            <a:endParaRPr lang="en-US" dirty="0"/>
          </a:p>
          <a:p>
            <a:pPr lvl="1"/>
            <a:r>
              <a:rPr lang="en-US" dirty="0"/>
              <a:t>Add title</a:t>
            </a:r>
          </a:p>
        </p:txBody>
      </p:sp>
      <p:sp>
        <p:nvSpPr>
          <p:cNvPr id="18" name="Picture Placeholder 17">
            <a:extLst>
              <a:ext uri="{FF2B5EF4-FFF2-40B4-BE49-F238E27FC236}">
                <a16:creationId xmlns:a16="http://schemas.microsoft.com/office/drawing/2014/main" id="{E68A2CBF-6F30-2D4C-BD65-7D6157EA8B3A}"/>
              </a:ext>
            </a:extLst>
          </p:cNvPr>
          <p:cNvSpPr>
            <a:spLocks noGrp="1"/>
          </p:cNvSpPr>
          <p:nvPr>
            <p:ph type="pic" sz="quarter" idx="13" hasCustomPrompt="1"/>
          </p:nvPr>
        </p:nvSpPr>
        <p:spPr>
          <a:xfrm>
            <a:off x="471702" y="1255958"/>
            <a:ext cx="1793168" cy="2014784"/>
          </a:xfrm>
          <a:custGeom>
            <a:avLst/>
            <a:gdLst>
              <a:gd name="connsiteX0" fmla="*/ 896584 w 1793168"/>
              <a:gd name="connsiteY0" fmla="*/ 0 h 2014784"/>
              <a:gd name="connsiteX1" fmla="*/ 1569239 w 1793168"/>
              <a:gd name="connsiteY1" fmla="*/ 261487 h 2014784"/>
              <a:gd name="connsiteX2" fmla="*/ 1793168 w 1793168"/>
              <a:gd name="connsiteY2" fmla="*/ 1007392 h 2014784"/>
              <a:gd name="connsiteX3" fmla="*/ 1569239 w 1793168"/>
              <a:gd name="connsiteY3" fmla="*/ 1753297 h 2014784"/>
              <a:gd name="connsiteX4" fmla="*/ 896584 w 1793168"/>
              <a:gd name="connsiteY4" fmla="*/ 2014784 h 2014784"/>
              <a:gd name="connsiteX5" fmla="*/ 223928 w 1793168"/>
              <a:gd name="connsiteY5" fmla="*/ 1753297 h 2014784"/>
              <a:gd name="connsiteX6" fmla="*/ 0 w 1793168"/>
              <a:gd name="connsiteY6" fmla="*/ 1007392 h 2014784"/>
              <a:gd name="connsiteX7" fmla="*/ 223928 w 1793168"/>
              <a:gd name="connsiteY7" fmla="*/ 261487 h 2014784"/>
              <a:gd name="connsiteX8" fmla="*/ 896584 w 1793168"/>
              <a:gd name="connsiteY8" fmla="*/ 0 h 20147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93168" h="2014784">
                <a:moveTo>
                  <a:pt x="896584" y="0"/>
                </a:moveTo>
                <a:cubicBezTo>
                  <a:pt x="1190802" y="0"/>
                  <a:pt x="1417125" y="87983"/>
                  <a:pt x="1569239" y="261487"/>
                </a:cubicBezTo>
                <a:cubicBezTo>
                  <a:pt x="1717872" y="430859"/>
                  <a:pt x="1793168" y="681837"/>
                  <a:pt x="1793168" y="1007392"/>
                </a:cubicBezTo>
                <a:cubicBezTo>
                  <a:pt x="1793168" y="1332946"/>
                  <a:pt x="1717799" y="1583925"/>
                  <a:pt x="1569239" y="1753297"/>
                </a:cubicBezTo>
                <a:cubicBezTo>
                  <a:pt x="1417052" y="1926800"/>
                  <a:pt x="1191093" y="2014784"/>
                  <a:pt x="896584" y="2014784"/>
                </a:cubicBezTo>
                <a:cubicBezTo>
                  <a:pt x="602075" y="2014784"/>
                  <a:pt x="376043" y="1926800"/>
                  <a:pt x="223928" y="1753297"/>
                </a:cubicBezTo>
                <a:cubicBezTo>
                  <a:pt x="75295" y="1583852"/>
                  <a:pt x="0" y="1332946"/>
                  <a:pt x="0" y="1007392"/>
                </a:cubicBezTo>
                <a:cubicBezTo>
                  <a:pt x="0" y="681837"/>
                  <a:pt x="75368" y="430859"/>
                  <a:pt x="223928" y="261487"/>
                </a:cubicBezTo>
                <a:cubicBezTo>
                  <a:pt x="376115" y="87983"/>
                  <a:pt x="602365" y="0"/>
                  <a:pt x="896584" y="0"/>
                </a:cubicBezTo>
                <a:close/>
              </a:path>
            </a:pathLst>
          </a:custGeom>
          <a:solidFill>
            <a:schemeClr val="bg1">
              <a:lumMod val="95000"/>
            </a:schemeClr>
          </a:solidFill>
        </p:spPr>
        <p:txBody>
          <a:bodyPr wrap="square" lIns="0" tIns="457200" anchor="t">
            <a:noAutofit/>
          </a:bodyPr>
          <a:lstStyle>
            <a:lvl1pPr algn="ctr">
              <a:defRPr sz="1200">
                <a:solidFill>
                  <a:srgbClr val="FF0000"/>
                </a:solidFill>
              </a:defRPr>
            </a:lvl1pPr>
          </a:lstStyle>
          <a:p>
            <a:r>
              <a:rPr lang="en-US" dirty="0"/>
              <a:t>Insert person’s photo</a:t>
            </a:r>
          </a:p>
        </p:txBody>
      </p:sp>
      <p:sp>
        <p:nvSpPr>
          <p:cNvPr id="19" name="Picture Placeholder 18">
            <a:extLst>
              <a:ext uri="{FF2B5EF4-FFF2-40B4-BE49-F238E27FC236}">
                <a16:creationId xmlns:a16="http://schemas.microsoft.com/office/drawing/2014/main" id="{1AA6058B-210D-DD48-8898-100F31B78D58}"/>
              </a:ext>
            </a:extLst>
          </p:cNvPr>
          <p:cNvSpPr>
            <a:spLocks noGrp="1"/>
          </p:cNvSpPr>
          <p:nvPr>
            <p:ph type="pic" sz="quarter" idx="14" hasCustomPrompt="1"/>
          </p:nvPr>
        </p:nvSpPr>
        <p:spPr>
          <a:xfrm>
            <a:off x="6447798" y="1255958"/>
            <a:ext cx="1793168" cy="2014784"/>
          </a:xfrm>
          <a:custGeom>
            <a:avLst/>
            <a:gdLst>
              <a:gd name="connsiteX0" fmla="*/ 896584 w 1793168"/>
              <a:gd name="connsiteY0" fmla="*/ 0 h 2014784"/>
              <a:gd name="connsiteX1" fmla="*/ 1569239 w 1793168"/>
              <a:gd name="connsiteY1" fmla="*/ 261487 h 2014784"/>
              <a:gd name="connsiteX2" fmla="*/ 1793168 w 1793168"/>
              <a:gd name="connsiteY2" fmla="*/ 1007392 h 2014784"/>
              <a:gd name="connsiteX3" fmla="*/ 1569239 w 1793168"/>
              <a:gd name="connsiteY3" fmla="*/ 1753297 h 2014784"/>
              <a:gd name="connsiteX4" fmla="*/ 896584 w 1793168"/>
              <a:gd name="connsiteY4" fmla="*/ 2014784 h 2014784"/>
              <a:gd name="connsiteX5" fmla="*/ 223928 w 1793168"/>
              <a:gd name="connsiteY5" fmla="*/ 1753297 h 2014784"/>
              <a:gd name="connsiteX6" fmla="*/ 0 w 1793168"/>
              <a:gd name="connsiteY6" fmla="*/ 1007392 h 2014784"/>
              <a:gd name="connsiteX7" fmla="*/ 223928 w 1793168"/>
              <a:gd name="connsiteY7" fmla="*/ 261487 h 2014784"/>
              <a:gd name="connsiteX8" fmla="*/ 896584 w 1793168"/>
              <a:gd name="connsiteY8" fmla="*/ 0 h 20147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93168" h="2014784">
                <a:moveTo>
                  <a:pt x="896584" y="0"/>
                </a:moveTo>
                <a:cubicBezTo>
                  <a:pt x="1190802" y="0"/>
                  <a:pt x="1417125" y="87983"/>
                  <a:pt x="1569239" y="261487"/>
                </a:cubicBezTo>
                <a:cubicBezTo>
                  <a:pt x="1717872" y="430859"/>
                  <a:pt x="1793168" y="681837"/>
                  <a:pt x="1793168" y="1007392"/>
                </a:cubicBezTo>
                <a:cubicBezTo>
                  <a:pt x="1793168" y="1332946"/>
                  <a:pt x="1717799" y="1583925"/>
                  <a:pt x="1569239" y="1753297"/>
                </a:cubicBezTo>
                <a:cubicBezTo>
                  <a:pt x="1417052" y="1926800"/>
                  <a:pt x="1191093" y="2014784"/>
                  <a:pt x="896584" y="2014784"/>
                </a:cubicBezTo>
                <a:cubicBezTo>
                  <a:pt x="602075" y="2014784"/>
                  <a:pt x="376043" y="1926800"/>
                  <a:pt x="223928" y="1753297"/>
                </a:cubicBezTo>
                <a:cubicBezTo>
                  <a:pt x="75295" y="1583852"/>
                  <a:pt x="0" y="1332946"/>
                  <a:pt x="0" y="1007392"/>
                </a:cubicBezTo>
                <a:cubicBezTo>
                  <a:pt x="0" y="681837"/>
                  <a:pt x="75368" y="430859"/>
                  <a:pt x="223928" y="261487"/>
                </a:cubicBezTo>
                <a:cubicBezTo>
                  <a:pt x="376115" y="87983"/>
                  <a:pt x="602365" y="0"/>
                  <a:pt x="896584" y="0"/>
                </a:cubicBezTo>
                <a:close/>
              </a:path>
            </a:pathLst>
          </a:custGeom>
          <a:solidFill>
            <a:schemeClr val="bg1">
              <a:lumMod val="95000"/>
            </a:schemeClr>
          </a:solidFill>
        </p:spPr>
        <p:txBody>
          <a:bodyPr wrap="square" tIns="457200" anchor="t">
            <a:noAutofit/>
          </a:bodyPr>
          <a:lstStyle>
            <a:lvl1pPr algn="ctr">
              <a:defRPr sz="1200">
                <a:solidFill>
                  <a:srgbClr val="FF0000"/>
                </a:solidFill>
              </a:defRPr>
            </a:lvl1pPr>
          </a:lstStyle>
          <a:p>
            <a:r>
              <a:rPr lang="en-US" dirty="0"/>
              <a:t>Insert person’s photo</a:t>
            </a:r>
          </a:p>
        </p:txBody>
      </p:sp>
      <p:sp>
        <p:nvSpPr>
          <p:cNvPr id="25" name="Text Placeholder 24">
            <a:extLst>
              <a:ext uri="{FF2B5EF4-FFF2-40B4-BE49-F238E27FC236}">
                <a16:creationId xmlns:a16="http://schemas.microsoft.com/office/drawing/2014/main" id="{67ECDB41-474A-6442-AFDC-C46B467A134A}"/>
              </a:ext>
            </a:extLst>
          </p:cNvPr>
          <p:cNvSpPr>
            <a:spLocks noGrp="1"/>
          </p:cNvSpPr>
          <p:nvPr>
            <p:ph type="body" sz="quarter" idx="18" hasCustomPrompt="1"/>
          </p:nvPr>
        </p:nvSpPr>
        <p:spPr>
          <a:xfrm>
            <a:off x="512763" y="4016187"/>
            <a:ext cx="11187112" cy="2089337"/>
          </a:xfrm>
        </p:spPr>
        <p:txBody>
          <a:bodyPr/>
          <a:lstStyle>
            <a:lvl1pPr marL="231775" indent="-231775">
              <a:spcBef>
                <a:spcPts val="1000"/>
              </a:spcBef>
              <a:buFont typeface="Arial" panose="020B0604020202020204" pitchFamily="34" charset="0"/>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add bullet points</a:t>
            </a:r>
          </a:p>
        </p:txBody>
      </p:sp>
    </p:spTree>
    <p:extLst>
      <p:ext uri="{BB962C8B-B14F-4D97-AF65-F5344CB8AC3E}">
        <p14:creationId xmlns:p14="http://schemas.microsoft.com/office/powerpoint/2010/main" val="2537440815"/>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Statement with Imag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1B008058-B9DB-5E41-ADFA-69BE9568002B}"/>
              </a:ext>
            </a:extLst>
          </p:cNvPr>
          <p:cNvSpPr>
            <a:spLocks noGrp="1"/>
          </p:cNvSpPr>
          <p:nvPr>
            <p:ph type="pic" sz="quarter" idx="13" hasCustomPrompt="1"/>
          </p:nvPr>
        </p:nvSpPr>
        <p:spPr>
          <a:xfrm>
            <a:off x="0" y="0"/>
            <a:ext cx="12192000" cy="6858000"/>
          </a:xfrm>
          <a:solidFill>
            <a:schemeClr val="bg1">
              <a:lumMod val="95000"/>
            </a:schemeClr>
          </a:solidFill>
        </p:spPr>
        <p:txBody>
          <a:bodyPr/>
          <a:lstStyle>
            <a:lvl1pPr>
              <a:defRPr sz="1200">
                <a:solidFill>
                  <a:srgbClr val="FF0000"/>
                </a:solidFill>
              </a:defRPr>
            </a:lvl1pPr>
          </a:lstStyle>
          <a:p>
            <a:r>
              <a:rPr lang="en-US" dirty="0"/>
              <a:t>Bring placeholder to front. Drag picture to placeholder or click icon to add. Send placeholder to back. </a:t>
            </a:r>
            <a:br>
              <a:rPr lang="en-US" dirty="0"/>
            </a:br>
            <a:r>
              <a:rPr lang="en-US" dirty="0"/>
              <a:t>Note that the overlay sits on top of the slide; it will need to be pasted onto any new slide using this layout.</a:t>
            </a:r>
          </a:p>
        </p:txBody>
      </p:sp>
      <p:sp>
        <p:nvSpPr>
          <p:cNvPr id="8" name="Slide Number Placeholder 7">
            <a:extLst>
              <a:ext uri="{FF2B5EF4-FFF2-40B4-BE49-F238E27FC236}">
                <a16:creationId xmlns:a16="http://schemas.microsoft.com/office/drawing/2014/main" id="{82389133-8F79-AF42-B505-8A150931C3C6}"/>
              </a:ext>
            </a:extLst>
          </p:cNvPr>
          <p:cNvSpPr>
            <a:spLocks noGrp="1"/>
          </p:cNvSpPr>
          <p:nvPr>
            <p:ph type="sldNum" sz="quarter" idx="11"/>
          </p:nvPr>
        </p:nvSpPr>
        <p:spPr/>
        <p:txBody>
          <a:bodyPr/>
          <a:lstStyle>
            <a:lvl1pPr>
              <a:defRPr>
                <a:solidFill>
                  <a:schemeClr val="bg1"/>
                </a:solidFill>
              </a:defRPr>
            </a:lvl1pPr>
          </a:lstStyle>
          <a:p>
            <a:fld id="{523A240F-EAFE-E84F-B44C-6D7A08E0E409}" type="slidenum">
              <a:rPr lang="en-US" smtClean="0"/>
              <a:t>‹#›</a:t>
            </a:fld>
            <a:endParaRPr lang="en-US"/>
          </a:p>
        </p:txBody>
      </p:sp>
      <p:sp>
        <p:nvSpPr>
          <p:cNvPr id="6" name="Footer Placeholder 5">
            <a:extLst>
              <a:ext uri="{FF2B5EF4-FFF2-40B4-BE49-F238E27FC236}">
                <a16:creationId xmlns:a16="http://schemas.microsoft.com/office/drawing/2014/main" id="{31269DCA-0308-5E4B-8136-84AD580937A8}"/>
              </a:ext>
            </a:extLst>
          </p:cNvPr>
          <p:cNvSpPr>
            <a:spLocks noGrp="1"/>
          </p:cNvSpPr>
          <p:nvPr>
            <p:ph type="ftr" sz="quarter" idx="10"/>
          </p:nvPr>
        </p:nvSpPr>
        <p:spPr/>
        <p:txBody>
          <a:bodyPr/>
          <a:lstStyle>
            <a:lvl1pPr>
              <a:defRPr>
                <a:solidFill>
                  <a:schemeClr val="bg1"/>
                </a:solidFill>
              </a:defRPr>
            </a:lvl1pPr>
          </a:lstStyle>
          <a:p>
            <a:r>
              <a:rPr lang="en-US"/>
              <a:t>MSK Confidential — do not distribute</a:t>
            </a:r>
          </a:p>
        </p:txBody>
      </p:sp>
      <p:sp>
        <p:nvSpPr>
          <p:cNvPr id="9" name="Footnote Placeholder">
            <a:extLst>
              <a:ext uri="{FF2B5EF4-FFF2-40B4-BE49-F238E27FC236}">
                <a16:creationId xmlns:a16="http://schemas.microsoft.com/office/drawing/2014/main" id="{180F6E86-A27A-FE40-B016-EB59307BF3CC}"/>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815787"/>
            <a:ext cx="6961399" cy="2519084"/>
          </a:xfrm>
        </p:spPr>
        <p:txBody>
          <a:bodyPr vert="horz"/>
          <a:lstStyle>
            <a:lvl1pPr>
              <a:defRPr>
                <a:solidFill>
                  <a:schemeClr val="bg1"/>
                </a:solidFill>
              </a:defRPr>
            </a:lvl1pPr>
          </a:lstStyle>
          <a:p>
            <a:r>
              <a:rPr lang="en-US" dirty="0"/>
              <a:t>Large statement; Arial 32pt bold, sentence case</a:t>
            </a:r>
          </a:p>
        </p:txBody>
      </p:sp>
      <p:sp>
        <p:nvSpPr>
          <p:cNvPr id="10" name="Text Placeholder 2">
            <a:extLst>
              <a:ext uri="{FF2B5EF4-FFF2-40B4-BE49-F238E27FC236}">
                <a16:creationId xmlns:a16="http://schemas.microsoft.com/office/drawing/2014/main" id="{A96AF473-C2CF-6B47-84F7-6E0E41A10BCD}"/>
              </a:ext>
            </a:extLst>
          </p:cNvPr>
          <p:cNvSpPr>
            <a:spLocks noGrp="1"/>
          </p:cNvSpPr>
          <p:nvPr>
            <p:ph type="body" idx="12" hasCustomPrompt="1"/>
          </p:nvPr>
        </p:nvSpPr>
        <p:spPr>
          <a:xfrm>
            <a:off x="512064" y="421340"/>
            <a:ext cx="6961398" cy="295276"/>
          </a:xfrm>
        </p:spPr>
        <p:txBody>
          <a:bodyPr anchor="b"/>
          <a:lstStyle>
            <a:lvl1pPr marL="0" indent="0">
              <a:buNone/>
              <a:defRPr sz="20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Tree>
    <p:extLst>
      <p:ext uri="{BB962C8B-B14F-4D97-AF65-F5344CB8AC3E}">
        <p14:creationId xmlns:p14="http://schemas.microsoft.com/office/powerpoint/2010/main" val="261124920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Quote with Imag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64D66BA-EC5A-D945-99FE-DA74D720C612}"/>
              </a:ext>
            </a:extLst>
          </p:cNvPr>
          <p:cNvSpPr>
            <a:spLocks noGrp="1"/>
          </p:cNvSpPr>
          <p:nvPr>
            <p:ph type="pic" sz="quarter" idx="12" hasCustomPrompt="1"/>
          </p:nvPr>
        </p:nvSpPr>
        <p:spPr>
          <a:xfrm>
            <a:off x="0" y="0"/>
            <a:ext cx="12192000" cy="6858000"/>
          </a:xfrm>
          <a:solidFill>
            <a:schemeClr val="bg1">
              <a:lumMod val="95000"/>
            </a:schemeClr>
          </a:solidFill>
        </p:spPr>
        <p:txBody>
          <a:bodyPr/>
          <a:lstStyle>
            <a:lvl1pPr>
              <a:defRPr sz="1200">
                <a:solidFill>
                  <a:srgbClr val="FF0000"/>
                </a:solidFill>
              </a:defRPr>
            </a:lvl1pPr>
          </a:lstStyle>
          <a:p>
            <a:r>
              <a:rPr lang="en-US" dirty="0"/>
              <a:t>Drag picture to placeholder or click icon to add. Send placeholder to back.</a:t>
            </a:r>
          </a:p>
        </p:txBody>
      </p:sp>
      <p:sp>
        <p:nvSpPr>
          <p:cNvPr id="4" name="Slide Number Placeholder 3">
            <a:extLst>
              <a:ext uri="{FF2B5EF4-FFF2-40B4-BE49-F238E27FC236}">
                <a16:creationId xmlns:a16="http://schemas.microsoft.com/office/drawing/2014/main" id="{E044F558-9BFF-B14B-8BE9-C6BBD3865858}"/>
              </a:ext>
            </a:extLst>
          </p:cNvPr>
          <p:cNvSpPr>
            <a:spLocks noGrp="1"/>
          </p:cNvSpPr>
          <p:nvPr>
            <p:ph type="sldNum" sz="quarter" idx="11"/>
          </p:nvPr>
        </p:nvSpPr>
        <p:spPr/>
        <p:txBody>
          <a:bodyPr/>
          <a:lstStyle>
            <a:lvl1pPr>
              <a:defRPr>
                <a:solidFill>
                  <a:schemeClr val="bg1"/>
                </a:solidFill>
              </a:defRPr>
            </a:lvl1pPr>
          </a:lstStyle>
          <a:p>
            <a:fld id="{523A240F-EAFE-E84F-B44C-6D7A08E0E409}" type="slidenum">
              <a:rPr lang="en-US" smtClean="0"/>
              <a:t>‹#›</a:t>
            </a:fld>
            <a:endParaRPr lang="en-US"/>
          </a:p>
        </p:txBody>
      </p:sp>
      <p:sp>
        <p:nvSpPr>
          <p:cNvPr id="3" name="Footer Placeholder 2">
            <a:extLst>
              <a:ext uri="{FF2B5EF4-FFF2-40B4-BE49-F238E27FC236}">
                <a16:creationId xmlns:a16="http://schemas.microsoft.com/office/drawing/2014/main" id="{E3BBCD08-FF08-374A-9A06-80B682368766}"/>
              </a:ext>
            </a:extLst>
          </p:cNvPr>
          <p:cNvSpPr>
            <a:spLocks noGrp="1"/>
          </p:cNvSpPr>
          <p:nvPr>
            <p:ph type="ftr" sz="quarter" idx="10"/>
          </p:nvPr>
        </p:nvSpPr>
        <p:spPr/>
        <p:txBody>
          <a:bodyPr/>
          <a:lstStyle>
            <a:lvl1pPr>
              <a:defRPr>
                <a:solidFill>
                  <a:schemeClr val="bg1"/>
                </a:solidFill>
              </a:defRPr>
            </a:lvl1pPr>
          </a:lstStyle>
          <a:p>
            <a:r>
              <a:rPr lang="en-US"/>
              <a:t>MSK Confidential — do not distribute</a:t>
            </a:r>
          </a:p>
        </p:txBody>
      </p:sp>
      <p:sp>
        <p:nvSpPr>
          <p:cNvPr id="13" name="Text Placeholder 12">
            <a:extLst>
              <a:ext uri="{FF2B5EF4-FFF2-40B4-BE49-F238E27FC236}">
                <a16:creationId xmlns:a16="http://schemas.microsoft.com/office/drawing/2014/main" id="{04CC9F91-EFE4-A54B-B9C5-6BBAE3D75CC2}"/>
              </a:ext>
            </a:extLst>
          </p:cNvPr>
          <p:cNvSpPr>
            <a:spLocks noGrp="1"/>
          </p:cNvSpPr>
          <p:nvPr>
            <p:ph type="body" sz="quarter" idx="13" hasCustomPrompt="1"/>
          </p:nvPr>
        </p:nvSpPr>
        <p:spPr>
          <a:xfrm>
            <a:off x="0" y="1039089"/>
            <a:ext cx="5029200" cy="5029200"/>
          </a:xfrm>
          <a:solidFill>
            <a:schemeClr val="bg1"/>
          </a:solidFill>
        </p:spPr>
        <p:txBody>
          <a:bodyPr lIns="457200" tIns="1097280" rIns="457200"/>
          <a:lstStyle>
            <a:lvl1pPr>
              <a:defRPr sz="2400"/>
            </a:lvl1pPr>
            <a:lvl2pPr marL="0" indent="0">
              <a:buNone/>
              <a:defRPr>
                <a:solidFill>
                  <a:schemeClr val="accent1"/>
                </a:solidFill>
              </a:defRPr>
            </a:lvl2pPr>
          </a:lstStyle>
          <a:p>
            <a:pPr lvl="0"/>
            <a:r>
              <a:rPr lang="en-US" dirty="0"/>
              <a:t>Use this box to include quote. To activate sub-level formatting of attribution, place cursor at beginning of text/line and hit tab or shift tab. Do not modify size or placement of textbox.</a:t>
            </a:r>
          </a:p>
          <a:p>
            <a:pPr lvl="1"/>
            <a:r>
              <a:rPr lang="en-US" dirty="0"/>
              <a:t>Attribution name</a:t>
            </a:r>
          </a:p>
        </p:txBody>
      </p:sp>
    </p:spTree>
    <p:extLst>
      <p:ext uri="{BB962C8B-B14F-4D97-AF65-F5344CB8AC3E}">
        <p14:creationId xmlns:p14="http://schemas.microsoft.com/office/powerpoint/2010/main" val="1076100152"/>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Title and Large Quote">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82389133-8F79-AF42-B505-8A150931C3C6}"/>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6" name="Footer Placeholder 5">
            <a:extLst>
              <a:ext uri="{FF2B5EF4-FFF2-40B4-BE49-F238E27FC236}">
                <a16:creationId xmlns:a16="http://schemas.microsoft.com/office/drawing/2014/main" id="{31269DCA-0308-5E4B-8136-84AD580937A8}"/>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7" name="Freeform 16">
            <a:extLst>
              <a:ext uri="{FF2B5EF4-FFF2-40B4-BE49-F238E27FC236}">
                <a16:creationId xmlns:a16="http://schemas.microsoft.com/office/drawing/2014/main" id="{2A7B38F7-2661-CE4A-817E-73C2E2DCC1FB}"/>
              </a:ext>
            </a:extLst>
          </p:cNvPr>
          <p:cNvSpPr/>
          <p:nvPr/>
        </p:nvSpPr>
        <p:spPr>
          <a:xfrm>
            <a:off x="502080" y="1067823"/>
            <a:ext cx="553045" cy="409575"/>
          </a:xfrm>
          <a:custGeom>
            <a:avLst/>
            <a:gdLst/>
            <a:ahLst/>
            <a:cxnLst/>
            <a:rect l="l" t="t" r="r" b="b"/>
            <a:pathLst>
              <a:path w="553045" h="409575">
                <a:moveTo>
                  <a:pt x="530423" y="0"/>
                </a:moveTo>
                <a:lnTo>
                  <a:pt x="544711" y="26789"/>
                </a:lnTo>
                <a:cubicBezTo>
                  <a:pt x="508992" y="51792"/>
                  <a:pt x="481607" y="73819"/>
                  <a:pt x="462557" y="92869"/>
                </a:cubicBezTo>
                <a:cubicBezTo>
                  <a:pt x="428823" y="126603"/>
                  <a:pt x="411956" y="157956"/>
                  <a:pt x="411956" y="186928"/>
                </a:cubicBezTo>
                <a:cubicBezTo>
                  <a:pt x="411956" y="195262"/>
                  <a:pt x="414139" y="202009"/>
                  <a:pt x="418504" y="207169"/>
                </a:cubicBezTo>
                <a:cubicBezTo>
                  <a:pt x="422870" y="212328"/>
                  <a:pt x="428823" y="214908"/>
                  <a:pt x="436364" y="214908"/>
                </a:cubicBezTo>
                <a:cubicBezTo>
                  <a:pt x="451445" y="212923"/>
                  <a:pt x="461367" y="211931"/>
                  <a:pt x="466129" y="211931"/>
                </a:cubicBezTo>
                <a:cubicBezTo>
                  <a:pt x="491132" y="211931"/>
                  <a:pt x="511869" y="221059"/>
                  <a:pt x="528339" y="239316"/>
                </a:cubicBezTo>
                <a:cubicBezTo>
                  <a:pt x="544810" y="257572"/>
                  <a:pt x="553045" y="279995"/>
                  <a:pt x="553045" y="306586"/>
                </a:cubicBezTo>
                <a:cubicBezTo>
                  <a:pt x="553045" y="337542"/>
                  <a:pt x="543917" y="362446"/>
                  <a:pt x="525661" y="381298"/>
                </a:cubicBezTo>
                <a:cubicBezTo>
                  <a:pt x="507404" y="400149"/>
                  <a:pt x="482600" y="409575"/>
                  <a:pt x="451247" y="409575"/>
                </a:cubicBezTo>
                <a:cubicBezTo>
                  <a:pt x="415528" y="409575"/>
                  <a:pt x="386159" y="396379"/>
                  <a:pt x="363140" y="369987"/>
                </a:cubicBezTo>
                <a:cubicBezTo>
                  <a:pt x="340122" y="343594"/>
                  <a:pt x="328612" y="308372"/>
                  <a:pt x="328612" y="264319"/>
                </a:cubicBezTo>
                <a:cubicBezTo>
                  <a:pt x="328612" y="219869"/>
                  <a:pt x="344090" y="174030"/>
                  <a:pt x="375047" y="126801"/>
                </a:cubicBezTo>
                <a:cubicBezTo>
                  <a:pt x="406003" y="79573"/>
                  <a:pt x="457795" y="37306"/>
                  <a:pt x="530423" y="0"/>
                </a:cubicBezTo>
                <a:close/>
                <a:moveTo>
                  <a:pt x="201811" y="0"/>
                </a:moveTo>
                <a:lnTo>
                  <a:pt x="216098" y="26789"/>
                </a:lnTo>
                <a:cubicBezTo>
                  <a:pt x="177998" y="53776"/>
                  <a:pt x="149820" y="76398"/>
                  <a:pt x="131564" y="94655"/>
                </a:cubicBezTo>
                <a:cubicBezTo>
                  <a:pt x="99417" y="127595"/>
                  <a:pt x="83343" y="159147"/>
                  <a:pt x="83343" y="189309"/>
                </a:cubicBezTo>
                <a:cubicBezTo>
                  <a:pt x="83343" y="199628"/>
                  <a:pt x="86320" y="206375"/>
                  <a:pt x="92273" y="209550"/>
                </a:cubicBezTo>
                <a:cubicBezTo>
                  <a:pt x="98226" y="213122"/>
                  <a:pt x="103386" y="214908"/>
                  <a:pt x="107751" y="214908"/>
                </a:cubicBezTo>
                <a:cubicBezTo>
                  <a:pt x="122832" y="212923"/>
                  <a:pt x="132754" y="211931"/>
                  <a:pt x="137517" y="211931"/>
                </a:cubicBezTo>
                <a:cubicBezTo>
                  <a:pt x="162917" y="211931"/>
                  <a:pt x="183753" y="221158"/>
                  <a:pt x="200025" y="239613"/>
                </a:cubicBezTo>
                <a:cubicBezTo>
                  <a:pt x="216297" y="258068"/>
                  <a:pt x="224433" y="280392"/>
                  <a:pt x="224433" y="306586"/>
                </a:cubicBezTo>
                <a:cubicBezTo>
                  <a:pt x="224433" y="335955"/>
                  <a:pt x="215503" y="360462"/>
                  <a:pt x="197643" y="380107"/>
                </a:cubicBezTo>
                <a:cubicBezTo>
                  <a:pt x="179784" y="399752"/>
                  <a:pt x="155178" y="409575"/>
                  <a:pt x="123825" y="409575"/>
                </a:cubicBezTo>
                <a:cubicBezTo>
                  <a:pt x="86915" y="409575"/>
                  <a:pt x="57050" y="396379"/>
                  <a:pt x="34230" y="369987"/>
                </a:cubicBezTo>
                <a:cubicBezTo>
                  <a:pt x="11410" y="343594"/>
                  <a:pt x="0" y="308372"/>
                  <a:pt x="0" y="264319"/>
                </a:cubicBezTo>
                <a:cubicBezTo>
                  <a:pt x="0" y="222250"/>
                  <a:pt x="14585" y="177502"/>
                  <a:pt x="43755" y="130076"/>
                </a:cubicBezTo>
                <a:cubicBezTo>
                  <a:pt x="72925" y="82649"/>
                  <a:pt x="125611" y="39291"/>
                  <a:pt x="201811" y="0"/>
                </a:cubicBezTo>
                <a:close/>
              </a:path>
            </a:pathLst>
          </a:custGeom>
          <a:solidFill>
            <a:schemeClr val="accent1"/>
          </a:solidFill>
          <a:ln>
            <a:noFill/>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600" b="1" i="0" u="none" strike="noStrike" kern="1200" cap="none" spc="0" normalizeH="0" baseline="0" noProof="0" dirty="0">
              <a:ln>
                <a:noFill/>
              </a:ln>
              <a:solidFill>
                <a:srgbClr val="2E5FF4"/>
              </a:solidFill>
              <a:effectLst/>
              <a:uLnTx/>
              <a:uFillTx/>
              <a:latin typeface="Times" pitchFamily="2" charset="0"/>
              <a:ea typeface="+mn-ea"/>
              <a:cs typeface="Arial" panose="020B0604020202020204" pitchFamily="34" charset="0"/>
            </a:endParaRPr>
          </a:p>
        </p:txBody>
      </p:sp>
      <p:sp>
        <p:nvSpPr>
          <p:cNvPr id="2" name="Title 1"/>
          <p:cNvSpPr>
            <a:spLocks noGrp="1"/>
          </p:cNvSpPr>
          <p:nvPr>
            <p:ph type="title" hasCustomPrompt="1"/>
          </p:nvPr>
        </p:nvSpPr>
        <p:spPr>
          <a:xfrm>
            <a:off x="512063" y="405743"/>
            <a:ext cx="11184423" cy="307226"/>
          </a:xfrm>
        </p:spPr>
        <p:txBody>
          <a:bodyPr vert="horz" lIns="0" tIns="0" rIns="0" bIns="0" rtlCol="0" anchor="b">
            <a:noAutofit/>
          </a:bodyPr>
          <a:lstStyle>
            <a:lvl1pPr>
              <a:defRPr lang="en-US" sz="2000" b="1" dirty="0">
                <a:solidFill>
                  <a:schemeClr val="accent1"/>
                </a:solidFill>
                <a:latin typeface="+mn-lt"/>
                <a:ea typeface="+mn-ea"/>
                <a:cs typeface="+mn-cs"/>
              </a:defRPr>
            </a:lvl1pPr>
          </a:lstStyle>
          <a:p>
            <a:pPr lvl="0"/>
            <a:r>
              <a:rPr lang="en-US" dirty="0"/>
              <a:t>Slide title; Arial 20pt bold, sentence case (1 line)</a:t>
            </a:r>
          </a:p>
        </p:txBody>
      </p:sp>
      <p:sp>
        <p:nvSpPr>
          <p:cNvPr id="19" name="Text Placeholder 18">
            <a:extLst>
              <a:ext uri="{FF2B5EF4-FFF2-40B4-BE49-F238E27FC236}">
                <a16:creationId xmlns:a16="http://schemas.microsoft.com/office/drawing/2014/main" id="{1CEC1C1C-7C15-B146-89D1-4673F3599949}"/>
              </a:ext>
            </a:extLst>
          </p:cNvPr>
          <p:cNvSpPr>
            <a:spLocks noGrp="1"/>
          </p:cNvSpPr>
          <p:nvPr>
            <p:ph type="body" sz="quarter" idx="12" hasCustomPrompt="1"/>
          </p:nvPr>
        </p:nvSpPr>
        <p:spPr>
          <a:xfrm>
            <a:off x="1312863" y="1175491"/>
            <a:ext cx="8928100" cy="3870325"/>
          </a:xfrm>
        </p:spPr>
        <p:txBody>
          <a:bodyPr/>
          <a:lstStyle>
            <a:lvl1pPr>
              <a:defRPr sz="2800" b="1"/>
            </a:lvl1pPr>
            <a:lvl2pPr marL="285750" indent="-285750">
              <a:buFont typeface="System Font Regular"/>
              <a:buChar char="–"/>
              <a:defRPr i="1"/>
            </a:lvl2pPr>
          </a:lstStyle>
          <a:p>
            <a:pPr lvl="0"/>
            <a:r>
              <a:rPr lang="en-US" dirty="0"/>
              <a:t>Use this box to include quote. To activate sub-level formatting of attribution, place cursor at beginning of text/line and hit tab or shift tab. Do not modify size or placement of textbox.</a:t>
            </a:r>
          </a:p>
          <a:p>
            <a:pPr lvl="1"/>
            <a:r>
              <a:rPr lang="en-US" dirty="0"/>
              <a:t>Attribution name</a:t>
            </a:r>
          </a:p>
        </p:txBody>
      </p:sp>
    </p:spTree>
    <p:extLst>
      <p:ext uri="{BB962C8B-B14F-4D97-AF65-F5344CB8AC3E}">
        <p14:creationId xmlns:p14="http://schemas.microsoft.com/office/powerpoint/2010/main" val="2945895798"/>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Content + 1/3 Image Left">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8B5636C5-BFB6-2342-91CC-8DC10C4A16DD}"/>
              </a:ext>
            </a:extLst>
          </p:cNvPr>
          <p:cNvSpPr>
            <a:spLocks noGrp="1"/>
          </p:cNvSpPr>
          <p:nvPr>
            <p:ph type="pic" sz="quarter" idx="12"/>
          </p:nvPr>
        </p:nvSpPr>
        <p:spPr>
          <a:xfrm>
            <a:off x="0" y="0"/>
            <a:ext cx="4381500" cy="6858000"/>
          </a:xfrm>
          <a:solidFill>
            <a:schemeClr val="bg1">
              <a:lumMod val="95000"/>
            </a:schemeClr>
          </a:solidFill>
        </p:spPr>
        <p:txBody>
          <a:bodyPr/>
          <a:lstStyle>
            <a:lvl1pPr>
              <a:defRPr sz="1200">
                <a:solidFill>
                  <a:srgbClr val="FF0000"/>
                </a:solidFill>
              </a:defRPr>
            </a:lvl1pPr>
          </a:lstStyle>
          <a:p>
            <a:r>
              <a:rPr lang="en-US"/>
              <a:t>Click icon to add picture</a:t>
            </a:r>
          </a:p>
        </p:txBody>
      </p:sp>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2" name="Title 1"/>
          <p:cNvSpPr>
            <a:spLocks noGrp="1"/>
          </p:cNvSpPr>
          <p:nvPr>
            <p:ph type="title" hasCustomPrompt="1"/>
          </p:nvPr>
        </p:nvSpPr>
        <p:spPr>
          <a:xfrm>
            <a:off x="4847761" y="457201"/>
            <a:ext cx="6848725" cy="324444"/>
          </a:xfrm>
          <a:noFill/>
        </p:spPr>
        <p:txBody>
          <a:bodyPr vert="horz"/>
          <a:lstStyle>
            <a:lvl1pPr>
              <a:defRPr sz="2000" b="1">
                <a:solidFill>
                  <a:schemeClr val="accent1"/>
                </a:solidFill>
              </a:defRPr>
            </a:lvl1pPr>
          </a:lstStyle>
          <a:p>
            <a:pPr lvl="0"/>
            <a:r>
              <a:rPr lang="en-US" dirty="0"/>
              <a:t>Slide title; Arial 20pt bold, sentence case (1 line)</a:t>
            </a:r>
          </a:p>
        </p:txBody>
      </p:sp>
      <p:sp>
        <p:nvSpPr>
          <p:cNvPr id="4" name="Content Placeholder 3"/>
          <p:cNvSpPr>
            <a:spLocks noGrp="1"/>
          </p:cNvSpPr>
          <p:nvPr>
            <p:ph sz="half" idx="2" hasCustomPrompt="1"/>
          </p:nvPr>
        </p:nvSpPr>
        <p:spPr>
          <a:xfrm>
            <a:off x="4846638" y="1011250"/>
            <a:ext cx="6853236" cy="5094275"/>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52234672"/>
      </p:ext>
    </p:extLst>
  </p:cSld>
  <p:clrMapOvr>
    <a:masterClrMapping/>
  </p:clrMapOvr>
  <p:extLst>
    <p:ext uri="{DCECCB84-F9BA-43D5-87BE-67443E8EF086}">
      <p15:sldGuideLst xmlns:p15="http://schemas.microsoft.com/office/powerpoint/2012/main">
        <p15:guide id="1" pos="2763">
          <p15:clr>
            <a:srgbClr val="FBAE40"/>
          </p15:clr>
        </p15:guide>
        <p15:guide id="2" pos="3053">
          <p15:clr>
            <a:srgbClr val="FBAE4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p:cSld name="Content + 1/2 Image Left">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8B5636C5-BFB6-2342-91CC-8DC10C4A16DD}"/>
              </a:ext>
            </a:extLst>
          </p:cNvPr>
          <p:cNvSpPr>
            <a:spLocks noGrp="1"/>
          </p:cNvSpPr>
          <p:nvPr>
            <p:ph type="pic" sz="quarter" idx="12"/>
          </p:nvPr>
        </p:nvSpPr>
        <p:spPr>
          <a:xfrm>
            <a:off x="0" y="0"/>
            <a:ext cx="6096000" cy="6858000"/>
          </a:xfrm>
          <a:solidFill>
            <a:schemeClr val="bg1">
              <a:lumMod val="95000"/>
            </a:schemeClr>
          </a:solidFill>
        </p:spPr>
        <p:txBody>
          <a:bodyPr/>
          <a:lstStyle>
            <a:lvl1pPr>
              <a:defRPr sz="1200">
                <a:solidFill>
                  <a:srgbClr val="FF0000"/>
                </a:solidFill>
              </a:defRPr>
            </a:lvl1pPr>
          </a:lstStyle>
          <a:p>
            <a:r>
              <a:rPr lang="en-US"/>
              <a:t>Click icon to add picture</a:t>
            </a:r>
          </a:p>
        </p:txBody>
      </p:sp>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2" name="Title 1"/>
          <p:cNvSpPr>
            <a:spLocks noGrp="1"/>
          </p:cNvSpPr>
          <p:nvPr>
            <p:ph type="title" hasCustomPrompt="1"/>
          </p:nvPr>
        </p:nvSpPr>
        <p:spPr>
          <a:xfrm>
            <a:off x="6553200" y="457201"/>
            <a:ext cx="5143286" cy="324444"/>
          </a:xfrm>
        </p:spPr>
        <p:txBody>
          <a:bodyPr vert="horz"/>
          <a:lstStyle>
            <a:lvl1pPr>
              <a:defRPr sz="2000" b="1">
                <a:solidFill>
                  <a:schemeClr val="accent1"/>
                </a:solidFill>
              </a:defRPr>
            </a:lvl1pPr>
          </a:lstStyle>
          <a:p>
            <a:pPr lvl="0"/>
            <a:r>
              <a:rPr lang="en-US" dirty="0"/>
              <a:t>Slide title; Arial 20pt bold, short (1 line)</a:t>
            </a:r>
          </a:p>
        </p:txBody>
      </p:sp>
      <p:sp>
        <p:nvSpPr>
          <p:cNvPr id="4" name="Content Placeholder 3"/>
          <p:cNvSpPr>
            <a:spLocks noGrp="1"/>
          </p:cNvSpPr>
          <p:nvPr>
            <p:ph sz="half" idx="2" hasCustomPrompt="1"/>
          </p:nvPr>
        </p:nvSpPr>
        <p:spPr>
          <a:xfrm>
            <a:off x="6553200" y="1011250"/>
            <a:ext cx="5146674" cy="5094275"/>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19097546"/>
      </p:ext>
    </p:extLst>
  </p:cSld>
  <p:clrMapOvr>
    <a:masterClrMapping/>
  </p:clrMapOvr>
  <p:extLst>
    <p:ext uri="{DCECCB84-F9BA-43D5-87BE-67443E8EF086}">
      <p15:sldGuideLst xmlns:p15="http://schemas.microsoft.com/office/powerpoint/2012/main">
        <p15:guide id="1" pos="3840">
          <p15:clr>
            <a:srgbClr val="FBAE40"/>
          </p15:clr>
        </p15:guide>
        <p15:guide id="2" pos="4128">
          <p15:clr>
            <a:srgbClr val="FBAE4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Content + 2/3 Image Left">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8B5636C5-BFB6-2342-91CC-8DC10C4A16DD}"/>
              </a:ext>
            </a:extLst>
          </p:cNvPr>
          <p:cNvSpPr>
            <a:spLocks noGrp="1"/>
          </p:cNvSpPr>
          <p:nvPr>
            <p:ph type="pic" sz="quarter" idx="12"/>
          </p:nvPr>
        </p:nvSpPr>
        <p:spPr>
          <a:xfrm>
            <a:off x="0" y="0"/>
            <a:ext cx="7810500" cy="6858000"/>
          </a:xfrm>
          <a:solidFill>
            <a:schemeClr val="bg1">
              <a:lumMod val="95000"/>
            </a:schemeClr>
          </a:solidFill>
        </p:spPr>
        <p:txBody>
          <a:bodyPr/>
          <a:lstStyle>
            <a:lvl1pPr>
              <a:defRPr sz="1200">
                <a:solidFill>
                  <a:srgbClr val="FF0000"/>
                </a:solidFill>
              </a:defRPr>
            </a:lvl1pPr>
          </a:lstStyle>
          <a:p>
            <a:r>
              <a:rPr lang="en-US"/>
              <a:t>Click icon to add picture</a:t>
            </a:r>
            <a:endParaRPr lang="en-US" dirty="0"/>
          </a:p>
        </p:txBody>
      </p:sp>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2" name="Title 1"/>
          <p:cNvSpPr>
            <a:spLocks noGrp="1"/>
          </p:cNvSpPr>
          <p:nvPr>
            <p:ph type="title" hasCustomPrompt="1"/>
          </p:nvPr>
        </p:nvSpPr>
        <p:spPr>
          <a:xfrm>
            <a:off x="8284948" y="457201"/>
            <a:ext cx="3411538" cy="324444"/>
          </a:xfrm>
        </p:spPr>
        <p:txBody>
          <a:bodyPr vert="horz"/>
          <a:lstStyle>
            <a:lvl1pPr>
              <a:defRPr sz="2000" b="1">
                <a:solidFill>
                  <a:schemeClr val="accent1"/>
                </a:solidFill>
              </a:defRPr>
            </a:lvl1pPr>
          </a:lstStyle>
          <a:p>
            <a:pPr lvl="0"/>
            <a:r>
              <a:rPr lang="en-US" dirty="0"/>
              <a:t>Slide title; short (1 line)</a:t>
            </a:r>
          </a:p>
        </p:txBody>
      </p:sp>
      <p:sp>
        <p:nvSpPr>
          <p:cNvPr id="4" name="Content Placeholder 3"/>
          <p:cNvSpPr>
            <a:spLocks noGrp="1"/>
          </p:cNvSpPr>
          <p:nvPr>
            <p:ph sz="half" idx="2" hasCustomPrompt="1"/>
          </p:nvPr>
        </p:nvSpPr>
        <p:spPr>
          <a:xfrm>
            <a:off x="8284948" y="1011250"/>
            <a:ext cx="3411538" cy="5094275"/>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502875700"/>
      </p:ext>
    </p:extLst>
  </p:cSld>
  <p:clrMapOvr>
    <a:masterClrMapping/>
  </p:clrMapOvr>
  <p:extLst>
    <p:ext uri="{DCECCB84-F9BA-43D5-87BE-67443E8EF086}">
      <p15:sldGuideLst xmlns:p15="http://schemas.microsoft.com/office/powerpoint/2012/main">
        <p15:guide id="1" pos="5209">
          <p15:clr>
            <a:srgbClr val="FBAE40"/>
          </p15:clr>
        </p15:guide>
        <p15:guide id="2" pos="4924">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p:cSld name="Content +1/3 Image Right">
    <p:spTree>
      <p:nvGrpSpPr>
        <p:cNvPr id="1" name=""/>
        <p:cNvGrpSpPr/>
        <p:nvPr/>
      </p:nvGrpSpPr>
      <p:grpSpPr>
        <a:xfrm>
          <a:off x="0" y="0"/>
          <a:ext cx="0" cy="0"/>
          <a:chOff x="0" y="0"/>
          <a:chExt cx="0" cy="0"/>
        </a:xfrm>
      </p:grpSpPr>
      <p:sp>
        <p:nvSpPr>
          <p:cNvPr id="12" name="Picture Placeholder 12">
            <a:extLst>
              <a:ext uri="{FF2B5EF4-FFF2-40B4-BE49-F238E27FC236}">
                <a16:creationId xmlns:a16="http://schemas.microsoft.com/office/drawing/2014/main" id="{D5400A53-EBCB-4C45-958D-0060F4E1C0AE}"/>
              </a:ext>
            </a:extLst>
          </p:cNvPr>
          <p:cNvSpPr>
            <a:spLocks noGrp="1"/>
          </p:cNvSpPr>
          <p:nvPr>
            <p:ph type="pic" sz="quarter" idx="14"/>
          </p:nvPr>
        </p:nvSpPr>
        <p:spPr>
          <a:xfrm>
            <a:off x="7810500" y="0"/>
            <a:ext cx="4381500" cy="6858000"/>
          </a:xfrm>
          <a:solidFill>
            <a:schemeClr val="bg1">
              <a:lumMod val="95000"/>
            </a:schemeClr>
          </a:solidFill>
        </p:spPr>
        <p:txBody>
          <a:bodyPr/>
          <a:lstStyle>
            <a:lvl1pPr>
              <a:defRPr sz="1200">
                <a:solidFill>
                  <a:srgbClr val="FF0000"/>
                </a:solidFill>
              </a:defRPr>
            </a:lvl1pPr>
          </a:lstStyle>
          <a:p>
            <a:r>
              <a:rPr lang="en-US"/>
              <a:t>Click icon to add picture</a:t>
            </a:r>
            <a:endParaRPr lang="en-US" dirty="0"/>
          </a:p>
        </p:txBody>
      </p:sp>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solidFill>
              </a:defRPr>
            </a:lvl1pPr>
          </a:lstStyle>
          <a:p>
            <a:r>
              <a:rPr lang="en-US"/>
              <a:t>MSK Confidential — do not distribute</a:t>
            </a:r>
          </a:p>
        </p:txBody>
      </p:sp>
      <p:sp>
        <p:nvSpPr>
          <p:cNvPr id="11" name="Footnote Placeholder">
            <a:extLst>
              <a:ext uri="{FF2B5EF4-FFF2-40B4-BE49-F238E27FC236}">
                <a16:creationId xmlns:a16="http://schemas.microsoft.com/office/drawing/2014/main" id="{F20ACA8E-6072-8043-8EC3-B4E2FDB9B091}"/>
              </a:ext>
            </a:extLst>
          </p:cNvPr>
          <p:cNvSpPr>
            <a:spLocks noGrp="1"/>
          </p:cNvSpPr>
          <p:nvPr>
            <p:ph type="body" sz="half" idx="13"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4" y="457201"/>
            <a:ext cx="6829689" cy="324444"/>
          </a:xfrm>
        </p:spPr>
        <p:txBody>
          <a:bodyPr vert="horz"/>
          <a:lstStyle>
            <a:lvl1pPr>
              <a:defRPr sz="2000" b="1">
                <a:solidFill>
                  <a:schemeClr val="accent1"/>
                </a:solidFill>
              </a:defRPr>
            </a:lvl1pPr>
          </a:lstStyle>
          <a:p>
            <a:pPr lvl="0"/>
            <a:r>
              <a:rPr lang="en-US" dirty="0"/>
              <a:t>Slide title; Arial 20pt bold, sentence case (1 line)</a:t>
            </a:r>
          </a:p>
        </p:txBody>
      </p:sp>
      <p:sp>
        <p:nvSpPr>
          <p:cNvPr id="4" name="Content Placeholder 3"/>
          <p:cNvSpPr>
            <a:spLocks noGrp="1"/>
          </p:cNvSpPr>
          <p:nvPr>
            <p:ph sz="half" idx="2" hasCustomPrompt="1"/>
          </p:nvPr>
        </p:nvSpPr>
        <p:spPr>
          <a:xfrm>
            <a:off x="512064" y="1011250"/>
            <a:ext cx="6834188" cy="5094275"/>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449587521"/>
      </p:ext>
    </p:extLst>
  </p:cSld>
  <p:clrMapOvr>
    <a:masterClrMapping/>
  </p:clrMapOvr>
  <p:extLst>
    <p:ext uri="{DCECCB84-F9BA-43D5-87BE-67443E8EF086}">
      <p15:sldGuideLst xmlns:p15="http://schemas.microsoft.com/office/powerpoint/2012/main">
        <p15:guide id="1" pos="4914">
          <p15:clr>
            <a:srgbClr val="FBAE40"/>
          </p15:clr>
        </p15:guide>
        <p15:guide id="2" pos="4623">
          <p15:clr>
            <a:srgbClr val="FBAE40"/>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p:cSld name="Content + 1/2 Image Right">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8B5636C5-BFB6-2342-91CC-8DC10C4A16DD}"/>
              </a:ext>
            </a:extLst>
          </p:cNvPr>
          <p:cNvSpPr>
            <a:spLocks noGrp="1"/>
          </p:cNvSpPr>
          <p:nvPr>
            <p:ph type="pic" sz="quarter" idx="12"/>
          </p:nvPr>
        </p:nvSpPr>
        <p:spPr>
          <a:xfrm>
            <a:off x="6096000" y="0"/>
            <a:ext cx="6096000" cy="6858000"/>
          </a:xfrm>
          <a:solidFill>
            <a:schemeClr val="bg1">
              <a:lumMod val="95000"/>
            </a:schemeClr>
          </a:solidFill>
        </p:spPr>
        <p:txBody>
          <a:bodyPr/>
          <a:lstStyle>
            <a:lvl1pPr>
              <a:defRPr sz="1200">
                <a:solidFill>
                  <a:srgbClr val="FF0000"/>
                </a:solidFill>
              </a:defRPr>
            </a:lvl1pPr>
          </a:lstStyle>
          <a:p>
            <a:r>
              <a:rPr lang="en-US"/>
              <a:t>Click icon to add picture</a:t>
            </a:r>
          </a:p>
        </p:txBody>
      </p:sp>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solidFill>
              </a:defRPr>
            </a:lvl1pPr>
          </a:lstStyle>
          <a:p>
            <a:r>
              <a:rPr lang="en-US"/>
              <a:t>MSK Confidential — do not distribute</a:t>
            </a:r>
          </a:p>
        </p:txBody>
      </p:sp>
      <p:sp>
        <p:nvSpPr>
          <p:cNvPr id="11" name="Footnote Placeholder">
            <a:extLst>
              <a:ext uri="{FF2B5EF4-FFF2-40B4-BE49-F238E27FC236}">
                <a16:creationId xmlns:a16="http://schemas.microsoft.com/office/drawing/2014/main" id="{F20ACA8E-6072-8043-8EC3-B4E2FDB9B091}"/>
              </a:ext>
            </a:extLst>
          </p:cNvPr>
          <p:cNvSpPr>
            <a:spLocks noGrp="1"/>
          </p:cNvSpPr>
          <p:nvPr>
            <p:ph type="body" sz="half" idx="13" hasCustomPrompt="1"/>
          </p:nvPr>
        </p:nvSpPr>
        <p:spPr>
          <a:xfrm>
            <a:off x="512064" y="6374651"/>
            <a:ext cx="5152597"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4" y="457201"/>
            <a:ext cx="5143286" cy="324444"/>
          </a:xfrm>
        </p:spPr>
        <p:txBody>
          <a:bodyPr vert="horz"/>
          <a:lstStyle>
            <a:lvl1pPr>
              <a:defRPr sz="2000" b="1">
                <a:solidFill>
                  <a:schemeClr val="accent1"/>
                </a:solidFill>
              </a:defRPr>
            </a:lvl1pPr>
          </a:lstStyle>
          <a:p>
            <a:pPr lvl="0"/>
            <a:r>
              <a:rPr lang="en-US" dirty="0"/>
              <a:t>Slide title; Arial 20pt bold, short (1 line)</a:t>
            </a:r>
          </a:p>
        </p:txBody>
      </p:sp>
      <p:sp>
        <p:nvSpPr>
          <p:cNvPr id="4" name="Content Placeholder 3"/>
          <p:cNvSpPr>
            <a:spLocks noGrp="1"/>
          </p:cNvSpPr>
          <p:nvPr>
            <p:ph sz="half" idx="2" hasCustomPrompt="1"/>
          </p:nvPr>
        </p:nvSpPr>
        <p:spPr>
          <a:xfrm>
            <a:off x="512064" y="1011250"/>
            <a:ext cx="5146674" cy="5094275"/>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24022555"/>
      </p:ext>
    </p:extLst>
  </p:cSld>
  <p:clrMapOvr>
    <a:masterClrMapping/>
  </p:clrMapOvr>
  <p:extLst>
    <p:ext uri="{DCECCB84-F9BA-43D5-87BE-67443E8EF086}">
      <p15:sldGuideLst xmlns:p15="http://schemas.microsoft.com/office/powerpoint/2012/main">
        <p15:guide id="1" pos="3840">
          <p15:clr>
            <a:srgbClr val="FBAE40"/>
          </p15:clr>
        </p15:guide>
        <p15:guide id="2" pos="3552">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p:cSld name="Content + 2/3 Image Right">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8B5636C5-BFB6-2342-91CC-8DC10C4A16DD}"/>
              </a:ext>
            </a:extLst>
          </p:cNvPr>
          <p:cNvSpPr>
            <a:spLocks noGrp="1"/>
          </p:cNvSpPr>
          <p:nvPr>
            <p:ph type="pic" sz="quarter" idx="12"/>
          </p:nvPr>
        </p:nvSpPr>
        <p:spPr>
          <a:xfrm>
            <a:off x="4381500" y="0"/>
            <a:ext cx="7810500" cy="6858000"/>
          </a:xfrm>
          <a:solidFill>
            <a:schemeClr val="bg1">
              <a:lumMod val="95000"/>
            </a:schemeClr>
          </a:solidFill>
        </p:spPr>
        <p:txBody>
          <a:bodyPr/>
          <a:lstStyle>
            <a:lvl1pPr>
              <a:defRPr sz="1200">
                <a:solidFill>
                  <a:srgbClr val="FF0000"/>
                </a:solidFill>
              </a:defRPr>
            </a:lvl1pPr>
          </a:lstStyle>
          <a:p>
            <a:r>
              <a:rPr lang="en-US"/>
              <a:t>Click icon to add picture</a:t>
            </a:r>
          </a:p>
        </p:txBody>
      </p:sp>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solidFill>
              </a:defRPr>
            </a:lvl1pPr>
          </a:lstStyle>
          <a:p>
            <a:r>
              <a:rPr lang="en-US"/>
              <a:t>MSK Confidential — do not distribute</a:t>
            </a:r>
          </a:p>
        </p:txBody>
      </p:sp>
      <p:sp>
        <p:nvSpPr>
          <p:cNvPr id="11" name="Footnote Placeholder">
            <a:extLst>
              <a:ext uri="{FF2B5EF4-FFF2-40B4-BE49-F238E27FC236}">
                <a16:creationId xmlns:a16="http://schemas.microsoft.com/office/drawing/2014/main" id="{F20ACA8E-6072-8043-8EC3-B4E2FDB9B091}"/>
              </a:ext>
            </a:extLst>
          </p:cNvPr>
          <p:cNvSpPr>
            <a:spLocks noGrp="1"/>
          </p:cNvSpPr>
          <p:nvPr>
            <p:ph type="body" sz="half" idx="13" hasCustomPrompt="1"/>
          </p:nvPr>
        </p:nvSpPr>
        <p:spPr>
          <a:xfrm>
            <a:off x="512064" y="6374651"/>
            <a:ext cx="3411539"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4" y="457201"/>
            <a:ext cx="3411538" cy="324444"/>
          </a:xfrm>
        </p:spPr>
        <p:txBody>
          <a:bodyPr vert="horz"/>
          <a:lstStyle>
            <a:lvl1pPr>
              <a:defRPr sz="2000" b="1">
                <a:solidFill>
                  <a:schemeClr val="accent1"/>
                </a:solidFill>
              </a:defRPr>
            </a:lvl1pPr>
          </a:lstStyle>
          <a:p>
            <a:pPr lvl="0"/>
            <a:r>
              <a:rPr lang="en-US" dirty="0"/>
              <a:t>Slide title; short (1 line)</a:t>
            </a:r>
          </a:p>
        </p:txBody>
      </p:sp>
      <p:sp>
        <p:nvSpPr>
          <p:cNvPr id="4" name="Content Placeholder 3"/>
          <p:cNvSpPr>
            <a:spLocks noGrp="1"/>
          </p:cNvSpPr>
          <p:nvPr>
            <p:ph sz="half" idx="2" hasCustomPrompt="1"/>
          </p:nvPr>
        </p:nvSpPr>
        <p:spPr>
          <a:xfrm>
            <a:off x="512064" y="1011250"/>
            <a:ext cx="3411538" cy="5094275"/>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48979163"/>
      </p:ext>
    </p:extLst>
  </p:cSld>
  <p:clrMapOvr>
    <a:masterClrMapping/>
  </p:clrMapOvr>
  <p:extLst>
    <p:ext uri="{DCECCB84-F9BA-43D5-87BE-67443E8EF086}">
      <p15:sldGuideLst xmlns:p15="http://schemas.microsoft.com/office/powerpoint/2012/main">
        <p15:guide id="1" pos="2467">
          <p15:clr>
            <a:srgbClr val="FBAE40"/>
          </p15:clr>
        </p15:guide>
        <p15:guide id="2" pos="2753">
          <p15:clr>
            <a:srgbClr val="FBAE4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p:cSld name="Back Page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ZoneTexte 2">
            <a:extLst>
              <a:ext uri="{FF2B5EF4-FFF2-40B4-BE49-F238E27FC236}">
                <a16:creationId xmlns:a16="http://schemas.microsoft.com/office/drawing/2014/main" id="{9187A733-2828-FF4D-A1DC-7E7D7BF66120}"/>
              </a:ext>
            </a:extLst>
          </p:cNvPr>
          <p:cNvSpPr txBox="1"/>
          <p:nvPr/>
        </p:nvSpPr>
        <p:spPr>
          <a:xfrm>
            <a:off x="2" y="2690337"/>
            <a:ext cx="12191999" cy="1477328"/>
          </a:xfrm>
          <a:prstGeom prst="rect">
            <a:avLst/>
          </a:prstGeom>
          <a:noFill/>
        </p:spPr>
        <p:txBody>
          <a:bodyPr wrap="square" lIns="337500" rIns="337500" rtlCol="0" anchor="ctr" anchorCtr="0">
            <a:spAutoFit/>
          </a:bodyPr>
          <a:lstStyle/>
          <a:p>
            <a:pPr algn="ctr"/>
            <a:r>
              <a:rPr lang="en-CA" sz="9000" i="0" noProof="0" dirty="0">
                <a:solidFill>
                  <a:schemeClr val="tx2"/>
                </a:solidFill>
                <a:latin typeface="+mn-lt"/>
              </a:rPr>
              <a:t>End Page layouts</a:t>
            </a:r>
          </a:p>
        </p:txBody>
      </p:sp>
    </p:spTree>
    <p:extLst>
      <p:ext uri="{BB962C8B-B14F-4D97-AF65-F5344CB8AC3E}">
        <p14:creationId xmlns:p14="http://schemas.microsoft.com/office/powerpoint/2010/main" val="3207067721"/>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p:cSld name="Back Page">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3EF54C89-1860-6542-AE68-06CDC85D9DE1}"/>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4481346" y="2628924"/>
            <a:ext cx="3229307" cy="1600150"/>
          </a:xfrm>
          <a:prstGeom prst="rect">
            <a:avLst/>
          </a:prstGeom>
        </p:spPr>
      </p:pic>
    </p:spTree>
    <p:extLst>
      <p:ext uri="{BB962C8B-B14F-4D97-AF65-F5344CB8AC3E}">
        <p14:creationId xmlns:p14="http://schemas.microsoft.com/office/powerpoint/2010/main" val="1416638934"/>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p:cSld name="Back Page Blue">
    <p:bg>
      <p:bgPr>
        <a:solidFill>
          <a:schemeClr val="tx1"/>
        </a:solidFill>
        <a:effectLst/>
      </p:bgPr>
    </p:bg>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3EF54C89-1860-6542-AE68-06CDC85D9DE1}"/>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4481346" y="2628924"/>
            <a:ext cx="3229307" cy="1600151"/>
          </a:xfrm>
          <a:prstGeom prst="rect">
            <a:avLst/>
          </a:prstGeom>
        </p:spPr>
      </p:pic>
    </p:spTree>
    <p:extLst>
      <p:ext uri="{BB962C8B-B14F-4D97-AF65-F5344CB8AC3E}">
        <p14:creationId xmlns:p14="http://schemas.microsoft.com/office/powerpoint/2010/main" val="3334211759"/>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p:cSld name="Warning">
    <p:bg>
      <p:bgPr>
        <a:blipFill dpi="0" rotWithShape="1">
          <a:blip r:embed="rId2"/>
          <a:srcRect/>
          <a:stretch>
            <a:fillRect/>
          </a:stretch>
        </a:blipFill>
        <a:effectLst/>
      </p:bgPr>
    </p:bg>
    <p:spTree>
      <p:nvGrpSpPr>
        <p:cNvPr id="1" name=""/>
        <p:cNvGrpSpPr/>
        <p:nvPr/>
      </p:nvGrpSpPr>
      <p:grpSpPr>
        <a:xfrm>
          <a:off x="0" y="0"/>
          <a:ext cx="0" cy="0"/>
          <a:chOff x="0" y="0"/>
          <a:chExt cx="0" cy="0"/>
        </a:xfrm>
      </p:grpSpPr>
      <p:sp>
        <p:nvSpPr>
          <p:cNvPr id="4" name="ZoneTexte 3">
            <a:extLst>
              <a:ext uri="{FF2B5EF4-FFF2-40B4-BE49-F238E27FC236}">
                <a16:creationId xmlns:a16="http://schemas.microsoft.com/office/drawing/2014/main" id="{EB7B9861-91E9-C742-B7A7-F218EA9C1F1A}"/>
              </a:ext>
            </a:extLst>
          </p:cNvPr>
          <p:cNvSpPr txBox="1"/>
          <p:nvPr/>
        </p:nvSpPr>
        <p:spPr>
          <a:xfrm>
            <a:off x="2" y="1651589"/>
            <a:ext cx="12191999" cy="3554819"/>
          </a:xfrm>
          <a:prstGeom prst="rect">
            <a:avLst/>
          </a:prstGeom>
          <a:noFill/>
        </p:spPr>
        <p:txBody>
          <a:bodyPr wrap="square" lIns="337500" rIns="337500" rtlCol="0" anchor="ctr" anchorCtr="0">
            <a:spAutoFit/>
          </a:bodyPr>
          <a:lstStyle/>
          <a:p>
            <a:pPr algn="ctr"/>
            <a:r>
              <a:rPr lang="en-CA" sz="7500" noProof="0" dirty="0">
                <a:solidFill>
                  <a:schemeClr val="tx2"/>
                </a:solidFill>
                <a:latin typeface="+mj-lt"/>
              </a:rPr>
              <a:t>Do not use any of the layouts that may appear after this one</a:t>
            </a:r>
          </a:p>
        </p:txBody>
      </p:sp>
    </p:spTree>
    <p:extLst>
      <p:ext uri="{BB962C8B-B14F-4D97-AF65-F5344CB8AC3E}">
        <p14:creationId xmlns:p14="http://schemas.microsoft.com/office/powerpoint/2010/main" val="2602059868"/>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43201215"/>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66" Type="http://schemas.openxmlformats.org/officeDocument/2006/relationships/slideLayout" Target="../slideLayouts/slideLayout66.xml"/><Relationship Id="rId74" Type="http://schemas.openxmlformats.org/officeDocument/2006/relationships/slideLayout" Target="../slideLayouts/slideLayout74.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71"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241741" y="6378130"/>
            <a:ext cx="454745" cy="245223"/>
          </a:xfrm>
          <a:prstGeom prst="rect">
            <a:avLst/>
          </a:prstGeom>
        </p:spPr>
        <p:txBody>
          <a:bodyPr lIns="0" tIns="0" rIns="0" bIns="0" anchor="b"/>
          <a:lstStyle>
            <a:lvl1pPr algn="r">
              <a:defRPr lang="en-US" sz="1000" smtClean="0">
                <a:solidFill>
                  <a:schemeClr val="bg1">
                    <a:lumMod val="75000"/>
                  </a:schemeClr>
                </a:solidFill>
                <a:latin typeface="+mn-lt"/>
                <a:cs typeface="Arial" panose="020B0604020202020204" pitchFamily="34" charset="0"/>
              </a:defRPr>
            </a:lvl1pPr>
          </a:lstStyle>
          <a:p>
            <a:fld id="{523A240F-EAFE-E84F-B44C-6D7A08E0E409}" type="slidenum">
              <a:rPr lang="en-US" smtClean="0"/>
              <a:t>‹#›</a:t>
            </a:fld>
            <a:endParaRPr lang="en-US"/>
          </a:p>
        </p:txBody>
      </p:sp>
      <p:sp>
        <p:nvSpPr>
          <p:cNvPr id="5" name="Footer Placeholder 4"/>
          <p:cNvSpPr>
            <a:spLocks noGrp="1"/>
          </p:cNvSpPr>
          <p:nvPr>
            <p:ph type="ftr" sz="quarter" idx="3"/>
          </p:nvPr>
        </p:nvSpPr>
        <p:spPr>
          <a:xfrm>
            <a:off x="8839199" y="6378130"/>
            <a:ext cx="2241177" cy="245223"/>
          </a:xfrm>
          <a:prstGeom prst="rect">
            <a:avLst/>
          </a:prstGeom>
        </p:spPr>
        <p:txBody>
          <a:bodyPr lIns="0" tIns="0" rIns="0" bIns="0" anchor="b"/>
          <a:lstStyle>
            <a:lvl1pPr algn="r">
              <a:defRPr lang="en-US" sz="1000" smtClean="0">
                <a:solidFill>
                  <a:schemeClr val="bg1">
                    <a:lumMod val="75000"/>
                  </a:schemeClr>
                </a:solidFill>
                <a:latin typeface="+mn-lt"/>
                <a:cs typeface="Arial" panose="020B0604020202020204" pitchFamily="34" charset="0"/>
              </a:defRPr>
            </a:lvl1pPr>
          </a:lstStyle>
          <a:p>
            <a:r>
              <a:rPr lang="en-US"/>
              <a:t>MSK Confidential — do not distribute</a:t>
            </a:r>
          </a:p>
        </p:txBody>
      </p:sp>
      <p:sp>
        <p:nvSpPr>
          <p:cNvPr id="2" name="Title Placeholder 1"/>
          <p:cNvSpPr>
            <a:spLocks noGrp="1"/>
          </p:cNvSpPr>
          <p:nvPr>
            <p:ph type="title"/>
          </p:nvPr>
        </p:nvSpPr>
        <p:spPr>
          <a:xfrm>
            <a:off x="512063" y="457201"/>
            <a:ext cx="11184423" cy="914400"/>
          </a:xfrm>
          <a:prstGeom prst="rect">
            <a:avLst/>
          </a:prstGeom>
        </p:spPr>
        <p:txBody>
          <a:bodyPr vert="horz" lIns="0" tIns="0" rIns="0" bIns="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512064" y="1700783"/>
            <a:ext cx="11184422" cy="4404741"/>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76118842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6" r:id="rId56"/>
    <p:sldLayoutId id="2147483717" r:id="rId57"/>
    <p:sldLayoutId id="2147483718" r:id="rId58"/>
    <p:sldLayoutId id="2147483719" r:id="rId59"/>
    <p:sldLayoutId id="2147483720" r:id="rId60"/>
    <p:sldLayoutId id="2147483721" r:id="rId61"/>
    <p:sldLayoutId id="2147483722" r:id="rId62"/>
    <p:sldLayoutId id="2147483723" r:id="rId63"/>
    <p:sldLayoutId id="2147483724" r:id="rId64"/>
    <p:sldLayoutId id="2147483725" r:id="rId65"/>
    <p:sldLayoutId id="2147483726" r:id="rId66"/>
    <p:sldLayoutId id="2147483727" r:id="rId67"/>
    <p:sldLayoutId id="2147483728" r:id="rId68"/>
    <p:sldLayoutId id="2147483729" r:id="rId69"/>
    <p:sldLayoutId id="2147483730" r:id="rId70"/>
    <p:sldLayoutId id="2147483731" r:id="rId71"/>
    <p:sldLayoutId id="2147483732" r:id="rId72"/>
    <p:sldLayoutId id="2147483733" r:id="rId73"/>
    <p:sldLayoutId id="2147483735" r:id="rId74"/>
  </p:sldLayoutIdLst>
  <p:hf hdr="0" dt="0"/>
  <p:txStyles>
    <p:titleStyle>
      <a:lvl1pPr algn="l" defTabSz="914400" rtl="0" eaLnBrk="1" latinLnBrk="0" hangingPunct="1">
        <a:lnSpc>
          <a:spcPct val="90000"/>
        </a:lnSpc>
        <a:spcBef>
          <a:spcPct val="0"/>
        </a:spcBef>
        <a:buNone/>
        <a:defRPr sz="3200" b="1" kern="1200" spc="-50"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 typeface="Arial" panose="020B0604020202020204" pitchFamily="34" charset="0"/>
        <a:buNone/>
        <a:defRPr sz="1800" kern="1200">
          <a:solidFill>
            <a:srgbClr val="272524"/>
          </a:solidFill>
          <a:latin typeface="+mn-lt"/>
          <a:ea typeface="+mn-ea"/>
          <a:cs typeface="+mn-cs"/>
        </a:defRPr>
      </a:lvl1pPr>
      <a:lvl2pPr marL="228600" indent="-228600" algn="l" defTabSz="914400" rtl="0" eaLnBrk="1" latinLnBrk="0" hangingPunct="1">
        <a:lnSpc>
          <a:spcPct val="100000"/>
        </a:lnSpc>
        <a:spcBef>
          <a:spcPts val="0"/>
        </a:spcBef>
        <a:spcAft>
          <a:spcPts val="600"/>
        </a:spcAft>
        <a:buFont typeface="Arial" panose="020B0604020202020204" pitchFamily="34" charset="0"/>
        <a:buChar char="•"/>
        <a:tabLst/>
        <a:defRPr sz="1800" kern="1200">
          <a:solidFill>
            <a:srgbClr val="272524"/>
          </a:solidFill>
          <a:latin typeface="+mn-lt"/>
          <a:ea typeface="+mn-ea"/>
          <a:cs typeface="+mn-cs"/>
        </a:defRPr>
      </a:lvl2pPr>
      <a:lvl3pPr marL="457200" indent="-228600" algn="l" defTabSz="914400" rtl="0" eaLnBrk="1" latinLnBrk="0" hangingPunct="1">
        <a:lnSpc>
          <a:spcPct val="100000"/>
        </a:lnSpc>
        <a:spcBef>
          <a:spcPts val="0"/>
        </a:spcBef>
        <a:spcAft>
          <a:spcPts val="600"/>
        </a:spcAft>
        <a:buFont typeface="System Font Regular"/>
        <a:buChar char="–"/>
        <a:tabLst/>
        <a:defRPr sz="1800" kern="1200">
          <a:solidFill>
            <a:srgbClr val="272524"/>
          </a:solidFill>
          <a:latin typeface="+mn-lt"/>
          <a:ea typeface="+mn-ea"/>
          <a:cs typeface="+mn-cs"/>
        </a:defRPr>
      </a:lvl3pPr>
      <a:lvl4pPr marL="685800" indent="-228600" algn="l" defTabSz="914400" rtl="0" eaLnBrk="1" latinLnBrk="0" hangingPunct="1">
        <a:lnSpc>
          <a:spcPct val="100000"/>
        </a:lnSpc>
        <a:spcBef>
          <a:spcPts val="0"/>
        </a:spcBef>
        <a:spcAft>
          <a:spcPts val="600"/>
        </a:spcAft>
        <a:buFont typeface="Arial" panose="020B0604020202020204" pitchFamily="34" charset="0"/>
        <a:buChar char="•"/>
        <a:tabLst/>
        <a:defRPr sz="1800" kern="1200">
          <a:solidFill>
            <a:srgbClr val="272524"/>
          </a:solidFill>
          <a:latin typeface="+mn-lt"/>
          <a:ea typeface="+mn-ea"/>
          <a:cs typeface="+mn-cs"/>
        </a:defRPr>
      </a:lvl4pPr>
      <a:lvl5pPr marL="914400" indent="-228600" algn="l" defTabSz="914400" rtl="0" eaLnBrk="1" latinLnBrk="0" hangingPunct="1">
        <a:lnSpc>
          <a:spcPct val="100000"/>
        </a:lnSpc>
        <a:spcBef>
          <a:spcPts val="0"/>
        </a:spcBef>
        <a:spcAft>
          <a:spcPts val="600"/>
        </a:spcAft>
        <a:buFont typeface="System Font Regular"/>
        <a:buChar char="–"/>
        <a:tabLst/>
        <a:defRPr sz="1800" kern="1200">
          <a:solidFill>
            <a:srgbClr val="27252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88">
          <p15:clr>
            <a:srgbClr val="F26B43"/>
          </p15:clr>
        </p15:guide>
        <p15:guide id="2" pos="318">
          <p15:clr>
            <a:srgbClr val="F26B43"/>
          </p15:clr>
        </p15:guide>
        <p15:guide id="3" pos="7370">
          <p15:clr>
            <a:srgbClr val="F26B43"/>
          </p15:clr>
        </p15:guide>
        <p15:guide id="4" orient="horz" pos="4170">
          <p15:clr>
            <a:srgbClr val="F26B43"/>
          </p15:clr>
        </p15:guide>
        <p15:guide id="5" orient="horz" pos="864">
          <p15:clr>
            <a:srgbClr val="F26B43"/>
          </p15:clr>
        </p15:guide>
        <p15:guide id="6" orient="horz" pos="1070">
          <p15:clr>
            <a:srgbClr val="F26B43"/>
          </p15:clr>
        </p15:guide>
        <p15:guide id="7" orient="horz" pos="384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7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4.xml"/></Relationships>
</file>

<file path=ppt/slides/_rels/slide12.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7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B295BDCC-43E6-A6DE-B14D-3C248ACC4481}"/>
              </a:ext>
            </a:extLst>
          </p:cNvPr>
          <p:cNvSpPr>
            <a:spLocks noGrp="1"/>
          </p:cNvSpPr>
          <p:nvPr>
            <p:ph type="ftr" sz="quarter" idx="10"/>
          </p:nvPr>
        </p:nvSpPr>
        <p:spPr>
          <a:xfrm>
            <a:off x="8839199" y="6378130"/>
            <a:ext cx="2241177" cy="245223"/>
          </a:xfrm>
        </p:spPr>
        <p:txBody>
          <a:bodyPr anchor="b">
            <a:normAutofit/>
          </a:bodyPr>
          <a:lstStyle/>
          <a:p>
            <a:pPr>
              <a:spcAft>
                <a:spcPts val="600"/>
              </a:spcAft>
            </a:pPr>
            <a:r>
              <a:rPr lang="en-US"/>
              <a:t>MSK Confidential — do not distribute</a:t>
            </a:r>
          </a:p>
        </p:txBody>
      </p:sp>
      <p:sp>
        <p:nvSpPr>
          <p:cNvPr id="3" name="Title 2">
            <a:extLst>
              <a:ext uri="{FF2B5EF4-FFF2-40B4-BE49-F238E27FC236}">
                <a16:creationId xmlns:a16="http://schemas.microsoft.com/office/drawing/2014/main" id="{6AF1DB00-25C4-6CF6-13A2-0F7F62266BC7}"/>
              </a:ext>
            </a:extLst>
          </p:cNvPr>
          <p:cNvSpPr>
            <a:spLocks noGrp="1"/>
          </p:cNvSpPr>
          <p:nvPr>
            <p:ph type="ctrTitle"/>
          </p:nvPr>
        </p:nvSpPr>
        <p:spPr>
          <a:xfrm>
            <a:off x="504825" y="1920240"/>
            <a:ext cx="7419975" cy="1508760"/>
          </a:xfrm>
        </p:spPr>
        <p:txBody>
          <a:bodyPr anchor="t">
            <a:normAutofit/>
          </a:bodyPr>
          <a:lstStyle/>
          <a:p>
            <a:r>
              <a:rPr lang="en-US" sz="3400"/>
              <a:t>Accuracy and Safety of Large Language Models for Breast Cancer Surgical Consultation Summaries</a:t>
            </a:r>
          </a:p>
        </p:txBody>
      </p:sp>
      <p:sp>
        <p:nvSpPr>
          <p:cNvPr id="12" name="Subtitle 3">
            <a:extLst>
              <a:ext uri="{FF2B5EF4-FFF2-40B4-BE49-F238E27FC236}">
                <a16:creationId xmlns:a16="http://schemas.microsoft.com/office/drawing/2014/main" id="{8CC53829-BA9F-7919-E7DA-289D7FE9F4CF}"/>
              </a:ext>
            </a:extLst>
          </p:cNvPr>
          <p:cNvSpPr>
            <a:spLocks noGrp="1"/>
          </p:cNvSpPr>
          <p:nvPr>
            <p:ph type="subTitle" idx="1"/>
          </p:nvPr>
        </p:nvSpPr>
        <p:spPr>
          <a:xfrm>
            <a:off x="504825" y="1371600"/>
            <a:ext cx="7419975" cy="530693"/>
          </a:xfrm>
        </p:spPr>
        <p:txBody>
          <a:bodyPr/>
          <a:lstStyle/>
          <a:p>
            <a:r>
              <a:rPr lang="en-US" dirty="0"/>
              <a:t> </a:t>
            </a:r>
          </a:p>
        </p:txBody>
      </p:sp>
      <p:sp>
        <p:nvSpPr>
          <p:cNvPr id="6" name="Text Placeholder 5">
            <a:extLst>
              <a:ext uri="{FF2B5EF4-FFF2-40B4-BE49-F238E27FC236}">
                <a16:creationId xmlns:a16="http://schemas.microsoft.com/office/drawing/2014/main" id="{19FB656C-3A8F-3B84-3362-8412A6288298}"/>
              </a:ext>
            </a:extLst>
          </p:cNvPr>
          <p:cNvSpPr>
            <a:spLocks noGrp="1"/>
          </p:cNvSpPr>
          <p:nvPr>
            <p:ph type="body" sz="quarter" idx="12"/>
          </p:nvPr>
        </p:nvSpPr>
        <p:spPr>
          <a:xfrm>
            <a:off x="504825" y="4389119"/>
            <a:ext cx="3749934" cy="703747"/>
          </a:xfrm>
        </p:spPr>
        <p:txBody>
          <a:bodyPr>
            <a:normAutofit/>
          </a:bodyPr>
          <a:lstStyle/>
          <a:p>
            <a:r>
              <a:rPr lang="en-US" dirty="0"/>
              <a:t>May 18, 2026</a:t>
            </a:r>
          </a:p>
        </p:txBody>
      </p:sp>
      <p:sp>
        <p:nvSpPr>
          <p:cNvPr id="7" name="Text Placeholder 6">
            <a:extLst>
              <a:ext uri="{FF2B5EF4-FFF2-40B4-BE49-F238E27FC236}">
                <a16:creationId xmlns:a16="http://schemas.microsoft.com/office/drawing/2014/main" id="{4730289A-E9FD-D95C-7012-930F68A3BDE3}"/>
              </a:ext>
            </a:extLst>
          </p:cNvPr>
          <p:cNvSpPr>
            <a:spLocks noGrp="1"/>
          </p:cNvSpPr>
          <p:nvPr>
            <p:ph type="body" sz="quarter" idx="13"/>
          </p:nvPr>
        </p:nvSpPr>
        <p:spPr>
          <a:xfrm>
            <a:off x="504823" y="3584716"/>
            <a:ext cx="7419975" cy="549249"/>
          </a:xfrm>
        </p:spPr>
        <p:txBody>
          <a:bodyPr>
            <a:normAutofit/>
          </a:bodyPr>
          <a:lstStyle/>
          <a:p>
            <a:r>
              <a:rPr lang="en-US" dirty="0"/>
              <a:t>By: Robert James</a:t>
            </a:r>
          </a:p>
        </p:txBody>
      </p:sp>
    </p:spTree>
    <p:extLst>
      <p:ext uri="{BB962C8B-B14F-4D97-AF65-F5344CB8AC3E}">
        <p14:creationId xmlns:p14="http://schemas.microsoft.com/office/powerpoint/2010/main" val="34080053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77CF7D0-089C-458F-8649-FB16C47BA62A}"/>
              </a:ext>
            </a:extLst>
          </p:cNvPr>
          <p:cNvSpPr>
            <a:spLocks noGrp="1"/>
          </p:cNvSpPr>
          <p:nvPr>
            <p:ph type="sldNum" sz="quarter" idx="11"/>
          </p:nvPr>
        </p:nvSpPr>
        <p:spPr/>
        <p:txBody>
          <a:bodyPr/>
          <a:lstStyle/>
          <a:p>
            <a:fld id="{523A240F-EAFE-E84F-B44C-6D7A08E0E409}" type="slidenum">
              <a:rPr lang="en-US" smtClean="0"/>
              <a:t>2</a:t>
            </a:fld>
            <a:endParaRPr lang="en-US"/>
          </a:p>
        </p:txBody>
      </p:sp>
      <p:sp>
        <p:nvSpPr>
          <p:cNvPr id="3" name="Footer Placeholder 2">
            <a:extLst>
              <a:ext uri="{FF2B5EF4-FFF2-40B4-BE49-F238E27FC236}">
                <a16:creationId xmlns:a16="http://schemas.microsoft.com/office/drawing/2014/main" id="{15AB1AEB-AEC1-D5B9-4596-07028E197C36}"/>
              </a:ext>
            </a:extLst>
          </p:cNvPr>
          <p:cNvSpPr>
            <a:spLocks noGrp="1"/>
          </p:cNvSpPr>
          <p:nvPr>
            <p:ph type="ftr" sz="quarter" idx="10"/>
          </p:nvPr>
        </p:nvSpPr>
        <p:spPr/>
        <p:txBody>
          <a:bodyPr/>
          <a:lstStyle/>
          <a:p>
            <a:r>
              <a:rPr lang="en-US"/>
              <a:t>MSK Confidential — do not distribute</a:t>
            </a:r>
          </a:p>
        </p:txBody>
      </p:sp>
      <p:sp>
        <p:nvSpPr>
          <p:cNvPr id="4" name="Text Placeholder 3">
            <a:extLst>
              <a:ext uri="{FF2B5EF4-FFF2-40B4-BE49-F238E27FC236}">
                <a16:creationId xmlns:a16="http://schemas.microsoft.com/office/drawing/2014/main" id="{90928935-3239-B2BC-A956-B24DCCBF6C37}"/>
              </a:ext>
            </a:extLst>
          </p:cNvPr>
          <p:cNvSpPr>
            <a:spLocks noGrp="1"/>
          </p:cNvSpPr>
          <p:nvPr>
            <p:ph type="body" sz="half" idx="2"/>
          </p:nvPr>
        </p:nvSpPr>
        <p:spPr/>
        <p:txBody>
          <a:bodyPr/>
          <a:lstStyle/>
          <a:p>
            <a:endParaRPr lang="en-US"/>
          </a:p>
        </p:txBody>
      </p:sp>
      <p:sp>
        <p:nvSpPr>
          <p:cNvPr id="5" name="Title 4">
            <a:extLst>
              <a:ext uri="{FF2B5EF4-FFF2-40B4-BE49-F238E27FC236}">
                <a16:creationId xmlns:a16="http://schemas.microsoft.com/office/drawing/2014/main" id="{0F86A71B-062C-9DC3-6F25-B88AEE14E487}"/>
              </a:ext>
            </a:extLst>
          </p:cNvPr>
          <p:cNvSpPr>
            <a:spLocks noGrp="1"/>
          </p:cNvSpPr>
          <p:nvPr>
            <p:ph type="title"/>
          </p:nvPr>
        </p:nvSpPr>
        <p:spPr/>
        <p:txBody>
          <a:bodyPr/>
          <a:lstStyle/>
          <a:p>
            <a:r>
              <a:rPr lang="en-US" dirty="0"/>
              <a:t>What is the clinical problem?</a:t>
            </a:r>
          </a:p>
        </p:txBody>
      </p:sp>
      <p:sp>
        <p:nvSpPr>
          <p:cNvPr id="6" name="Text Placeholder 5">
            <a:extLst>
              <a:ext uri="{FF2B5EF4-FFF2-40B4-BE49-F238E27FC236}">
                <a16:creationId xmlns:a16="http://schemas.microsoft.com/office/drawing/2014/main" id="{C875E457-737A-A963-0E63-9E693B495645}"/>
              </a:ext>
            </a:extLst>
          </p:cNvPr>
          <p:cNvSpPr>
            <a:spLocks noGrp="1"/>
          </p:cNvSpPr>
          <p:nvPr>
            <p:ph type="body" idx="12"/>
          </p:nvPr>
        </p:nvSpPr>
        <p:spPr/>
        <p:txBody>
          <a:bodyPr/>
          <a:lstStyle/>
          <a:p>
            <a:r>
              <a:rPr lang="en-US" dirty="0"/>
              <a:t>Introduction</a:t>
            </a:r>
          </a:p>
        </p:txBody>
      </p:sp>
      <p:sp>
        <p:nvSpPr>
          <p:cNvPr id="7" name="Content Placeholder 6">
            <a:extLst>
              <a:ext uri="{FF2B5EF4-FFF2-40B4-BE49-F238E27FC236}">
                <a16:creationId xmlns:a16="http://schemas.microsoft.com/office/drawing/2014/main" id="{1204EBE0-101C-4413-A0FB-D607F9FF6043}"/>
              </a:ext>
            </a:extLst>
          </p:cNvPr>
          <p:cNvSpPr>
            <a:spLocks noGrp="1"/>
          </p:cNvSpPr>
          <p:nvPr>
            <p:ph idx="1"/>
          </p:nvPr>
        </p:nvSpPr>
        <p:spPr/>
        <p:txBody>
          <a:bodyPr/>
          <a:lstStyle/>
          <a:p>
            <a:r>
              <a:rPr lang="en-US" dirty="0"/>
              <a:t>Synthesis of oncologic data for breast cancer surgical consultations is time intensive, error prone, and variable across clinicians.</a:t>
            </a:r>
          </a:p>
          <a:p>
            <a:endParaRPr lang="en-US" dirty="0"/>
          </a:p>
          <a:p>
            <a:r>
              <a:rPr lang="en-US" dirty="0"/>
              <a:t>Clinical information is fragmented across radiology and pathology reports, creating significant cognitive burden.</a:t>
            </a:r>
          </a:p>
          <a:p>
            <a:endParaRPr lang="en-US" dirty="0"/>
          </a:p>
          <a:p>
            <a:r>
              <a:rPr lang="en-US" dirty="0"/>
              <a:t>Large language models (LLMs) offer a potential solution for structured extraction and concise summarization of clinical data. </a:t>
            </a:r>
          </a:p>
        </p:txBody>
      </p:sp>
    </p:spTree>
    <p:extLst>
      <p:ext uri="{BB962C8B-B14F-4D97-AF65-F5344CB8AC3E}">
        <p14:creationId xmlns:p14="http://schemas.microsoft.com/office/powerpoint/2010/main" val="35304474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a:bodyPr>
          <a:lstStyle/>
          <a:p>
            <a:pPr marL="285750" indent="-285750">
              <a:buFont typeface="Arial" panose="020B0604020202020204" pitchFamily="34" charset="0"/>
              <a:buChar char="•"/>
            </a:pPr>
            <a:r>
              <a:rPr lang="en-US" dirty="0"/>
              <a:t>Neural networks trained on large text corpora</a:t>
            </a:r>
          </a:p>
          <a:p>
            <a:pPr marL="285750" indent="-285750">
              <a:buFont typeface="Arial" panose="020B0604020202020204" pitchFamily="34" charset="0"/>
              <a:buChar char="•"/>
            </a:pPr>
            <a:r>
              <a:rPr lang="en-US" dirty="0"/>
              <a:t>Based on transformer architecture</a:t>
            </a:r>
          </a:p>
          <a:p>
            <a:pPr marL="285750" indent="-285750">
              <a:buFont typeface="Arial" panose="020B0604020202020204" pitchFamily="34" charset="0"/>
              <a:buChar char="•"/>
            </a:pPr>
            <a:r>
              <a:rPr lang="en-US" dirty="0"/>
              <a:t>Learn probability distributions over language</a:t>
            </a:r>
          </a:p>
          <a:p>
            <a:pPr marL="285750" indent="-285750">
              <a:buFont typeface="Arial" panose="020B0604020202020204" pitchFamily="34" charset="0"/>
              <a:buChar char="•"/>
            </a:pPr>
            <a:r>
              <a:rPr lang="en-US" dirty="0"/>
              <a:t>Non-deterministic outputs (same input ≠ same output)</a:t>
            </a:r>
          </a:p>
          <a:p>
            <a:endParaRPr lang="en-US" dirty="0"/>
          </a:p>
        </p:txBody>
      </p:sp>
      <p:sp>
        <p:nvSpPr>
          <p:cNvPr id="6" name="Title 4">
            <a:extLst>
              <a:ext uri="{FF2B5EF4-FFF2-40B4-BE49-F238E27FC236}">
                <a16:creationId xmlns:a16="http://schemas.microsoft.com/office/drawing/2014/main" id="{DDB093FB-AA2A-182D-6672-E334FC58E494}"/>
              </a:ext>
            </a:extLst>
          </p:cNvPr>
          <p:cNvSpPr txBox="1">
            <a:spLocks/>
          </p:cNvSpPr>
          <p:nvPr/>
        </p:nvSpPr>
        <p:spPr>
          <a:xfrm>
            <a:off x="581348" y="950391"/>
            <a:ext cx="11184423" cy="555813"/>
          </a:xfrm>
          <a:prstGeom prst="rect">
            <a:avLst/>
          </a:prstGeom>
        </p:spPr>
        <p:txBody>
          <a:bodyPr vert="horz" lIns="0" tIns="0" rIns="0" bIns="0" rtlCol="0" anchor="t">
            <a:noAutofit/>
          </a:bodyPr>
          <a:lstStyle>
            <a:lvl1pPr algn="l" defTabSz="914400" rtl="0" eaLnBrk="1" latinLnBrk="0" hangingPunct="1">
              <a:lnSpc>
                <a:spcPct val="90000"/>
              </a:lnSpc>
              <a:spcBef>
                <a:spcPct val="0"/>
              </a:spcBef>
              <a:buNone/>
              <a:defRPr sz="3200" b="1" kern="1200" spc="-50" baseline="0">
                <a:solidFill>
                  <a:schemeClr val="tx1"/>
                </a:solidFill>
                <a:latin typeface="+mj-lt"/>
                <a:ea typeface="+mj-ea"/>
                <a:cs typeface="+mj-cs"/>
              </a:defRPr>
            </a:lvl1pPr>
          </a:lstStyle>
          <a:p>
            <a:r>
              <a:rPr lang="en-US" dirty="0"/>
              <a:t>What is a large language model (LLM)</a:t>
            </a:r>
          </a:p>
        </p:txBody>
      </p:sp>
      <p:sp>
        <p:nvSpPr>
          <p:cNvPr id="7" name="Text Placeholder 5">
            <a:extLst>
              <a:ext uri="{FF2B5EF4-FFF2-40B4-BE49-F238E27FC236}">
                <a16:creationId xmlns:a16="http://schemas.microsoft.com/office/drawing/2014/main" id="{87471FD3-21E3-B9DF-C87C-DE246FB698FC}"/>
              </a:ext>
            </a:extLst>
          </p:cNvPr>
          <p:cNvSpPr txBox="1">
            <a:spLocks/>
          </p:cNvSpPr>
          <p:nvPr/>
        </p:nvSpPr>
        <p:spPr>
          <a:xfrm>
            <a:off x="512064" y="421340"/>
            <a:ext cx="11184422" cy="295276"/>
          </a:xfrm>
          <a:prstGeom prst="rect">
            <a:avLst/>
          </a:prstGeom>
        </p:spPr>
        <p:txBody>
          <a:bodyPr lIns="0" tIns="0" rIns="0" bIns="0" anchor="b"/>
          <a:lstStyle>
            <a:defPPr>
              <a:defRPr lang="en-US"/>
            </a:defPPr>
            <a:lvl1pPr marL="0" algn="r" defTabSz="914400" rtl="0" eaLnBrk="1" latinLnBrk="0" hangingPunct="1">
              <a:defRPr lang="en-US" sz="1000" kern="1200" smtClean="0">
                <a:solidFill>
                  <a:schemeClr val="bg1">
                    <a:lumMod val="75000"/>
                  </a:schemeClr>
                </a:solidFill>
                <a:latin typeface="+mn-lt"/>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Introduction</a:t>
            </a:r>
            <a:endParaRPr lang="en-US" dirty="0"/>
          </a:p>
        </p:txBody>
      </p:sp>
      <p:sp>
        <p:nvSpPr>
          <p:cNvPr id="8" name="Text Placeholder 5">
            <a:extLst>
              <a:ext uri="{FF2B5EF4-FFF2-40B4-BE49-F238E27FC236}">
                <a16:creationId xmlns:a16="http://schemas.microsoft.com/office/drawing/2014/main" id="{B445DEBB-54EF-198E-EA64-7EB0A4977B03}"/>
              </a:ext>
            </a:extLst>
          </p:cNvPr>
          <p:cNvSpPr txBox="1">
            <a:spLocks/>
          </p:cNvSpPr>
          <p:nvPr/>
        </p:nvSpPr>
        <p:spPr>
          <a:xfrm>
            <a:off x="664464" y="573740"/>
            <a:ext cx="11184422" cy="295276"/>
          </a:xfrm>
          <a:prstGeom prst="rect">
            <a:avLst/>
          </a:prstGeom>
        </p:spPr>
        <p:txBody>
          <a:bodyPr lIns="0" tIns="0" rIns="0" bIns="0" anchor="b"/>
          <a:lstStyle>
            <a:defPPr>
              <a:defRPr lang="en-US"/>
            </a:defPPr>
            <a:lvl1pPr marL="0" algn="r" defTabSz="914400" rtl="0" eaLnBrk="1" latinLnBrk="0" hangingPunct="1">
              <a:defRPr lang="en-US" sz="1000" kern="1200" smtClean="0">
                <a:solidFill>
                  <a:schemeClr val="bg1">
                    <a:lumMod val="75000"/>
                  </a:schemeClr>
                </a:solidFill>
                <a:latin typeface="+mn-lt"/>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Introduction</a:t>
            </a:r>
            <a:endParaRPr lang="en-US" dirty="0"/>
          </a:p>
        </p:txBody>
      </p:sp>
      <p:pic>
        <p:nvPicPr>
          <p:cNvPr id="9" name="Picture 8">
            <a:extLst>
              <a:ext uri="{FF2B5EF4-FFF2-40B4-BE49-F238E27FC236}">
                <a16:creationId xmlns:a16="http://schemas.microsoft.com/office/drawing/2014/main" id="{2D3C6785-637D-33A4-D293-D3FAD5E9A342}"/>
              </a:ext>
            </a:extLst>
          </p:cNvPr>
          <p:cNvPicPr>
            <a:picLocks noChangeAspect="1"/>
          </p:cNvPicPr>
          <p:nvPr/>
        </p:nvPicPr>
        <p:blipFill>
          <a:blip r:embed="rId3"/>
          <a:stretch>
            <a:fillRect/>
          </a:stretch>
        </p:blipFill>
        <p:spPr>
          <a:xfrm>
            <a:off x="426228" y="275920"/>
            <a:ext cx="11339543" cy="53649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6870D87-7B7C-8507-B620-A99971953E78}"/>
              </a:ext>
            </a:extLst>
          </p:cNvPr>
          <p:cNvSpPr>
            <a:spLocks noGrp="1"/>
          </p:cNvSpPr>
          <p:nvPr>
            <p:ph type="sldNum" sz="quarter" idx="11"/>
          </p:nvPr>
        </p:nvSpPr>
        <p:spPr/>
        <p:txBody>
          <a:bodyPr/>
          <a:lstStyle/>
          <a:p>
            <a:fld id="{523A240F-EAFE-E84F-B44C-6D7A08E0E409}" type="slidenum">
              <a:rPr lang="en-US" smtClean="0"/>
              <a:t>4</a:t>
            </a:fld>
            <a:endParaRPr lang="en-US"/>
          </a:p>
        </p:txBody>
      </p:sp>
      <p:sp>
        <p:nvSpPr>
          <p:cNvPr id="3" name="Footer Placeholder 2">
            <a:extLst>
              <a:ext uri="{FF2B5EF4-FFF2-40B4-BE49-F238E27FC236}">
                <a16:creationId xmlns:a16="http://schemas.microsoft.com/office/drawing/2014/main" id="{873818DA-0F32-6884-E1FF-87A9C056BCF3}"/>
              </a:ext>
            </a:extLst>
          </p:cNvPr>
          <p:cNvSpPr>
            <a:spLocks noGrp="1"/>
          </p:cNvSpPr>
          <p:nvPr>
            <p:ph type="ftr" sz="quarter" idx="10"/>
          </p:nvPr>
        </p:nvSpPr>
        <p:spPr/>
        <p:txBody>
          <a:bodyPr/>
          <a:lstStyle/>
          <a:p>
            <a:r>
              <a:rPr lang="en-US"/>
              <a:t>MSK Confidential — do not distribute</a:t>
            </a:r>
          </a:p>
        </p:txBody>
      </p:sp>
      <p:sp>
        <p:nvSpPr>
          <p:cNvPr id="4" name="Text Placeholder 3">
            <a:extLst>
              <a:ext uri="{FF2B5EF4-FFF2-40B4-BE49-F238E27FC236}">
                <a16:creationId xmlns:a16="http://schemas.microsoft.com/office/drawing/2014/main" id="{7F120752-8F4E-5A9B-1BC8-BDFB3DE47905}"/>
              </a:ext>
            </a:extLst>
          </p:cNvPr>
          <p:cNvSpPr>
            <a:spLocks noGrp="1"/>
          </p:cNvSpPr>
          <p:nvPr>
            <p:ph type="body" sz="half" idx="2"/>
          </p:nvPr>
        </p:nvSpPr>
        <p:spPr/>
        <p:txBody>
          <a:bodyPr/>
          <a:lstStyle/>
          <a:p>
            <a:endParaRPr lang="en-US" dirty="0"/>
          </a:p>
        </p:txBody>
      </p:sp>
      <p:sp>
        <p:nvSpPr>
          <p:cNvPr id="5" name="Title 4">
            <a:extLst>
              <a:ext uri="{FF2B5EF4-FFF2-40B4-BE49-F238E27FC236}">
                <a16:creationId xmlns:a16="http://schemas.microsoft.com/office/drawing/2014/main" id="{A5EE09DA-EA0D-2E24-41FB-87D9DE0607DD}"/>
              </a:ext>
            </a:extLst>
          </p:cNvPr>
          <p:cNvSpPr>
            <a:spLocks noGrp="1"/>
          </p:cNvSpPr>
          <p:nvPr>
            <p:ph type="title"/>
          </p:nvPr>
        </p:nvSpPr>
        <p:spPr>
          <a:xfrm>
            <a:off x="503788" y="930793"/>
            <a:ext cx="11184423" cy="555813"/>
          </a:xfrm>
        </p:spPr>
        <p:txBody>
          <a:bodyPr/>
          <a:lstStyle/>
          <a:p>
            <a:r>
              <a:rPr lang="en-US" dirty="0"/>
              <a:t>Prior Research</a:t>
            </a:r>
          </a:p>
        </p:txBody>
      </p:sp>
      <p:sp>
        <p:nvSpPr>
          <p:cNvPr id="6" name="Text Placeholder 5">
            <a:extLst>
              <a:ext uri="{FF2B5EF4-FFF2-40B4-BE49-F238E27FC236}">
                <a16:creationId xmlns:a16="http://schemas.microsoft.com/office/drawing/2014/main" id="{AA0D6D0A-25AC-2876-1550-748CF46B69B7}"/>
              </a:ext>
            </a:extLst>
          </p:cNvPr>
          <p:cNvSpPr>
            <a:spLocks noGrp="1"/>
          </p:cNvSpPr>
          <p:nvPr>
            <p:ph type="body" idx="12"/>
          </p:nvPr>
        </p:nvSpPr>
        <p:spPr/>
        <p:txBody>
          <a:bodyPr/>
          <a:lstStyle/>
          <a:p>
            <a:r>
              <a:rPr lang="en-US" dirty="0"/>
              <a:t>Introduction</a:t>
            </a:r>
          </a:p>
        </p:txBody>
      </p:sp>
      <p:sp>
        <p:nvSpPr>
          <p:cNvPr id="7" name="Content Placeholder 6">
            <a:extLst>
              <a:ext uri="{FF2B5EF4-FFF2-40B4-BE49-F238E27FC236}">
                <a16:creationId xmlns:a16="http://schemas.microsoft.com/office/drawing/2014/main" id="{D1E179AB-4DCE-FE24-6134-703A253C4539}"/>
              </a:ext>
            </a:extLst>
          </p:cNvPr>
          <p:cNvSpPr>
            <a:spLocks noGrp="1"/>
          </p:cNvSpPr>
          <p:nvPr>
            <p:ph idx="1"/>
          </p:nvPr>
        </p:nvSpPr>
        <p:spPr>
          <a:xfrm>
            <a:off x="512064" y="1700783"/>
            <a:ext cx="11184422" cy="5157217"/>
          </a:xfrm>
        </p:spPr>
        <p:txBody>
          <a:bodyPr/>
          <a:lstStyle/>
          <a:p>
            <a:pPr lvl="0" eaLnBrk="0" fontAlgn="base" hangingPunct="0">
              <a:spcBef>
                <a:spcPct val="0"/>
              </a:spcBef>
              <a:spcAft>
                <a:spcPct val="0"/>
              </a:spcAft>
            </a:pPr>
            <a:r>
              <a:rPr lang="en-US" altLang="en-US" dirty="0">
                <a:solidFill>
                  <a:schemeClr val="tx2"/>
                </a:solidFill>
                <a:latin typeface="Arial" panose="020B0604020202020204" pitchFamily="34" charset="0"/>
              </a:rPr>
              <a:t>LLMs have shown efficacy in clinical summarization tasks</a:t>
            </a:r>
          </a:p>
          <a:p>
            <a:pPr lvl="0" eaLnBrk="0" fontAlgn="base" hangingPunct="0">
              <a:spcBef>
                <a:spcPct val="0"/>
              </a:spcBef>
              <a:spcAft>
                <a:spcPct val="0"/>
              </a:spcAft>
            </a:pPr>
            <a:r>
              <a:rPr lang="en-US" altLang="en-US" dirty="0">
                <a:solidFill>
                  <a:schemeClr val="tx2"/>
                </a:solidFill>
                <a:latin typeface="Arial" panose="020B0604020202020204" pitchFamily="34" charset="0"/>
              </a:rPr>
              <a:t>- Performance comparable to clinicians</a:t>
            </a:r>
            <a:br>
              <a:rPr lang="en-US" altLang="en-US" dirty="0">
                <a:solidFill>
                  <a:schemeClr val="tx2"/>
                </a:solidFill>
                <a:latin typeface="Arial" panose="020B0604020202020204" pitchFamily="34" charset="0"/>
              </a:rPr>
            </a:br>
            <a:r>
              <a:rPr lang="en-US" altLang="en-US" i="1" dirty="0">
                <a:solidFill>
                  <a:schemeClr val="tx2"/>
                </a:solidFill>
                <a:latin typeface="Arial" panose="020B0604020202020204" pitchFamily="34" charset="0"/>
              </a:rPr>
              <a:t>(Van Veen et al., 2023)</a:t>
            </a:r>
            <a:r>
              <a:rPr lang="en-US" altLang="en-US" dirty="0">
                <a:solidFill>
                  <a:schemeClr val="tx2"/>
                </a:solidFill>
                <a:latin typeface="Arial" panose="020B0604020202020204" pitchFamily="34" charset="0"/>
              </a:rPr>
              <a:t> </a:t>
            </a:r>
          </a:p>
          <a:p>
            <a:pPr marL="0" lvl="1" indent="0">
              <a:buNone/>
            </a:pPr>
            <a:endParaRPr lang="en-US" dirty="0"/>
          </a:p>
          <a:p>
            <a:pPr marL="0" lvl="1" indent="0">
              <a:buNone/>
            </a:pPr>
            <a:r>
              <a:rPr lang="en-US" dirty="0"/>
              <a:t>Prior to clinical deployment, safety and reliability of the model must be evaluated yet evidence supporting use in surgical oncology workflows is scarce</a:t>
            </a:r>
          </a:p>
          <a:p>
            <a:pPr lvl="1">
              <a:buFontTx/>
              <a:buChar char="-"/>
            </a:pPr>
            <a:r>
              <a:rPr lang="en-US" dirty="0"/>
              <a:t>Involves assessing model consistency and failure modes, particularly in edge cases</a:t>
            </a:r>
          </a:p>
          <a:p>
            <a:pPr lvl="1">
              <a:buFontTx/>
              <a:buChar char="-"/>
            </a:pPr>
            <a:endParaRPr lang="en-US" dirty="0"/>
          </a:p>
          <a:p>
            <a:pPr marL="0" lvl="1" indent="0">
              <a:buNone/>
            </a:pPr>
            <a:r>
              <a:rPr lang="en-US" dirty="0"/>
              <a:t>Primary safety risk is that of hallucination or fabrication, which involves reporting data that is not supported by clinical documentation</a:t>
            </a:r>
          </a:p>
          <a:p>
            <a:pPr lvl="1">
              <a:buFontTx/>
              <a:buChar char="-"/>
            </a:pPr>
            <a:r>
              <a:rPr lang="en-US" dirty="0"/>
              <a:t>Approaches to mitigation may include (</a:t>
            </a:r>
            <a:r>
              <a:rPr lang="en-US" dirty="0" err="1"/>
              <a:t>Pulkundwar</a:t>
            </a:r>
            <a:r>
              <a:rPr lang="en-US" dirty="0"/>
              <a:t> et al., 2025, Zeba et al, 2025, Gerner et al, 2025):</a:t>
            </a:r>
          </a:p>
          <a:p>
            <a:pPr lvl="2">
              <a:buFontTx/>
              <a:buChar char="-"/>
            </a:pPr>
            <a:r>
              <a:rPr lang="en-US" dirty="0"/>
              <a:t>Fine tuning of feature weights and parameters</a:t>
            </a:r>
          </a:p>
          <a:p>
            <a:pPr lvl="2">
              <a:buFontTx/>
              <a:buChar char="-"/>
            </a:pPr>
            <a:r>
              <a:rPr lang="en-US" dirty="0"/>
              <a:t>Reinforcement learning with or without human feedback</a:t>
            </a:r>
          </a:p>
          <a:p>
            <a:pPr lvl="2">
              <a:buFontTx/>
              <a:buChar char="-"/>
            </a:pPr>
            <a:r>
              <a:rPr lang="en-US" dirty="0"/>
              <a:t>Prompt engineering including guardrails and specified structure of outputs</a:t>
            </a:r>
          </a:p>
          <a:p>
            <a:pPr lvl="2">
              <a:buFontTx/>
              <a:buChar char="-"/>
            </a:pPr>
            <a:r>
              <a:rPr lang="en-US" dirty="0"/>
              <a:t>RAG frameworks and context grounding with verification of values extracted </a:t>
            </a:r>
          </a:p>
          <a:p>
            <a:pPr lvl="2">
              <a:buFontTx/>
              <a:buChar char="-"/>
            </a:pPr>
            <a:r>
              <a:rPr lang="en-US" dirty="0"/>
              <a:t>Self-consistency checks</a:t>
            </a:r>
          </a:p>
        </p:txBody>
      </p:sp>
    </p:spTree>
    <p:extLst>
      <p:ext uri="{BB962C8B-B14F-4D97-AF65-F5344CB8AC3E}">
        <p14:creationId xmlns:p14="http://schemas.microsoft.com/office/powerpoint/2010/main" val="20173978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84AAB01-981E-19E1-859B-43F603B1D133}"/>
              </a:ext>
            </a:extLst>
          </p:cNvPr>
          <p:cNvSpPr>
            <a:spLocks noGrp="1"/>
          </p:cNvSpPr>
          <p:nvPr>
            <p:ph type="sldNum" sz="quarter" idx="11"/>
          </p:nvPr>
        </p:nvSpPr>
        <p:spPr/>
        <p:txBody>
          <a:bodyPr/>
          <a:lstStyle/>
          <a:p>
            <a:fld id="{523A240F-EAFE-E84F-B44C-6D7A08E0E409}" type="slidenum">
              <a:rPr lang="en-US" smtClean="0"/>
              <a:t>5</a:t>
            </a:fld>
            <a:endParaRPr lang="en-US"/>
          </a:p>
        </p:txBody>
      </p:sp>
      <p:sp>
        <p:nvSpPr>
          <p:cNvPr id="3" name="Footer Placeholder 2">
            <a:extLst>
              <a:ext uri="{FF2B5EF4-FFF2-40B4-BE49-F238E27FC236}">
                <a16:creationId xmlns:a16="http://schemas.microsoft.com/office/drawing/2014/main" id="{3D68A49C-0B3F-4222-E506-898C9AACF06B}"/>
              </a:ext>
            </a:extLst>
          </p:cNvPr>
          <p:cNvSpPr>
            <a:spLocks noGrp="1"/>
          </p:cNvSpPr>
          <p:nvPr>
            <p:ph type="ftr" sz="quarter" idx="10"/>
          </p:nvPr>
        </p:nvSpPr>
        <p:spPr/>
        <p:txBody>
          <a:bodyPr/>
          <a:lstStyle/>
          <a:p>
            <a:r>
              <a:rPr lang="en-US"/>
              <a:t>MSK Confidential — do not distribute</a:t>
            </a:r>
          </a:p>
        </p:txBody>
      </p:sp>
      <p:sp>
        <p:nvSpPr>
          <p:cNvPr id="4" name="Text Placeholder 3">
            <a:extLst>
              <a:ext uri="{FF2B5EF4-FFF2-40B4-BE49-F238E27FC236}">
                <a16:creationId xmlns:a16="http://schemas.microsoft.com/office/drawing/2014/main" id="{0ECE606D-A2B7-C6EF-6AEE-8970274207DD}"/>
              </a:ext>
            </a:extLst>
          </p:cNvPr>
          <p:cNvSpPr>
            <a:spLocks noGrp="1"/>
          </p:cNvSpPr>
          <p:nvPr>
            <p:ph type="body" sz="half" idx="2"/>
          </p:nvPr>
        </p:nvSpPr>
        <p:spPr/>
        <p:txBody>
          <a:bodyPr/>
          <a:lstStyle/>
          <a:p>
            <a:r>
              <a:rPr lang="en-US" b="1" dirty="0"/>
              <a:t>Toward Clinical-Grade Evaluation of Large Language Models</a:t>
            </a:r>
          </a:p>
          <a:p>
            <a:endParaRPr lang="en-US" dirty="0"/>
          </a:p>
        </p:txBody>
      </p:sp>
      <p:sp>
        <p:nvSpPr>
          <p:cNvPr id="5" name="Title 4">
            <a:extLst>
              <a:ext uri="{FF2B5EF4-FFF2-40B4-BE49-F238E27FC236}">
                <a16:creationId xmlns:a16="http://schemas.microsoft.com/office/drawing/2014/main" id="{DFCF1373-476F-EF0A-9E2B-6A47BBE67C9A}"/>
              </a:ext>
            </a:extLst>
          </p:cNvPr>
          <p:cNvSpPr>
            <a:spLocks noGrp="1"/>
          </p:cNvSpPr>
          <p:nvPr>
            <p:ph type="title"/>
          </p:nvPr>
        </p:nvSpPr>
        <p:spPr>
          <a:xfrm>
            <a:off x="512064" y="1014983"/>
            <a:ext cx="11184423" cy="914400"/>
          </a:xfrm>
        </p:spPr>
        <p:txBody>
          <a:bodyPr/>
          <a:lstStyle/>
          <a:p>
            <a:r>
              <a:rPr lang="en-US" dirty="0"/>
              <a:t>Shortcomings in the literature</a:t>
            </a:r>
          </a:p>
        </p:txBody>
      </p:sp>
      <p:sp>
        <p:nvSpPr>
          <p:cNvPr id="6" name="Content Placeholder 5">
            <a:extLst>
              <a:ext uri="{FF2B5EF4-FFF2-40B4-BE49-F238E27FC236}">
                <a16:creationId xmlns:a16="http://schemas.microsoft.com/office/drawing/2014/main" id="{1A20FB51-9C40-6216-A920-6D8A2CA4867F}"/>
              </a:ext>
            </a:extLst>
          </p:cNvPr>
          <p:cNvSpPr>
            <a:spLocks noGrp="1"/>
          </p:cNvSpPr>
          <p:nvPr>
            <p:ph idx="1"/>
          </p:nvPr>
        </p:nvSpPr>
        <p:spPr/>
        <p:txBody>
          <a:bodyPr/>
          <a:lstStyle/>
          <a:p>
            <a:pPr lvl="1"/>
            <a:r>
              <a:rPr lang="en-US" dirty="0"/>
              <a:t>Limited studies evaluating performance and safety as compared to humans of LLMs used in summarizing preoperative breast cancer workup </a:t>
            </a:r>
          </a:p>
          <a:p>
            <a:pPr lvl="1"/>
            <a:r>
              <a:rPr lang="en-US" dirty="0"/>
              <a:t>Limited studies assessing the modes of model failure specifically within breast surgical oncology and their mitigation</a:t>
            </a:r>
          </a:p>
        </p:txBody>
      </p:sp>
      <p:pic>
        <p:nvPicPr>
          <p:cNvPr id="10" name="Picture 9">
            <a:extLst>
              <a:ext uri="{FF2B5EF4-FFF2-40B4-BE49-F238E27FC236}">
                <a16:creationId xmlns:a16="http://schemas.microsoft.com/office/drawing/2014/main" id="{3D4C2ADC-A864-6B12-952E-037CFD91F4AD}"/>
              </a:ext>
            </a:extLst>
          </p:cNvPr>
          <p:cNvPicPr>
            <a:picLocks noChangeAspect="1"/>
          </p:cNvPicPr>
          <p:nvPr/>
        </p:nvPicPr>
        <p:blipFill>
          <a:blip r:embed="rId2"/>
          <a:stretch>
            <a:fillRect/>
          </a:stretch>
        </p:blipFill>
        <p:spPr>
          <a:xfrm>
            <a:off x="340393" y="478489"/>
            <a:ext cx="11339543" cy="536494"/>
          </a:xfrm>
          <a:prstGeom prst="rect">
            <a:avLst/>
          </a:prstGeom>
        </p:spPr>
      </p:pic>
    </p:spTree>
    <p:extLst>
      <p:ext uri="{BB962C8B-B14F-4D97-AF65-F5344CB8AC3E}">
        <p14:creationId xmlns:p14="http://schemas.microsoft.com/office/powerpoint/2010/main" val="2473619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4A3BE6B-0FB7-5391-DA39-0B6F87D2CC98}"/>
              </a:ext>
            </a:extLst>
          </p:cNvPr>
          <p:cNvSpPr>
            <a:spLocks noGrp="1"/>
          </p:cNvSpPr>
          <p:nvPr>
            <p:ph type="sldNum" sz="quarter" idx="11"/>
          </p:nvPr>
        </p:nvSpPr>
        <p:spPr/>
        <p:txBody>
          <a:bodyPr/>
          <a:lstStyle/>
          <a:p>
            <a:fld id="{523A240F-EAFE-E84F-B44C-6D7A08E0E409}" type="slidenum">
              <a:rPr lang="en-US" smtClean="0"/>
              <a:t>6</a:t>
            </a:fld>
            <a:endParaRPr lang="en-US"/>
          </a:p>
        </p:txBody>
      </p:sp>
      <p:sp>
        <p:nvSpPr>
          <p:cNvPr id="3" name="Footer Placeholder 2">
            <a:extLst>
              <a:ext uri="{FF2B5EF4-FFF2-40B4-BE49-F238E27FC236}">
                <a16:creationId xmlns:a16="http://schemas.microsoft.com/office/drawing/2014/main" id="{3E27DC1F-F610-E318-3236-AE07D983FDF2}"/>
              </a:ext>
            </a:extLst>
          </p:cNvPr>
          <p:cNvSpPr>
            <a:spLocks noGrp="1"/>
          </p:cNvSpPr>
          <p:nvPr>
            <p:ph type="ftr" sz="quarter" idx="10"/>
          </p:nvPr>
        </p:nvSpPr>
        <p:spPr/>
        <p:txBody>
          <a:bodyPr/>
          <a:lstStyle/>
          <a:p>
            <a:r>
              <a:rPr lang="en-US"/>
              <a:t>MSK Confidential — do not distribute</a:t>
            </a:r>
          </a:p>
        </p:txBody>
      </p:sp>
      <p:sp>
        <p:nvSpPr>
          <p:cNvPr id="4" name="Text Placeholder 3">
            <a:extLst>
              <a:ext uri="{FF2B5EF4-FFF2-40B4-BE49-F238E27FC236}">
                <a16:creationId xmlns:a16="http://schemas.microsoft.com/office/drawing/2014/main" id="{137A6805-E095-BE12-A814-6E6C0D16F019}"/>
              </a:ext>
            </a:extLst>
          </p:cNvPr>
          <p:cNvSpPr>
            <a:spLocks noGrp="1"/>
          </p:cNvSpPr>
          <p:nvPr>
            <p:ph type="body" sz="half" idx="2"/>
          </p:nvPr>
        </p:nvSpPr>
        <p:spPr/>
        <p:txBody>
          <a:bodyPr/>
          <a:lstStyle/>
          <a:p>
            <a:endParaRPr lang="en-US"/>
          </a:p>
        </p:txBody>
      </p:sp>
      <p:sp>
        <p:nvSpPr>
          <p:cNvPr id="5" name="Title 4">
            <a:extLst>
              <a:ext uri="{FF2B5EF4-FFF2-40B4-BE49-F238E27FC236}">
                <a16:creationId xmlns:a16="http://schemas.microsoft.com/office/drawing/2014/main" id="{8774CE1A-1313-B9BA-6F15-A8CDA4E2E391}"/>
              </a:ext>
            </a:extLst>
          </p:cNvPr>
          <p:cNvSpPr>
            <a:spLocks noGrp="1"/>
          </p:cNvSpPr>
          <p:nvPr>
            <p:ph type="title"/>
          </p:nvPr>
        </p:nvSpPr>
        <p:spPr>
          <a:xfrm>
            <a:off x="503788" y="1008667"/>
            <a:ext cx="11184423" cy="555813"/>
          </a:xfrm>
        </p:spPr>
        <p:txBody>
          <a:bodyPr/>
          <a:lstStyle/>
          <a:p>
            <a:r>
              <a:rPr lang="en-US" dirty="0"/>
              <a:t>Addressing the gap</a:t>
            </a:r>
          </a:p>
        </p:txBody>
      </p:sp>
      <p:sp>
        <p:nvSpPr>
          <p:cNvPr id="6" name="Text Placeholder 5">
            <a:extLst>
              <a:ext uri="{FF2B5EF4-FFF2-40B4-BE49-F238E27FC236}">
                <a16:creationId xmlns:a16="http://schemas.microsoft.com/office/drawing/2014/main" id="{E099692C-AAFC-BF6D-9F30-5F6199C50B23}"/>
              </a:ext>
            </a:extLst>
          </p:cNvPr>
          <p:cNvSpPr>
            <a:spLocks noGrp="1"/>
          </p:cNvSpPr>
          <p:nvPr>
            <p:ph type="body" idx="12"/>
          </p:nvPr>
        </p:nvSpPr>
        <p:spPr/>
        <p:txBody>
          <a:bodyPr/>
          <a:lstStyle/>
          <a:p>
            <a:r>
              <a:rPr lang="en-US" dirty="0"/>
              <a:t>Introduction</a:t>
            </a:r>
          </a:p>
        </p:txBody>
      </p:sp>
      <p:sp>
        <p:nvSpPr>
          <p:cNvPr id="9" name="Content Placeholder 8">
            <a:extLst>
              <a:ext uri="{FF2B5EF4-FFF2-40B4-BE49-F238E27FC236}">
                <a16:creationId xmlns:a16="http://schemas.microsoft.com/office/drawing/2014/main" id="{DE6EB34F-29C5-E6D9-D407-7CF93F51B476}"/>
              </a:ext>
            </a:extLst>
          </p:cNvPr>
          <p:cNvSpPr>
            <a:spLocks noGrp="1"/>
          </p:cNvSpPr>
          <p:nvPr>
            <p:ph idx="1"/>
          </p:nvPr>
        </p:nvSpPr>
        <p:spPr/>
        <p:txBody>
          <a:bodyPr/>
          <a:lstStyle/>
          <a:p>
            <a:r>
              <a:rPr lang="en-US" dirty="0"/>
              <a:t>We assess efficacy and safety of large language model to generate structured preoperative summaries of breast cancer patients  from radiologic and pathologic reports, as compared to humans. </a:t>
            </a:r>
          </a:p>
          <a:p>
            <a:endParaRPr lang="en-US" dirty="0"/>
          </a:p>
          <a:p>
            <a:r>
              <a:rPr lang="en-US" dirty="0"/>
              <a:t>We then assess and address the causes of model hallucination using prompt engineering and context</a:t>
            </a:r>
          </a:p>
        </p:txBody>
      </p:sp>
    </p:spTree>
    <p:extLst>
      <p:ext uri="{BB962C8B-B14F-4D97-AF65-F5344CB8AC3E}">
        <p14:creationId xmlns:p14="http://schemas.microsoft.com/office/powerpoint/2010/main" val="33517179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E58805A-5709-93DC-BA76-C9A43699DA57}"/>
              </a:ext>
            </a:extLst>
          </p:cNvPr>
          <p:cNvSpPr>
            <a:spLocks noGrp="1"/>
          </p:cNvSpPr>
          <p:nvPr>
            <p:ph type="sldNum" sz="quarter" idx="11"/>
          </p:nvPr>
        </p:nvSpPr>
        <p:spPr/>
        <p:txBody>
          <a:bodyPr/>
          <a:lstStyle/>
          <a:p>
            <a:fld id="{523A240F-EAFE-E84F-B44C-6D7A08E0E409}" type="slidenum">
              <a:rPr lang="en-US" smtClean="0"/>
              <a:t>7</a:t>
            </a:fld>
            <a:endParaRPr lang="en-US"/>
          </a:p>
        </p:txBody>
      </p:sp>
      <p:sp>
        <p:nvSpPr>
          <p:cNvPr id="3" name="Footer Placeholder 2">
            <a:extLst>
              <a:ext uri="{FF2B5EF4-FFF2-40B4-BE49-F238E27FC236}">
                <a16:creationId xmlns:a16="http://schemas.microsoft.com/office/drawing/2014/main" id="{2BEEA97C-2C8C-6ABD-09B2-DEE1EA250825}"/>
              </a:ext>
            </a:extLst>
          </p:cNvPr>
          <p:cNvSpPr>
            <a:spLocks noGrp="1"/>
          </p:cNvSpPr>
          <p:nvPr>
            <p:ph type="ftr" sz="quarter" idx="10"/>
          </p:nvPr>
        </p:nvSpPr>
        <p:spPr/>
        <p:txBody>
          <a:bodyPr/>
          <a:lstStyle/>
          <a:p>
            <a:r>
              <a:rPr lang="en-US"/>
              <a:t>MSK Confidential — do not distribute</a:t>
            </a:r>
          </a:p>
        </p:txBody>
      </p:sp>
      <p:sp>
        <p:nvSpPr>
          <p:cNvPr id="4" name="Text Placeholder 3">
            <a:extLst>
              <a:ext uri="{FF2B5EF4-FFF2-40B4-BE49-F238E27FC236}">
                <a16:creationId xmlns:a16="http://schemas.microsoft.com/office/drawing/2014/main" id="{79B750C4-67C1-5AE5-3BC6-9D0AAC6DCAC8}"/>
              </a:ext>
            </a:extLst>
          </p:cNvPr>
          <p:cNvSpPr>
            <a:spLocks noGrp="1"/>
          </p:cNvSpPr>
          <p:nvPr>
            <p:ph type="body" sz="half" idx="2"/>
          </p:nvPr>
        </p:nvSpPr>
        <p:spPr/>
        <p:txBody>
          <a:bodyPr/>
          <a:lstStyle/>
          <a:p>
            <a:endParaRPr lang="en-US"/>
          </a:p>
        </p:txBody>
      </p:sp>
      <p:sp>
        <p:nvSpPr>
          <p:cNvPr id="5" name="Title 4">
            <a:extLst>
              <a:ext uri="{FF2B5EF4-FFF2-40B4-BE49-F238E27FC236}">
                <a16:creationId xmlns:a16="http://schemas.microsoft.com/office/drawing/2014/main" id="{81B5C1EE-B6C1-6E6E-C8AB-754E1036F841}"/>
              </a:ext>
            </a:extLst>
          </p:cNvPr>
          <p:cNvSpPr>
            <a:spLocks noGrp="1"/>
          </p:cNvSpPr>
          <p:nvPr>
            <p:ph type="title"/>
          </p:nvPr>
        </p:nvSpPr>
        <p:spPr>
          <a:xfrm>
            <a:off x="512064" y="961775"/>
            <a:ext cx="11184423" cy="555813"/>
          </a:xfrm>
        </p:spPr>
        <p:txBody>
          <a:bodyPr/>
          <a:lstStyle/>
          <a:p>
            <a:r>
              <a:rPr lang="en-US" dirty="0"/>
              <a:t>Study Question and Aims</a:t>
            </a:r>
          </a:p>
        </p:txBody>
      </p:sp>
      <p:sp>
        <p:nvSpPr>
          <p:cNvPr id="6" name="Text Placeholder 5">
            <a:extLst>
              <a:ext uri="{FF2B5EF4-FFF2-40B4-BE49-F238E27FC236}">
                <a16:creationId xmlns:a16="http://schemas.microsoft.com/office/drawing/2014/main" id="{A3EE5A0A-BF27-6465-BA87-2E72DEB9117A}"/>
              </a:ext>
            </a:extLst>
          </p:cNvPr>
          <p:cNvSpPr>
            <a:spLocks noGrp="1"/>
          </p:cNvSpPr>
          <p:nvPr>
            <p:ph type="body" idx="12"/>
          </p:nvPr>
        </p:nvSpPr>
        <p:spPr/>
        <p:txBody>
          <a:bodyPr/>
          <a:lstStyle/>
          <a:p>
            <a:r>
              <a:rPr lang="en-US" dirty="0"/>
              <a:t>Objectives</a:t>
            </a:r>
          </a:p>
        </p:txBody>
      </p:sp>
      <p:sp>
        <p:nvSpPr>
          <p:cNvPr id="7" name="Content Placeholder 6">
            <a:extLst>
              <a:ext uri="{FF2B5EF4-FFF2-40B4-BE49-F238E27FC236}">
                <a16:creationId xmlns:a16="http://schemas.microsoft.com/office/drawing/2014/main" id="{E1FC1D69-CFDF-CF80-B26B-59D0F7616800}"/>
              </a:ext>
            </a:extLst>
          </p:cNvPr>
          <p:cNvSpPr>
            <a:spLocks noGrp="1"/>
          </p:cNvSpPr>
          <p:nvPr>
            <p:ph idx="1"/>
          </p:nvPr>
        </p:nvSpPr>
        <p:spPr/>
        <p:txBody>
          <a:bodyPr/>
          <a:lstStyle/>
          <a:p>
            <a:r>
              <a:rPr lang="en-US" b="1" dirty="0"/>
              <a:t>Primary Question</a:t>
            </a:r>
          </a:p>
          <a:p>
            <a:r>
              <a:rPr lang="en-US" dirty="0"/>
              <a:t>Can LLMs accurately and safely generate structured preoperative breast cancer summaries compared to human clinicians? </a:t>
            </a:r>
          </a:p>
          <a:p>
            <a:r>
              <a:rPr lang="en-US" b="1" dirty="0"/>
              <a:t>Hypothesis</a:t>
            </a:r>
          </a:p>
          <a:p>
            <a:r>
              <a:rPr lang="en-US" dirty="0"/>
              <a:t>LLM-generated summaries can achieve high accuracy with improved safety using prompt engineering and evidence-based grounding </a:t>
            </a:r>
          </a:p>
          <a:p>
            <a:endParaRPr lang="en-US" dirty="0"/>
          </a:p>
          <a:p>
            <a:r>
              <a:rPr lang="en-US" b="1" dirty="0"/>
              <a:t>Exploratory Aim</a:t>
            </a:r>
          </a:p>
          <a:p>
            <a:r>
              <a:rPr lang="en-US" dirty="0"/>
              <a:t>Evaluate the effect of prompt design (zero-shot vs structured with guardrails) on fabrication rate</a:t>
            </a:r>
          </a:p>
          <a:p>
            <a:endParaRPr lang="en-US" dirty="0"/>
          </a:p>
          <a:p>
            <a:endParaRPr lang="en-US" dirty="0"/>
          </a:p>
        </p:txBody>
      </p:sp>
    </p:spTree>
    <p:extLst>
      <p:ext uri="{BB962C8B-B14F-4D97-AF65-F5344CB8AC3E}">
        <p14:creationId xmlns:p14="http://schemas.microsoft.com/office/powerpoint/2010/main" val="12812925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CC60504-9D9D-D1C0-7A0A-8E9DB2CD45FA}"/>
              </a:ext>
            </a:extLst>
          </p:cNvPr>
          <p:cNvSpPr>
            <a:spLocks noGrp="1"/>
          </p:cNvSpPr>
          <p:nvPr>
            <p:ph type="sldNum" sz="quarter" idx="11"/>
          </p:nvPr>
        </p:nvSpPr>
        <p:spPr/>
        <p:txBody>
          <a:bodyPr/>
          <a:lstStyle/>
          <a:p>
            <a:fld id="{523A240F-EAFE-E84F-B44C-6D7A08E0E409}" type="slidenum">
              <a:rPr lang="en-US" smtClean="0"/>
              <a:t>8</a:t>
            </a:fld>
            <a:endParaRPr lang="en-US"/>
          </a:p>
        </p:txBody>
      </p:sp>
      <p:sp>
        <p:nvSpPr>
          <p:cNvPr id="3" name="Footer Placeholder 2">
            <a:extLst>
              <a:ext uri="{FF2B5EF4-FFF2-40B4-BE49-F238E27FC236}">
                <a16:creationId xmlns:a16="http://schemas.microsoft.com/office/drawing/2014/main" id="{A621EA30-C86E-D3E2-8E63-A8B7A3642600}"/>
              </a:ext>
            </a:extLst>
          </p:cNvPr>
          <p:cNvSpPr>
            <a:spLocks noGrp="1"/>
          </p:cNvSpPr>
          <p:nvPr>
            <p:ph type="ftr" sz="quarter" idx="10"/>
          </p:nvPr>
        </p:nvSpPr>
        <p:spPr/>
        <p:txBody>
          <a:bodyPr/>
          <a:lstStyle/>
          <a:p>
            <a:r>
              <a:rPr lang="en-US"/>
              <a:t>MSK Confidential — do not distribute</a:t>
            </a:r>
          </a:p>
        </p:txBody>
      </p:sp>
      <p:sp>
        <p:nvSpPr>
          <p:cNvPr id="4" name="Text Placeholder 3">
            <a:extLst>
              <a:ext uri="{FF2B5EF4-FFF2-40B4-BE49-F238E27FC236}">
                <a16:creationId xmlns:a16="http://schemas.microsoft.com/office/drawing/2014/main" id="{4C971D12-24D7-3C65-57B0-91A335AB4324}"/>
              </a:ext>
            </a:extLst>
          </p:cNvPr>
          <p:cNvSpPr>
            <a:spLocks noGrp="1"/>
          </p:cNvSpPr>
          <p:nvPr>
            <p:ph type="body" sz="half" idx="2"/>
          </p:nvPr>
        </p:nvSpPr>
        <p:spPr/>
        <p:txBody>
          <a:bodyPr/>
          <a:lstStyle/>
          <a:p>
            <a:endParaRPr lang="en-US"/>
          </a:p>
        </p:txBody>
      </p:sp>
      <p:sp>
        <p:nvSpPr>
          <p:cNvPr id="5" name="Title 4">
            <a:extLst>
              <a:ext uri="{FF2B5EF4-FFF2-40B4-BE49-F238E27FC236}">
                <a16:creationId xmlns:a16="http://schemas.microsoft.com/office/drawing/2014/main" id="{761BCCBB-336B-9D2F-07F2-609FC1D67EA0}"/>
              </a:ext>
            </a:extLst>
          </p:cNvPr>
          <p:cNvSpPr>
            <a:spLocks noGrp="1"/>
          </p:cNvSpPr>
          <p:nvPr>
            <p:ph type="title"/>
          </p:nvPr>
        </p:nvSpPr>
        <p:spPr/>
        <p:txBody>
          <a:bodyPr/>
          <a:lstStyle/>
          <a:p>
            <a:r>
              <a:rPr lang="en-US" dirty="0"/>
              <a:t>Project Framework</a:t>
            </a:r>
          </a:p>
        </p:txBody>
      </p:sp>
      <p:sp>
        <p:nvSpPr>
          <p:cNvPr id="6" name="Text Placeholder 5">
            <a:extLst>
              <a:ext uri="{FF2B5EF4-FFF2-40B4-BE49-F238E27FC236}">
                <a16:creationId xmlns:a16="http://schemas.microsoft.com/office/drawing/2014/main" id="{C9711CFE-C9EA-43FA-48DE-97C0F9516709}"/>
              </a:ext>
            </a:extLst>
          </p:cNvPr>
          <p:cNvSpPr>
            <a:spLocks noGrp="1"/>
          </p:cNvSpPr>
          <p:nvPr>
            <p:ph type="body" idx="12"/>
          </p:nvPr>
        </p:nvSpPr>
        <p:spPr/>
        <p:txBody>
          <a:bodyPr/>
          <a:lstStyle/>
          <a:p>
            <a:r>
              <a:rPr lang="en-US" dirty="0"/>
              <a:t>Methods</a:t>
            </a:r>
          </a:p>
        </p:txBody>
      </p:sp>
      <p:sp>
        <p:nvSpPr>
          <p:cNvPr id="7" name="Content Placeholder 6">
            <a:extLst>
              <a:ext uri="{FF2B5EF4-FFF2-40B4-BE49-F238E27FC236}">
                <a16:creationId xmlns:a16="http://schemas.microsoft.com/office/drawing/2014/main" id="{403EAA67-C27C-20CC-1216-30400D5BE795}"/>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7658800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D12F528-7FD4-F767-BE26-4F9EDB2AB923}"/>
              </a:ext>
            </a:extLst>
          </p:cNvPr>
          <p:cNvSpPr>
            <a:spLocks noGrp="1"/>
          </p:cNvSpPr>
          <p:nvPr>
            <p:ph type="sldNum" sz="quarter" idx="11"/>
          </p:nvPr>
        </p:nvSpPr>
        <p:spPr/>
        <p:txBody>
          <a:bodyPr/>
          <a:lstStyle/>
          <a:p>
            <a:fld id="{523A240F-EAFE-E84F-B44C-6D7A08E0E409}" type="slidenum">
              <a:rPr lang="en-US" smtClean="0"/>
              <a:pPr/>
              <a:t>9</a:t>
            </a:fld>
            <a:endParaRPr lang="en-US"/>
          </a:p>
        </p:txBody>
      </p:sp>
      <p:sp>
        <p:nvSpPr>
          <p:cNvPr id="3" name="Footer Placeholder 2">
            <a:extLst>
              <a:ext uri="{FF2B5EF4-FFF2-40B4-BE49-F238E27FC236}">
                <a16:creationId xmlns:a16="http://schemas.microsoft.com/office/drawing/2014/main" id="{4019AB22-788C-DA4A-8418-1268FB2A3E56}"/>
              </a:ext>
            </a:extLst>
          </p:cNvPr>
          <p:cNvSpPr>
            <a:spLocks noGrp="1"/>
          </p:cNvSpPr>
          <p:nvPr>
            <p:ph type="ftr" sz="quarter" idx="10"/>
          </p:nvPr>
        </p:nvSpPr>
        <p:spPr/>
        <p:txBody>
          <a:bodyPr/>
          <a:lstStyle/>
          <a:p>
            <a:r>
              <a:rPr lang="en-US"/>
              <a:t>MSK Confidential — do not distribute</a:t>
            </a:r>
          </a:p>
        </p:txBody>
      </p:sp>
      <p:sp>
        <p:nvSpPr>
          <p:cNvPr id="11" name="Title 10">
            <a:extLst>
              <a:ext uri="{FF2B5EF4-FFF2-40B4-BE49-F238E27FC236}">
                <a16:creationId xmlns:a16="http://schemas.microsoft.com/office/drawing/2014/main" id="{499C0C2B-5547-1B79-1BDE-DB5958D417D3}"/>
              </a:ext>
            </a:extLst>
          </p:cNvPr>
          <p:cNvSpPr>
            <a:spLocks noGrp="1"/>
          </p:cNvSpPr>
          <p:nvPr>
            <p:ph type="title"/>
          </p:nvPr>
        </p:nvSpPr>
        <p:spPr/>
        <p:txBody>
          <a:bodyPr/>
          <a:lstStyle/>
          <a:p>
            <a:r>
              <a:rPr lang="en-US" dirty="0"/>
              <a:t>Study Design &amp; Data Sources</a:t>
            </a:r>
          </a:p>
        </p:txBody>
      </p:sp>
      <p:sp>
        <p:nvSpPr>
          <p:cNvPr id="5" name="Text Placeholder 4">
            <a:extLst>
              <a:ext uri="{FF2B5EF4-FFF2-40B4-BE49-F238E27FC236}">
                <a16:creationId xmlns:a16="http://schemas.microsoft.com/office/drawing/2014/main" id="{7F07F52E-231F-97A6-F112-F18BFDEFF242}"/>
              </a:ext>
            </a:extLst>
          </p:cNvPr>
          <p:cNvSpPr>
            <a:spLocks noGrp="1"/>
          </p:cNvSpPr>
          <p:nvPr>
            <p:ph type="body" idx="12"/>
          </p:nvPr>
        </p:nvSpPr>
        <p:spPr/>
        <p:txBody>
          <a:bodyPr/>
          <a:lstStyle/>
          <a:p>
            <a:r>
              <a:rPr lang="en-US" dirty="0"/>
              <a:t>Methods</a:t>
            </a:r>
          </a:p>
        </p:txBody>
      </p:sp>
      <p:sp>
        <p:nvSpPr>
          <p:cNvPr id="6" name="Rectangle 1">
            <a:extLst>
              <a:ext uri="{FF2B5EF4-FFF2-40B4-BE49-F238E27FC236}">
                <a16:creationId xmlns:a16="http://schemas.microsoft.com/office/drawing/2014/main" id="{0B63D134-EB02-9906-A962-7ECE3AAE3100}"/>
              </a:ext>
            </a:extLst>
          </p:cNvPr>
          <p:cNvSpPr>
            <a:spLocks noGrp="1" noChangeArrowheads="1"/>
          </p:cNvSpPr>
          <p:nvPr>
            <p:ph idx="1"/>
          </p:nvPr>
        </p:nvSpPr>
        <p:spPr bwMode="auto">
          <a:xfrm>
            <a:off x="512063" y="1571823"/>
            <a:ext cx="7128875"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514350" lvl="1" indent="-285750" eaLnBrk="0" fontAlgn="base" hangingPunct="0">
              <a:spcBef>
                <a:spcPct val="0"/>
              </a:spcBef>
              <a:spcAft>
                <a:spcPct val="0"/>
              </a:spcAft>
            </a:pPr>
            <a:r>
              <a:rPr kumimoji="0" lang="en-US" altLang="en-US" b="1" i="0" u="none" strike="noStrike" cap="none" normalizeH="0" baseline="0" dirty="0">
                <a:ln>
                  <a:noFill/>
                </a:ln>
                <a:solidFill>
                  <a:schemeClr val="tx1">
                    <a:lumMod val="50000"/>
                  </a:schemeClr>
                </a:solidFill>
                <a:effectLst/>
                <a:latin typeface="Arial" panose="020B0604020202020204" pitchFamily="34" charset="0"/>
              </a:rPr>
              <a:t>Cohort</a:t>
            </a:r>
            <a:endParaRPr lang="en-US" altLang="en-US" dirty="0">
              <a:solidFill>
                <a:schemeClr val="tx1">
                  <a:lumMod val="50000"/>
                </a:schemeClr>
              </a:solidFill>
              <a:latin typeface="Arial" panose="020B0604020202020204" pitchFamily="34" charset="0"/>
            </a:endParaRPr>
          </a:p>
          <a:p>
            <a:pPr marL="742950" lvl="2" indent="-285750" eaLnBrk="0" fontAlgn="base" hangingPunct="0">
              <a:spcBef>
                <a:spcPct val="0"/>
              </a:spcBef>
              <a:spcAft>
                <a:spcPct val="0"/>
              </a:spcAft>
            </a:pPr>
            <a:r>
              <a:rPr kumimoji="0" lang="en-US" altLang="en-US" b="0" i="0" u="none" strike="noStrike" cap="none" normalizeH="0" baseline="0" dirty="0">
                <a:ln>
                  <a:noFill/>
                </a:ln>
                <a:solidFill>
                  <a:schemeClr val="tx1">
                    <a:lumMod val="50000"/>
                  </a:schemeClr>
                </a:solidFill>
                <a:effectLst/>
                <a:latin typeface="Arial" panose="020B0604020202020204" pitchFamily="34" charset="0"/>
              </a:rPr>
              <a:t>200 breast surgery patients across all department attendings</a:t>
            </a:r>
          </a:p>
          <a:p>
            <a:pPr marL="742950" lvl="2" indent="-285750" eaLnBrk="0" fontAlgn="base" hangingPunct="0">
              <a:spcBef>
                <a:spcPct val="0"/>
              </a:spcBef>
              <a:spcAft>
                <a:spcPct val="0"/>
              </a:spcAft>
            </a:pPr>
            <a:r>
              <a:rPr kumimoji="0" lang="en-US" altLang="en-US" b="0" i="0" u="none" strike="noStrike" cap="none" normalizeH="0" baseline="0" dirty="0">
                <a:ln>
                  <a:noFill/>
                </a:ln>
                <a:solidFill>
                  <a:schemeClr val="tx1">
                    <a:lumMod val="50000"/>
                  </a:schemeClr>
                </a:solidFill>
                <a:effectLst/>
                <a:latin typeface="Arial" panose="020B0604020202020204" pitchFamily="34" charset="0"/>
              </a:rPr>
              <a:t>Retrospective chart review</a:t>
            </a:r>
          </a:p>
          <a:p>
            <a:pPr marL="742950" lvl="2" indent="-285750" eaLnBrk="0" fontAlgn="base" hangingPunct="0">
              <a:spcBef>
                <a:spcPct val="0"/>
              </a:spcBef>
              <a:spcAft>
                <a:spcPct val="0"/>
              </a:spcAft>
            </a:pPr>
            <a:endParaRPr kumimoji="0" lang="en-US" altLang="en-US" b="0" i="0" u="none" strike="noStrike" cap="none" normalizeH="0" baseline="0" dirty="0">
              <a:ln>
                <a:noFill/>
              </a:ln>
              <a:solidFill>
                <a:schemeClr val="tx1">
                  <a:lumMod val="50000"/>
                </a:schemeClr>
              </a:solidFill>
              <a:effectLst/>
              <a:latin typeface="Arial" panose="020B0604020202020204" pitchFamily="34" charset="0"/>
            </a:endParaRPr>
          </a:p>
          <a:p>
            <a:pPr marL="514350" lvl="1" indent="-285750" eaLnBrk="0" fontAlgn="base" hangingPunct="0">
              <a:spcBef>
                <a:spcPct val="0"/>
              </a:spcBef>
              <a:spcAft>
                <a:spcPct val="0"/>
              </a:spcAft>
            </a:pPr>
            <a:r>
              <a:rPr kumimoji="0" lang="en-US" altLang="en-US" b="1" i="0" u="none" strike="noStrike" cap="none" normalizeH="0" baseline="0" dirty="0">
                <a:ln>
                  <a:noFill/>
                </a:ln>
                <a:solidFill>
                  <a:schemeClr val="tx1">
                    <a:lumMod val="50000"/>
                  </a:schemeClr>
                </a:solidFill>
                <a:effectLst/>
                <a:latin typeface="Arial" panose="020B0604020202020204" pitchFamily="34" charset="0"/>
              </a:rPr>
              <a:t>Source documents</a:t>
            </a:r>
            <a:endParaRPr lang="en-US" altLang="en-US" dirty="0">
              <a:solidFill>
                <a:schemeClr val="tx1">
                  <a:lumMod val="50000"/>
                </a:schemeClr>
              </a:solidFill>
              <a:latin typeface="Arial" panose="020B0604020202020204" pitchFamily="34" charset="0"/>
            </a:endParaRPr>
          </a:p>
          <a:p>
            <a:pPr marL="742950" lvl="2" indent="-285750" eaLnBrk="0" fontAlgn="base" hangingPunct="0">
              <a:spcBef>
                <a:spcPct val="0"/>
              </a:spcBef>
              <a:spcAft>
                <a:spcPct val="0"/>
              </a:spcAft>
            </a:pPr>
            <a:r>
              <a:rPr kumimoji="0" lang="en-US" altLang="en-US" b="0" i="0" u="none" strike="noStrike" cap="none" normalizeH="0" baseline="0" dirty="0">
                <a:ln>
                  <a:noFill/>
                </a:ln>
                <a:solidFill>
                  <a:schemeClr val="tx1">
                    <a:lumMod val="50000"/>
                  </a:schemeClr>
                </a:solidFill>
                <a:effectLst/>
                <a:latin typeface="Arial" panose="020B0604020202020204" pitchFamily="34" charset="0"/>
              </a:rPr>
              <a:t>Outside hospital radiologic reports (</a:t>
            </a:r>
            <a:r>
              <a:rPr kumimoji="0" lang="en-US" altLang="en-US" b="0" i="0" u="none" strike="noStrike" cap="none" normalizeH="0" baseline="0" dirty="0" err="1">
                <a:ln>
                  <a:noFill/>
                </a:ln>
                <a:solidFill>
                  <a:schemeClr val="tx1">
                    <a:lumMod val="50000"/>
                  </a:schemeClr>
                </a:solidFill>
                <a:effectLst/>
                <a:latin typeface="Arial" panose="020B0604020202020204" pitchFamily="34" charset="0"/>
              </a:rPr>
              <a:t>mammo</a:t>
            </a:r>
            <a:r>
              <a:rPr kumimoji="0" lang="en-US" altLang="en-US" b="0" i="0" u="none" strike="noStrike" cap="none" normalizeH="0" baseline="0" dirty="0">
                <a:ln>
                  <a:noFill/>
                </a:ln>
                <a:solidFill>
                  <a:schemeClr val="tx1">
                    <a:lumMod val="50000"/>
                  </a:schemeClr>
                </a:solidFill>
                <a:effectLst/>
                <a:latin typeface="Arial" panose="020B0604020202020204" pitchFamily="34" charset="0"/>
              </a:rPr>
              <a:t>/US/MRI)</a:t>
            </a:r>
          </a:p>
          <a:p>
            <a:pPr marL="742950" lvl="2" indent="-285750" eaLnBrk="0" fontAlgn="base" hangingPunct="0">
              <a:spcBef>
                <a:spcPct val="0"/>
              </a:spcBef>
              <a:spcAft>
                <a:spcPct val="0"/>
              </a:spcAft>
            </a:pPr>
            <a:r>
              <a:rPr kumimoji="0" lang="en-US" altLang="en-US" b="0" i="0" u="none" strike="noStrike" cap="none" normalizeH="0" baseline="0" dirty="0">
                <a:ln>
                  <a:noFill/>
                </a:ln>
                <a:solidFill>
                  <a:schemeClr val="tx1">
                    <a:lumMod val="50000"/>
                  </a:schemeClr>
                </a:solidFill>
                <a:effectLst/>
                <a:latin typeface="Arial" panose="020B0604020202020204" pitchFamily="34" charset="0"/>
              </a:rPr>
              <a:t>Outside hospital pathology reports</a:t>
            </a:r>
          </a:p>
          <a:p>
            <a:pPr marL="742950" lvl="2" indent="-285750" eaLnBrk="0" fontAlgn="base" hangingPunct="0">
              <a:spcBef>
                <a:spcPct val="0"/>
              </a:spcBef>
              <a:spcAft>
                <a:spcPct val="0"/>
              </a:spcAft>
            </a:pPr>
            <a:r>
              <a:rPr kumimoji="0" lang="en-US" altLang="en-US" b="0" i="0" u="none" strike="noStrike" cap="none" normalizeH="0" baseline="0" dirty="0">
                <a:ln>
                  <a:noFill/>
                </a:ln>
                <a:solidFill>
                  <a:schemeClr val="tx1">
                    <a:lumMod val="50000"/>
                  </a:schemeClr>
                </a:solidFill>
                <a:effectLst/>
                <a:latin typeface="Arial" panose="020B0604020202020204" pitchFamily="34" charset="0"/>
              </a:rPr>
              <a:t>Internal MSK radiology reads</a:t>
            </a:r>
          </a:p>
          <a:p>
            <a:pPr marL="742950" lvl="2" indent="-285750" eaLnBrk="0" fontAlgn="base" hangingPunct="0">
              <a:spcBef>
                <a:spcPct val="0"/>
              </a:spcBef>
              <a:spcAft>
                <a:spcPct val="0"/>
              </a:spcAft>
            </a:pPr>
            <a:r>
              <a:rPr kumimoji="0" lang="en-US" altLang="en-US" b="0" i="0" u="none" strike="noStrike" cap="none" normalizeH="0" baseline="0" dirty="0">
                <a:ln>
                  <a:noFill/>
                </a:ln>
                <a:solidFill>
                  <a:schemeClr val="tx1">
                    <a:lumMod val="50000"/>
                  </a:schemeClr>
                </a:solidFill>
                <a:effectLst/>
                <a:latin typeface="Arial" panose="020B0604020202020204" pitchFamily="34" charset="0"/>
              </a:rPr>
              <a:t>Staff-generated clinical summary from surgical consultation</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lumMod val="50000"/>
                </a:schemeClr>
              </a:solidFill>
              <a:effectLst/>
              <a:latin typeface="Arial" panose="020B0604020202020204" pitchFamily="34" charset="0"/>
            </a:endParaRPr>
          </a:p>
        </p:txBody>
      </p:sp>
    </p:spTree>
    <p:extLst>
      <p:ext uri="{BB962C8B-B14F-4D97-AF65-F5344CB8AC3E}">
        <p14:creationId xmlns:p14="http://schemas.microsoft.com/office/powerpoint/2010/main" val="16276173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6087F-36C3-F1D3-63C9-06894A1AC2C2}"/>
            </a:ext>
          </a:extLst>
        </p:cNvPr>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1A34F3A-9AC8-7CD8-2343-511EB9EE6300}"/>
              </a:ext>
            </a:extLst>
          </p:cNvPr>
          <p:cNvSpPr>
            <a:spLocks noGrp="1"/>
          </p:cNvSpPr>
          <p:nvPr>
            <p:ph type="sldNum" sz="quarter" idx="11"/>
          </p:nvPr>
        </p:nvSpPr>
        <p:spPr/>
        <p:txBody>
          <a:bodyPr/>
          <a:lstStyle/>
          <a:p>
            <a:fld id="{523A240F-EAFE-E84F-B44C-6D7A08E0E409}" type="slidenum">
              <a:rPr lang="en-US" smtClean="0"/>
              <a:pPr/>
              <a:t>10</a:t>
            </a:fld>
            <a:endParaRPr lang="en-US"/>
          </a:p>
        </p:txBody>
      </p:sp>
      <p:sp>
        <p:nvSpPr>
          <p:cNvPr id="3" name="Footer Placeholder 2">
            <a:extLst>
              <a:ext uri="{FF2B5EF4-FFF2-40B4-BE49-F238E27FC236}">
                <a16:creationId xmlns:a16="http://schemas.microsoft.com/office/drawing/2014/main" id="{D5B82BF1-8551-ED31-D71E-FF6DD5D39395}"/>
              </a:ext>
            </a:extLst>
          </p:cNvPr>
          <p:cNvSpPr>
            <a:spLocks noGrp="1"/>
          </p:cNvSpPr>
          <p:nvPr>
            <p:ph type="ftr" sz="quarter" idx="10"/>
          </p:nvPr>
        </p:nvSpPr>
        <p:spPr/>
        <p:txBody>
          <a:bodyPr/>
          <a:lstStyle/>
          <a:p>
            <a:r>
              <a:rPr lang="en-US"/>
              <a:t>MSK Confidential — do not distribute</a:t>
            </a:r>
          </a:p>
        </p:txBody>
      </p:sp>
      <p:sp>
        <p:nvSpPr>
          <p:cNvPr id="11" name="Title 10">
            <a:extLst>
              <a:ext uri="{FF2B5EF4-FFF2-40B4-BE49-F238E27FC236}">
                <a16:creationId xmlns:a16="http://schemas.microsoft.com/office/drawing/2014/main" id="{DBF1A89A-12EA-BED5-A7DB-8F2A860C7850}"/>
              </a:ext>
            </a:extLst>
          </p:cNvPr>
          <p:cNvSpPr>
            <a:spLocks noGrp="1"/>
          </p:cNvSpPr>
          <p:nvPr>
            <p:ph type="title"/>
          </p:nvPr>
        </p:nvSpPr>
        <p:spPr/>
        <p:txBody>
          <a:bodyPr/>
          <a:lstStyle/>
          <a:p>
            <a:r>
              <a:rPr lang="en-US" dirty="0"/>
              <a:t>Study Design &amp; Data Sources</a:t>
            </a:r>
          </a:p>
        </p:txBody>
      </p:sp>
      <p:sp>
        <p:nvSpPr>
          <p:cNvPr id="5" name="Text Placeholder 4">
            <a:extLst>
              <a:ext uri="{FF2B5EF4-FFF2-40B4-BE49-F238E27FC236}">
                <a16:creationId xmlns:a16="http://schemas.microsoft.com/office/drawing/2014/main" id="{11DF593B-9640-603A-0E48-3C53CA1EA246}"/>
              </a:ext>
            </a:extLst>
          </p:cNvPr>
          <p:cNvSpPr>
            <a:spLocks noGrp="1"/>
          </p:cNvSpPr>
          <p:nvPr>
            <p:ph type="body" idx="12"/>
          </p:nvPr>
        </p:nvSpPr>
        <p:spPr/>
        <p:txBody>
          <a:bodyPr/>
          <a:lstStyle/>
          <a:p>
            <a:r>
              <a:rPr lang="en-US" dirty="0"/>
              <a:t>Methods</a:t>
            </a:r>
          </a:p>
        </p:txBody>
      </p:sp>
      <p:sp>
        <p:nvSpPr>
          <p:cNvPr id="4" name="Rectangle 1">
            <a:extLst>
              <a:ext uri="{FF2B5EF4-FFF2-40B4-BE49-F238E27FC236}">
                <a16:creationId xmlns:a16="http://schemas.microsoft.com/office/drawing/2014/main" id="{50D205F6-D221-C180-44E3-D7D77D7ADD32}"/>
              </a:ext>
            </a:extLst>
          </p:cNvPr>
          <p:cNvSpPr>
            <a:spLocks noGrp="1" noChangeArrowheads="1"/>
          </p:cNvSpPr>
          <p:nvPr>
            <p:ph idx="1"/>
          </p:nvPr>
        </p:nvSpPr>
        <p:spPr bwMode="auto">
          <a:xfrm>
            <a:off x="512763" y="1541567"/>
            <a:ext cx="8436925" cy="34163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514350" lvl="1" indent="-285750" eaLnBrk="0" fontAlgn="base" hangingPunct="0">
              <a:spcBef>
                <a:spcPct val="0"/>
              </a:spcBef>
              <a:spcAft>
                <a:spcPct val="0"/>
              </a:spcAft>
            </a:pPr>
            <a:r>
              <a:rPr kumimoji="0" lang="en-US" altLang="en-US" b="1" i="0" u="none" strike="noStrike" cap="none" normalizeH="0" baseline="0" dirty="0">
                <a:ln>
                  <a:noFill/>
                </a:ln>
                <a:solidFill>
                  <a:schemeClr val="tx1">
                    <a:lumMod val="50000"/>
                  </a:schemeClr>
                </a:solidFill>
                <a:effectLst/>
                <a:latin typeface="Arial" panose="020B0604020202020204" pitchFamily="34" charset="0"/>
              </a:rPr>
              <a:t>Breast Surgery Bot </a:t>
            </a:r>
            <a:r>
              <a:rPr lang="en-US" dirty="0"/>
              <a:t>(Anthropic Claude Sonnet 4, GPT 5.2)</a:t>
            </a:r>
            <a:endParaRPr lang="en-US" altLang="en-US" dirty="0">
              <a:solidFill>
                <a:schemeClr val="tx1">
                  <a:lumMod val="50000"/>
                </a:schemeClr>
              </a:solidFill>
              <a:latin typeface="Arial" panose="020B0604020202020204" pitchFamily="34" charset="0"/>
            </a:endParaRPr>
          </a:p>
          <a:p>
            <a:pPr marL="742950" lvl="2" indent="-285750" eaLnBrk="0" fontAlgn="base" hangingPunct="0">
              <a:spcBef>
                <a:spcPct val="0"/>
              </a:spcBef>
              <a:spcAft>
                <a:spcPct val="0"/>
              </a:spcAft>
            </a:pPr>
            <a:r>
              <a:rPr kumimoji="0" lang="en-US" altLang="en-US" b="0" i="0" u="none" strike="noStrike" cap="none" normalizeH="0" baseline="0" dirty="0">
                <a:ln>
                  <a:noFill/>
                </a:ln>
                <a:solidFill>
                  <a:schemeClr val="tx1">
                    <a:lumMod val="50000"/>
                  </a:schemeClr>
                </a:solidFill>
                <a:effectLst/>
                <a:latin typeface="Arial" panose="020B0604020202020204" pitchFamily="34" charset="0"/>
              </a:rPr>
              <a:t>Pre-configured with a </a:t>
            </a:r>
            <a:r>
              <a:rPr kumimoji="0" lang="en-US" altLang="en-US" i="0" u="none" strike="noStrike" cap="none" normalizeH="0" baseline="0" dirty="0">
                <a:ln>
                  <a:noFill/>
                </a:ln>
                <a:solidFill>
                  <a:schemeClr val="tx1">
                    <a:lumMod val="50000"/>
                  </a:schemeClr>
                </a:solidFill>
                <a:effectLst/>
                <a:latin typeface="Arial" panose="020B0604020202020204" pitchFamily="34" charset="0"/>
              </a:rPr>
              <a:t>template-based prompt to </a:t>
            </a:r>
            <a:r>
              <a:rPr kumimoji="0" lang="en-US" altLang="en-US" b="0" i="0" u="none" strike="noStrike" cap="none" normalizeH="0" baseline="0" dirty="0">
                <a:ln>
                  <a:noFill/>
                </a:ln>
                <a:solidFill>
                  <a:schemeClr val="tx1">
                    <a:lumMod val="50000"/>
                  </a:schemeClr>
                </a:solidFill>
                <a:effectLst/>
                <a:latin typeface="Arial" panose="020B0604020202020204" pitchFamily="34" charset="0"/>
              </a:rPr>
              <a:t>standardize summaries</a:t>
            </a:r>
          </a:p>
          <a:p>
            <a:pPr marL="742950" lvl="2" indent="-285750" eaLnBrk="0" fontAlgn="base" hangingPunct="0">
              <a:spcBef>
                <a:spcPct val="0"/>
              </a:spcBef>
              <a:spcAft>
                <a:spcPct val="0"/>
              </a:spcAft>
            </a:pPr>
            <a:r>
              <a:rPr kumimoji="0" lang="en-US" altLang="en-US" b="0" i="0" u="none" strike="noStrike" cap="none" normalizeH="0" baseline="0" dirty="0">
                <a:ln>
                  <a:noFill/>
                </a:ln>
                <a:solidFill>
                  <a:schemeClr val="tx1">
                    <a:lumMod val="50000"/>
                  </a:schemeClr>
                </a:solidFill>
                <a:effectLst/>
                <a:latin typeface="Arial" panose="020B0604020202020204" pitchFamily="34" charset="0"/>
              </a:rPr>
              <a:t>Structured to capture imaging, pathology, discrepancies, and timeline</a:t>
            </a:r>
          </a:p>
          <a:p>
            <a:pPr marL="742950" lvl="2" indent="-285750" eaLnBrk="0" fontAlgn="base" hangingPunct="0">
              <a:spcBef>
                <a:spcPct val="0"/>
              </a:spcBef>
              <a:spcAft>
                <a:spcPct val="0"/>
              </a:spcAft>
            </a:pPr>
            <a:endParaRPr kumimoji="0" lang="en-US" altLang="en-US" b="0" i="0" u="none" strike="noStrike" cap="none" normalizeH="0" baseline="0" dirty="0">
              <a:ln>
                <a:noFill/>
              </a:ln>
              <a:solidFill>
                <a:schemeClr val="tx1">
                  <a:lumMod val="50000"/>
                </a:schemeClr>
              </a:solidFill>
              <a:effectLst/>
              <a:latin typeface="Arial" panose="020B0604020202020204" pitchFamily="34" charset="0"/>
            </a:endParaRPr>
          </a:p>
          <a:p>
            <a:pPr marL="514350" lvl="1" indent="-285750" eaLnBrk="0" fontAlgn="base" hangingPunct="0">
              <a:spcBef>
                <a:spcPct val="0"/>
              </a:spcBef>
              <a:spcAft>
                <a:spcPct val="0"/>
              </a:spcAft>
            </a:pPr>
            <a:r>
              <a:rPr kumimoji="0" lang="en-US" altLang="en-US" b="1" i="0" u="none" strike="noStrike" cap="none" normalizeH="0" baseline="0" dirty="0">
                <a:ln>
                  <a:noFill/>
                </a:ln>
                <a:solidFill>
                  <a:schemeClr val="tx1">
                    <a:lumMod val="50000"/>
                  </a:schemeClr>
                </a:solidFill>
                <a:effectLst/>
                <a:latin typeface="Arial" panose="020B0604020202020204" pitchFamily="34" charset="0"/>
              </a:rPr>
              <a:t>Data preparation</a:t>
            </a:r>
            <a:endParaRPr lang="en-US" altLang="en-US" dirty="0">
              <a:solidFill>
                <a:schemeClr val="tx1">
                  <a:lumMod val="50000"/>
                </a:schemeClr>
              </a:solidFill>
              <a:latin typeface="Arial" panose="020B0604020202020204" pitchFamily="34" charset="0"/>
            </a:endParaRPr>
          </a:p>
          <a:p>
            <a:pPr marL="742950" lvl="2" indent="-285750" eaLnBrk="0" fontAlgn="base" hangingPunct="0">
              <a:spcBef>
                <a:spcPct val="0"/>
              </a:spcBef>
              <a:spcAft>
                <a:spcPct val="0"/>
              </a:spcAft>
            </a:pPr>
            <a:r>
              <a:rPr kumimoji="0" lang="en-US" altLang="en-US" b="0" i="0" u="none" strike="noStrike" cap="none" normalizeH="0" baseline="0" dirty="0">
                <a:ln>
                  <a:noFill/>
                </a:ln>
                <a:solidFill>
                  <a:schemeClr val="tx1">
                    <a:lumMod val="50000"/>
                  </a:schemeClr>
                </a:solidFill>
                <a:effectLst/>
                <a:latin typeface="Arial" panose="020B0604020202020204" pitchFamily="34" charset="0"/>
              </a:rPr>
              <a:t>Standardized file naming and folder structure</a:t>
            </a:r>
          </a:p>
          <a:p>
            <a:pPr marL="742950" lvl="2" indent="-285750" eaLnBrk="0" fontAlgn="base" hangingPunct="0">
              <a:spcBef>
                <a:spcPct val="0"/>
              </a:spcBef>
              <a:spcAft>
                <a:spcPct val="0"/>
              </a:spcAft>
            </a:pPr>
            <a:r>
              <a:rPr kumimoji="0" lang="en-US" altLang="en-US" b="0" i="0" u="none" strike="noStrike" cap="none" normalizeH="0" baseline="0" dirty="0">
                <a:ln>
                  <a:noFill/>
                </a:ln>
                <a:solidFill>
                  <a:schemeClr val="tx1">
                    <a:lumMod val="50000"/>
                  </a:schemeClr>
                </a:solidFill>
                <a:effectLst/>
                <a:latin typeface="Arial" panose="020B0604020202020204" pitchFamily="34" charset="0"/>
              </a:rPr>
              <a:t>All documents </a:t>
            </a:r>
            <a:r>
              <a:rPr kumimoji="0" lang="en-US" altLang="en-US" i="0" u="none" strike="noStrike" cap="none" normalizeH="0" baseline="0" dirty="0">
                <a:ln>
                  <a:noFill/>
                </a:ln>
                <a:solidFill>
                  <a:schemeClr val="tx1">
                    <a:lumMod val="50000"/>
                  </a:schemeClr>
                </a:solidFill>
                <a:effectLst/>
                <a:latin typeface="Arial" panose="020B0604020202020204" pitchFamily="34" charset="0"/>
              </a:rPr>
              <a:t>converted to .txt format prior </a:t>
            </a:r>
            <a:r>
              <a:rPr kumimoji="0" lang="en-US" altLang="en-US" b="0" i="0" u="none" strike="noStrike" cap="none" normalizeH="0" baseline="0" dirty="0">
                <a:ln>
                  <a:noFill/>
                </a:ln>
                <a:solidFill>
                  <a:schemeClr val="tx1">
                    <a:lumMod val="50000"/>
                  </a:schemeClr>
                </a:solidFill>
                <a:effectLst/>
                <a:latin typeface="Arial" panose="020B0604020202020204" pitchFamily="34" charset="0"/>
              </a:rPr>
              <a:t>to upload</a:t>
            </a:r>
          </a:p>
          <a:p>
            <a:pPr marL="742950" lvl="2" indent="-285750" eaLnBrk="0" fontAlgn="base" hangingPunct="0">
              <a:spcBef>
                <a:spcPct val="0"/>
              </a:spcBef>
              <a:spcAft>
                <a:spcPct val="0"/>
              </a:spcAft>
            </a:pPr>
            <a:endParaRPr kumimoji="0" lang="en-US" altLang="en-US" b="0" i="0" u="none" strike="noStrike" cap="none" normalizeH="0" baseline="0" dirty="0">
              <a:ln>
                <a:noFill/>
              </a:ln>
              <a:solidFill>
                <a:schemeClr val="tx1">
                  <a:lumMod val="50000"/>
                </a:schemeClr>
              </a:solidFill>
              <a:effectLst/>
              <a:latin typeface="Arial" panose="020B0604020202020204" pitchFamily="34" charset="0"/>
            </a:endParaRPr>
          </a:p>
          <a:p>
            <a:pPr marL="514350" lvl="1" indent="-285750" eaLnBrk="0" fontAlgn="base" hangingPunct="0">
              <a:spcBef>
                <a:spcPct val="0"/>
              </a:spcBef>
              <a:spcAft>
                <a:spcPct val="0"/>
              </a:spcAft>
            </a:pPr>
            <a:r>
              <a:rPr kumimoji="0" lang="en-US" altLang="en-US" b="1" i="0" u="none" strike="noStrike" cap="none" normalizeH="0" baseline="0" dirty="0">
                <a:ln>
                  <a:noFill/>
                </a:ln>
                <a:solidFill>
                  <a:schemeClr val="tx1">
                    <a:lumMod val="50000"/>
                  </a:schemeClr>
                </a:solidFill>
                <a:effectLst/>
                <a:latin typeface="Arial" panose="020B0604020202020204" pitchFamily="34" charset="0"/>
              </a:rPr>
              <a:t>Validation</a:t>
            </a:r>
            <a:endParaRPr lang="en-US" altLang="en-US" dirty="0">
              <a:solidFill>
                <a:schemeClr val="tx1">
                  <a:lumMod val="50000"/>
                </a:schemeClr>
              </a:solidFill>
              <a:latin typeface="Arial" panose="020B0604020202020204" pitchFamily="34" charset="0"/>
            </a:endParaRPr>
          </a:p>
          <a:p>
            <a:pPr marL="742950" lvl="2" indent="-285750" eaLnBrk="0" fontAlgn="base" hangingPunct="0">
              <a:spcBef>
                <a:spcPct val="0"/>
              </a:spcBef>
              <a:spcAft>
                <a:spcPct val="0"/>
              </a:spcAft>
            </a:pPr>
            <a:r>
              <a:rPr kumimoji="0" lang="en-US" altLang="en-US" b="0" i="0" u="none" strike="noStrike" cap="none" normalizeH="0" baseline="0" dirty="0">
                <a:ln>
                  <a:noFill/>
                </a:ln>
                <a:solidFill>
                  <a:schemeClr val="tx1">
                    <a:lumMod val="50000"/>
                  </a:schemeClr>
                </a:solidFill>
                <a:effectLst/>
                <a:latin typeface="Arial" panose="020B0604020202020204" pitchFamily="34" charset="0"/>
              </a:rPr>
              <a:t>Staff-generated </a:t>
            </a:r>
            <a:r>
              <a:rPr kumimoji="0" lang="en-US" altLang="en-US" i="0" u="none" strike="noStrike" cap="none" normalizeH="0" baseline="0" dirty="0">
                <a:ln>
                  <a:noFill/>
                </a:ln>
                <a:solidFill>
                  <a:schemeClr val="tx1">
                    <a:lumMod val="50000"/>
                  </a:schemeClr>
                </a:solidFill>
                <a:effectLst/>
                <a:latin typeface="Arial" panose="020B0604020202020204" pitchFamily="34" charset="0"/>
              </a:rPr>
              <a:t>summary vs LLM-generated summary</a:t>
            </a:r>
            <a:endParaRPr lang="en-US" altLang="en-US" dirty="0">
              <a:solidFill>
                <a:schemeClr val="tx1">
                  <a:lumMod val="50000"/>
                </a:schemeClr>
              </a:solidFill>
              <a:latin typeface="Arial" panose="020B0604020202020204" pitchFamily="34" charset="0"/>
            </a:endParaRPr>
          </a:p>
          <a:p>
            <a:pPr marL="742950" lvl="2" indent="-285750" eaLnBrk="0" fontAlgn="base" hangingPunct="0">
              <a:spcBef>
                <a:spcPct val="0"/>
              </a:spcBef>
              <a:spcAft>
                <a:spcPct val="0"/>
              </a:spcAft>
            </a:pPr>
            <a:r>
              <a:rPr kumimoji="0" lang="en-US" altLang="en-US" i="0" u="none" strike="noStrike" cap="none" normalizeH="0" baseline="0" dirty="0">
                <a:ln>
                  <a:noFill/>
                </a:ln>
                <a:solidFill>
                  <a:schemeClr val="tx1">
                    <a:lumMod val="50000"/>
                  </a:schemeClr>
                </a:solidFill>
                <a:effectLst/>
                <a:latin typeface="Arial" panose="020B0604020202020204" pitchFamily="34" charset="0"/>
              </a:rPr>
              <a:t>Evaluation of completeness, accuracy, and clinical concordance</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lumMod val="50000"/>
                </a:schemeClr>
              </a:solidFill>
              <a:effectLst/>
              <a:latin typeface="Arial" panose="020B0604020202020204" pitchFamily="34" charset="0"/>
            </a:endParaRPr>
          </a:p>
        </p:txBody>
      </p:sp>
    </p:spTree>
    <p:extLst>
      <p:ext uri="{BB962C8B-B14F-4D97-AF65-F5344CB8AC3E}">
        <p14:creationId xmlns:p14="http://schemas.microsoft.com/office/powerpoint/2010/main" val="18533794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060148-321D-551C-D201-290537E99547}"/>
              </a:ext>
            </a:extLst>
          </p:cNvPr>
          <p:cNvSpPr>
            <a:spLocks noGrp="1"/>
          </p:cNvSpPr>
          <p:nvPr>
            <p:ph type="title"/>
          </p:nvPr>
        </p:nvSpPr>
        <p:spPr>
          <a:xfrm>
            <a:off x="1981200" y="457200"/>
            <a:ext cx="8229600" cy="1143000"/>
          </a:xfrm>
        </p:spPr>
        <p:txBody>
          <a:bodyPr>
            <a:normAutofit fontScale="90000"/>
          </a:bodyPr>
          <a:lstStyle/>
          <a:p>
            <a:r>
              <a:rPr lang="en-US" dirty="0"/>
              <a:t>Model validation – performance and safety evaluation</a:t>
            </a:r>
            <a:br>
              <a:rPr lang="en-US" dirty="0"/>
            </a:br>
            <a:endParaRPr lang="en-US" dirty="0"/>
          </a:p>
        </p:txBody>
      </p:sp>
      <p:sp>
        <p:nvSpPr>
          <p:cNvPr id="3" name="Content Placeholder 2">
            <a:extLst>
              <a:ext uri="{FF2B5EF4-FFF2-40B4-BE49-F238E27FC236}">
                <a16:creationId xmlns:a16="http://schemas.microsoft.com/office/drawing/2014/main" id="{B9B05034-1DBD-5445-BC09-114907A20FD7}"/>
              </a:ext>
            </a:extLst>
          </p:cNvPr>
          <p:cNvSpPr>
            <a:spLocks noGrp="1"/>
          </p:cNvSpPr>
          <p:nvPr>
            <p:ph idx="1"/>
          </p:nvPr>
        </p:nvSpPr>
        <p:spPr/>
        <p:txBody>
          <a:bodyPr>
            <a:normAutofit lnSpcReduction="10000"/>
          </a:bodyPr>
          <a:lstStyle/>
          <a:p>
            <a:r>
              <a:rPr lang="en-US" dirty="0"/>
              <a:t>Values in summary classified as:</a:t>
            </a:r>
          </a:p>
          <a:p>
            <a:pPr lvl="1"/>
            <a:r>
              <a:rPr lang="en-US" dirty="0"/>
              <a:t>Present or absent in source document</a:t>
            </a:r>
          </a:p>
          <a:p>
            <a:pPr lvl="1"/>
            <a:r>
              <a:rPr lang="en-US" dirty="0"/>
              <a:t>If present</a:t>
            </a:r>
          </a:p>
          <a:p>
            <a:pPr lvl="2"/>
            <a:r>
              <a:rPr lang="en-US" dirty="0"/>
              <a:t>TP: correct extraction </a:t>
            </a:r>
          </a:p>
          <a:p>
            <a:pPr lvl="2"/>
            <a:r>
              <a:rPr lang="en-US" dirty="0"/>
              <a:t>FN: omission</a:t>
            </a:r>
          </a:p>
          <a:p>
            <a:pPr lvl="2"/>
            <a:r>
              <a:rPr lang="en-US" dirty="0"/>
              <a:t>FP: fabrication </a:t>
            </a:r>
          </a:p>
          <a:p>
            <a:pPr marL="0" lvl="1" indent="0">
              <a:buNone/>
            </a:pPr>
            <a:endParaRPr lang="en-US" dirty="0"/>
          </a:p>
          <a:p>
            <a:r>
              <a:rPr lang="en-US" dirty="0"/>
              <a:t>Primary outcome: </a:t>
            </a:r>
          </a:p>
          <a:p>
            <a:pPr marL="285750" indent="-285750">
              <a:buFont typeface="Arial" panose="020B0604020202020204" pitchFamily="34" charset="0"/>
              <a:buChar char="•"/>
            </a:pPr>
            <a:r>
              <a:rPr lang="en-US" dirty="0"/>
              <a:t>fabrication rate = FP / (FP + FN + TP)</a:t>
            </a:r>
          </a:p>
          <a:p>
            <a:pPr marL="514350" lvl="1" indent="-285750"/>
            <a:r>
              <a:rPr lang="en-US" dirty="0"/>
              <a:t>TN excluded from calculation </a:t>
            </a:r>
          </a:p>
          <a:p>
            <a:pPr marL="514350" lvl="1" indent="-285750"/>
            <a:endParaRPr lang="en-US" dirty="0"/>
          </a:p>
          <a:p>
            <a:r>
              <a:rPr lang="en-US" dirty="0"/>
              <a:t>Secondary outcomes: </a:t>
            </a:r>
          </a:p>
          <a:p>
            <a:pPr marL="285750" indent="-285750">
              <a:buFont typeface="Arial" panose="020B0604020202020204" pitchFamily="34" charset="0"/>
              <a:buChar char="•"/>
            </a:pPr>
            <a:r>
              <a:rPr lang="en-US" dirty="0"/>
              <a:t>accuracy and omission rate</a:t>
            </a:r>
          </a:p>
          <a:p>
            <a:endParaRPr lang="en-US" dirty="0"/>
          </a:p>
        </p:txBody>
      </p:sp>
    </p:spTree>
    <p:extLst>
      <p:ext uri="{BB962C8B-B14F-4D97-AF65-F5344CB8AC3E}">
        <p14:creationId xmlns:p14="http://schemas.microsoft.com/office/powerpoint/2010/main" val="20596482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97C472-F333-89E6-F0CF-9CF57DFFC430}"/>
              </a:ext>
            </a:extLst>
          </p:cNvPr>
          <p:cNvSpPr>
            <a:spLocks noGrp="1"/>
          </p:cNvSpPr>
          <p:nvPr>
            <p:ph type="title"/>
          </p:nvPr>
        </p:nvSpPr>
        <p:spPr>
          <a:xfrm>
            <a:off x="2152650" y="184806"/>
            <a:ext cx="7886700" cy="1505883"/>
          </a:xfrm>
        </p:spPr>
        <p:txBody>
          <a:bodyPr vert="horz" lIns="91440" tIns="45720" rIns="91440" bIns="45720" rtlCol="0" anchor="ctr">
            <a:normAutofit/>
          </a:bodyPr>
          <a:lstStyle/>
          <a:p>
            <a:r>
              <a:rPr lang="en-US" sz="4500" dirty="0"/>
              <a:t>Results – model validation by expert human judges</a:t>
            </a:r>
          </a:p>
        </p:txBody>
      </p:sp>
      <p:pic>
        <p:nvPicPr>
          <p:cNvPr id="5" name="Picture 4" descr="A table with numbers and a number of summaries&#10;&#10;AI-generated content may be incorrect.">
            <a:extLst>
              <a:ext uri="{FF2B5EF4-FFF2-40B4-BE49-F238E27FC236}">
                <a16:creationId xmlns:a16="http://schemas.microsoft.com/office/drawing/2014/main" id="{E6640553-C7C3-1A49-6802-F41BA1E9471F}"/>
              </a:ext>
            </a:extLst>
          </p:cNvPr>
          <p:cNvPicPr>
            <a:picLocks noChangeAspect="1"/>
          </p:cNvPicPr>
          <p:nvPr/>
        </p:nvPicPr>
        <p:blipFill>
          <a:blip r:embed="rId2"/>
          <a:stretch>
            <a:fillRect/>
          </a:stretch>
        </p:blipFill>
        <p:spPr>
          <a:xfrm>
            <a:off x="2355105" y="1845427"/>
            <a:ext cx="7479500" cy="4450303"/>
          </a:xfrm>
          <a:prstGeom prst="rect">
            <a:avLst/>
          </a:prstGeom>
        </p:spPr>
      </p:pic>
    </p:spTree>
    <p:extLst>
      <p:ext uri="{BB962C8B-B14F-4D97-AF65-F5344CB8AC3E}">
        <p14:creationId xmlns:p14="http://schemas.microsoft.com/office/powerpoint/2010/main" val="29178043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A173D7-BC2C-3D3A-B1F2-CC655233A570}"/>
              </a:ext>
            </a:extLst>
          </p:cNvPr>
          <p:cNvSpPr>
            <a:spLocks noGrp="1"/>
          </p:cNvSpPr>
          <p:nvPr>
            <p:ph type="title"/>
          </p:nvPr>
        </p:nvSpPr>
        <p:spPr/>
        <p:txBody>
          <a:bodyPr>
            <a:normAutofit/>
          </a:bodyPr>
          <a:lstStyle/>
          <a:p>
            <a:endParaRPr lang="en-US" dirty="0"/>
          </a:p>
        </p:txBody>
      </p:sp>
    </p:spTree>
    <p:extLst>
      <p:ext uri="{BB962C8B-B14F-4D97-AF65-F5344CB8AC3E}">
        <p14:creationId xmlns:p14="http://schemas.microsoft.com/office/powerpoint/2010/main" val="38167392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Why p</a:t>
            </a:r>
            <a:r>
              <a:rPr dirty="0"/>
              <a:t>rompt </a:t>
            </a:r>
            <a:r>
              <a:rPr lang="en-US" dirty="0"/>
              <a:t>e</a:t>
            </a:r>
            <a:r>
              <a:rPr dirty="0"/>
              <a:t>ngineering</a:t>
            </a:r>
            <a:r>
              <a:rPr lang="en-US" dirty="0"/>
              <a:t> matters?</a:t>
            </a:r>
            <a:endParaRPr dirty="0"/>
          </a:p>
        </p:txBody>
      </p:sp>
      <p:sp>
        <p:nvSpPr>
          <p:cNvPr id="3" name="Content Placeholder 2"/>
          <p:cNvSpPr>
            <a:spLocks noGrp="1"/>
          </p:cNvSpPr>
          <p:nvPr>
            <p:ph idx="1"/>
          </p:nvPr>
        </p:nvSpPr>
        <p:spPr/>
        <p:txBody>
          <a:bodyPr>
            <a:normAutofit/>
          </a:bodyPr>
          <a:lstStyle/>
          <a:p>
            <a:r>
              <a:rPr lang="en-US" dirty="0"/>
              <a:t>Involves the design of instructions given to the LLM which has a large influence on model behavior</a:t>
            </a:r>
          </a:p>
          <a:p>
            <a:pPr lvl="1"/>
            <a:r>
              <a:rPr lang="en-US" dirty="0"/>
              <a:t>Involves specification of roles, guardrails/constraints, examples, output formatting</a:t>
            </a:r>
          </a:p>
          <a:p>
            <a:r>
              <a:rPr dirty="0"/>
              <a:t>Critical for clinical safety</a:t>
            </a:r>
            <a:endParaRPr lang="en-US" dirty="0"/>
          </a:p>
          <a:p>
            <a:pPr lvl="1"/>
            <a:r>
              <a:rPr lang="en-US" dirty="0"/>
              <a:t>Outputs depend on instruction clarity</a:t>
            </a:r>
          </a:p>
          <a:p>
            <a:pPr lvl="1"/>
            <a:r>
              <a:rPr lang="en-US" dirty="0"/>
              <a:t>Poor prompts → hallucination + inconsistency“</a:t>
            </a:r>
          </a:p>
          <a:p>
            <a:r>
              <a:rPr lang="en-US" dirty="0"/>
              <a:t>No retraining required</a:t>
            </a:r>
          </a:p>
          <a:p>
            <a:r>
              <a:rPr lang="en-US" dirty="0"/>
              <a:t>Goal: maximize accuracy, minimize fabrication</a:t>
            </a:r>
            <a:endParaRPr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Prompt structure and safety guardrails</a:t>
            </a:r>
          </a:p>
        </p:txBody>
      </p:sp>
      <p:sp>
        <p:nvSpPr>
          <p:cNvPr id="3" name="Content Placeholder 2"/>
          <p:cNvSpPr>
            <a:spLocks noGrp="1"/>
          </p:cNvSpPr>
          <p:nvPr>
            <p:ph idx="1"/>
          </p:nvPr>
        </p:nvSpPr>
        <p:spPr/>
        <p:txBody>
          <a:bodyPr>
            <a:normAutofit/>
          </a:bodyPr>
          <a:lstStyle/>
          <a:p>
            <a:r>
              <a:rPr lang="en-US" dirty="0"/>
              <a:t>System / developer message defines rules",</a:t>
            </a:r>
          </a:p>
          <a:p>
            <a:r>
              <a:rPr lang="en-US" dirty="0"/>
              <a:t>User message provides document",</a:t>
            </a:r>
          </a:p>
          <a:p>
            <a:r>
              <a:rPr lang="en-US" dirty="0"/>
              <a:t> Assistant outputs structured JSON",</a:t>
            </a:r>
          </a:p>
          <a:p>
            <a:r>
              <a:rPr lang="en-US" dirty="0"/>
              <a:t>        "Separation of instructions and data"</a:t>
            </a:r>
          </a:p>
          <a:p>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CCC169-F7A7-C762-898D-3985142230CB}"/>
              </a:ext>
            </a:extLst>
          </p:cNvPr>
          <p:cNvSpPr>
            <a:spLocks noGrp="1"/>
          </p:cNvSpPr>
          <p:nvPr>
            <p:ph type="title"/>
          </p:nvPr>
        </p:nvSpPr>
        <p:spPr/>
        <p:txBody>
          <a:bodyPr/>
          <a:lstStyle/>
          <a:p>
            <a:r>
              <a:rPr lang="en-US" dirty="0"/>
              <a:t>Prompt versioning</a:t>
            </a:r>
          </a:p>
        </p:txBody>
      </p:sp>
      <p:sp>
        <p:nvSpPr>
          <p:cNvPr id="3" name="Content Placeholder 2">
            <a:extLst>
              <a:ext uri="{FF2B5EF4-FFF2-40B4-BE49-F238E27FC236}">
                <a16:creationId xmlns:a16="http://schemas.microsoft.com/office/drawing/2014/main" id="{6328D4AA-88F0-A000-4DC7-A03C0F2E06B2}"/>
              </a:ext>
            </a:extLst>
          </p:cNvPr>
          <p:cNvSpPr>
            <a:spLocks noGrp="1"/>
          </p:cNvSpPr>
          <p:nvPr>
            <p:ph idx="1"/>
          </p:nvPr>
        </p:nvSpPr>
        <p:spPr/>
        <p:txBody>
          <a:bodyPr>
            <a:normAutofit/>
          </a:bodyPr>
          <a:lstStyle/>
          <a:p>
            <a:r>
              <a:rPr lang="en-US" dirty="0"/>
              <a:t>Prompt V1: zero-shot extraction</a:t>
            </a:r>
          </a:p>
          <a:p>
            <a:r>
              <a:rPr lang="en-US" dirty="0"/>
              <a:t>Prompt V2: structured extraction of set values per feature, strict guardrails, and context grounding </a:t>
            </a:r>
          </a:p>
          <a:p>
            <a:pPr lvl="2"/>
            <a:r>
              <a:rPr lang="en-US" dirty="0"/>
              <a:t>Anti-fabrication methods employed: </a:t>
            </a:r>
          </a:p>
          <a:p>
            <a:pPr lvl="3"/>
            <a:r>
              <a:rPr lang="en-US" dirty="0"/>
              <a:t>Guardrails and specified model behavior– e.g. no inference allowed and return 'Not reported' if missing</a:t>
            </a:r>
          </a:p>
          <a:p>
            <a:pPr lvl="3"/>
            <a:r>
              <a:rPr lang="en-US" dirty="0"/>
              <a:t>Specified feature values and output format</a:t>
            </a:r>
          </a:p>
          <a:p>
            <a:pPr lvl="3"/>
            <a:r>
              <a:rPr lang="en-US" dirty="0"/>
              <a:t>Context grounding to area of source documents relevant to extracted values</a:t>
            </a:r>
          </a:p>
          <a:p>
            <a:endParaRPr lang="en-US" dirty="0"/>
          </a:p>
        </p:txBody>
      </p:sp>
    </p:spTree>
    <p:extLst>
      <p:ext uri="{BB962C8B-B14F-4D97-AF65-F5344CB8AC3E}">
        <p14:creationId xmlns:p14="http://schemas.microsoft.com/office/powerpoint/2010/main" val="10522258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21F8-9390-3DE0-F176-6592E414D43F}"/>
              </a:ext>
            </a:extLst>
          </p:cNvPr>
          <p:cNvSpPr>
            <a:spLocks noGrp="1"/>
          </p:cNvSpPr>
          <p:nvPr>
            <p:ph type="title"/>
          </p:nvPr>
        </p:nvSpPr>
        <p:spPr/>
        <p:txBody>
          <a:bodyPr/>
          <a:lstStyle/>
          <a:p>
            <a:r>
              <a:rPr lang="en-US" dirty="0"/>
              <a:t>Results</a:t>
            </a:r>
          </a:p>
        </p:txBody>
      </p:sp>
      <p:sp>
        <p:nvSpPr>
          <p:cNvPr id="3" name="Content Placeholder 2">
            <a:extLst>
              <a:ext uri="{FF2B5EF4-FFF2-40B4-BE49-F238E27FC236}">
                <a16:creationId xmlns:a16="http://schemas.microsoft.com/office/drawing/2014/main" id="{D0C3BAF7-901E-3C31-935A-740B21F37CA4}"/>
              </a:ext>
            </a:extLst>
          </p:cNvPr>
          <p:cNvSpPr>
            <a:spLocks noGrp="1"/>
          </p:cNvSpPr>
          <p:nvPr>
            <p:ph idx="1"/>
          </p:nvPr>
        </p:nvSpPr>
        <p:spPr/>
        <p:txBody>
          <a:bodyPr/>
          <a:lstStyle/>
          <a:p>
            <a:endParaRPr lang="en-US"/>
          </a:p>
        </p:txBody>
      </p:sp>
      <p:sp>
        <p:nvSpPr>
          <p:cNvPr id="4" name="Footer Placeholder 3">
            <a:extLst>
              <a:ext uri="{FF2B5EF4-FFF2-40B4-BE49-F238E27FC236}">
                <a16:creationId xmlns:a16="http://schemas.microsoft.com/office/drawing/2014/main" id="{F2D51202-25A3-579F-4B23-8B1B84A1D7D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91671C5-480A-BC30-C4EB-1FAF62ED2E99}"/>
              </a:ext>
            </a:extLst>
          </p:cNvPr>
          <p:cNvSpPr>
            <a:spLocks noGrp="1"/>
          </p:cNvSpPr>
          <p:nvPr>
            <p:ph type="sldNum" sz="quarter" idx="12"/>
          </p:nvPr>
        </p:nvSpPr>
        <p:spPr/>
        <p:txBody>
          <a:bodyPr/>
          <a:lstStyle/>
          <a:p>
            <a:fld id="{C1FF6DA9-008F-8B48-92A6-B652298478BF}" type="slidenum">
              <a:rPr lang="en-US" smtClean="0"/>
              <a:t>17</a:t>
            </a:fld>
            <a:endParaRPr lang="en-US"/>
          </a:p>
        </p:txBody>
      </p:sp>
    </p:spTree>
    <p:extLst>
      <p:ext uri="{BB962C8B-B14F-4D97-AF65-F5344CB8AC3E}">
        <p14:creationId xmlns:p14="http://schemas.microsoft.com/office/powerpoint/2010/main" val="37177391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C6E8E-EAEF-808E-CB34-11A3019327DB}"/>
            </a:ext>
          </a:extLst>
        </p:cNvPr>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A19ED776-82DB-9AA2-A857-E0B5F2082BC0}"/>
              </a:ext>
            </a:extLst>
          </p:cNvPr>
          <p:cNvSpPr>
            <a:spLocks noGrp="1"/>
          </p:cNvSpPr>
          <p:nvPr>
            <p:ph type="sldNum" sz="quarter" idx="11"/>
          </p:nvPr>
        </p:nvSpPr>
        <p:spPr/>
        <p:txBody>
          <a:bodyPr/>
          <a:lstStyle/>
          <a:p>
            <a:fld id="{523A240F-EAFE-E84F-B44C-6D7A08E0E409}" type="slidenum">
              <a:rPr lang="en-US" smtClean="0"/>
              <a:pPr/>
              <a:t>18</a:t>
            </a:fld>
            <a:endParaRPr lang="en-US"/>
          </a:p>
        </p:txBody>
      </p:sp>
      <p:sp>
        <p:nvSpPr>
          <p:cNvPr id="3" name="Footer Placeholder 2">
            <a:extLst>
              <a:ext uri="{FF2B5EF4-FFF2-40B4-BE49-F238E27FC236}">
                <a16:creationId xmlns:a16="http://schemas.microsoft.com/office/drawing/2014/main" id="{C5106054-40B5-115B-B435-DE5865F492C6}"/>
              </a:ext>
            </a:extLst>
          </p:cNvPr>
          <p:cNvSpPr>
            <a:spLocks noGrp="1"/>
          </p:cNvSpPr>
          <p:nvPr>
            <p:ph type="ftr" sz="quarter" idx="10"/>
          </p:nvPr>
        </p:nvSpPr>
        <p:spPr/>
        <p:txBody>
          <a:bodyPr/>
          <a:lstStyle/>
          <a:p>
            <a:r>
              <a:rPr lang="en-US"/>
              <a:t>MSK Confidential — do not distribute</a:t>
            </a:r>
          </a:p>
        </p:txBody>
      </p:sp>
      <p:sp>
        <p:nvSpPr>
          <p:cNvPr id="13" name="Text Placeholder 12">
            <a:extLst>
              <a:ext uri="{FF2B5EF4-FFF2-40B4-BE49-F238E27FC236}">
                <a16:creationId xmlns:a16="http://schemas.microsoft.com/office/drawing/2014/main" id="{7DA528AF-FC9A-7FC2-3933-BE4A5E68629E}"/>
              </a:ext>
            </a:extLst>
          </p:cNvPr>
          <p:cNvSpPr>
            <a:spLocks noGrp="1"/>
          </p:cNvSpPr>
          <p:nvPr>
            <p:ph type="body" sz="half" idx="2"/>
          </p:nvPr>
        </p:nvSpPr>
        <p:spPr/>
        <p:txBody>
          <a:bodyPr/>
          <a:lstStyle/>
          <a:p>
            <a:endParaRPr lang="en-US"/>
          </a:p>
        </p:txBody>
      </p:sp>
      <p:sp>
        <p:nvSpPr>
          <p:cNvPr id="11" name="Title 10">
            <a:extLst>
              <a:ext uri="{FF2B5EF4-FFF2-40B4-BE49-F238E27FC236}">
                <a16:creationId xmlns:a16="http://schemas.microsoft.com/office/drawing/2014/main" id="{24767E1F-E87C-762F-24C6-FD470AD2D445}"/>
              </a:ext>
            </a:extLst>
          </p:cNvPr>
          <p:cNvSpPr>
            <a:spLocks noGrp="1"/>
          </p:cNvSpPr>
          <p:nvPr>
            <p:ph type="title"/>
          </p:nvPr>
        </p:nvSpPr>
        <p:spPr>
          <a:xfrm>
            <a:off x="512063" y="736093"/>
            <a:ext cx="11184423" cy="557784"/>
          </a:xfrm>
        </p:spPr>
        <p:txBody>
          <a:bodyPr/>
          <a:lstStyle/>
          <a:p>
            <a:r>
              <a:rPr lang="en-US" dirty="0"/>
              <a:t>Clinical implications</a:t>
            </a:r>
          </a:p>
        </p:txBody>
      </p:sp>
      <p:sp>
        <p:nvSpPr>
          <p:cNvPr id="4" name="Rectangle 1">
            <a:extLst>
              <a:ext uri="{FF2B5EF4-FFF2-40B4-BE49-F238E27FC236}">
                <a16:creationId xmlns:a16="http://schemas.microsoft.com/office/drawing/2014/main" id="{458CFF1A-308D-90CC-6B46-027BCEDC285D}"/>
              </a:ext>
            </a:extLst>
          </p:cNvPr>
          <p:cNvSpPr>
            <a:spLocks noGrp="1" noChangeArrowheads="1"/>
          </p:cNvSpPr>
          <p:nvPr>
            <p:ph idx="1"/>
          </p:nvPr>
        </p:nvSpPr>
        <p:spPr bwMode="auto">
          <a:xfrm>
            <a:off x="512063" y="1892585"/>
            <a:ext cx="12220012"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2"/>
                </a:solidFill>
                <a:effectLst/>
                <a:latin typeface="Arial" panose="020B0604020202020204" pitchFamily="34" charset="0"/>
              </a:rPr>
              <a:t>Reduces manual workload associated with generating the preoperative workup from imaging and pathology reports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2"/>
                </a:solidFill>
                <a:effectLst/>
                <a:latin typeface="Arial" panose="020B0604020202020204" pitchFamily="34" charset="0"/>
              </a:rPr>
              <a:t>Standardizes the quality of the summary across sites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2"/>
                </a:solidFill>
                <a:effectLst/>
                <a:latin typeface="Arial" panose="020B0604020202020204" pitchFamily="34" charset="0"/>
              </a:rPr>
              <a:t>Improves completeness of clinical information</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dirty="0">
                <a:solidFill>
                  <a:schemeClr val="tx2"/>
                </a:solidFill>
                <a:latin typeface="Arial" panose="020B0604020202020204" pitchFamily="34" charset="0"/>
              </a:rPr>
              <a:t>Mitigates primary safety risk (hallucination)</a:t>
            </a:r>
            <a:endParaRPr kumimoji="0" lang="en-US" altLang="en-US" sz="1800" b="0" i="0" u="none" strike="noStrike" cap="none" normalizeH="0" baseline="0" dirty="0">
              <a:ln>
                <a:noFill/>
              </a:ln>
              <a:solidFill>
                <a:schemeClr val="tx2"/>
              </a:solidFill>
              <a:effectLst/>
              <a:latin typeface="Arial" panose="020B0604020202020204" pitchFamily="34" charset="0"/>
            </a:endParaRPr>
          </a:p>
        </p:txBody>
      </p:sp>
    </p:spTree>
    <p:extLst>
      <p:ext uri="{BB962C8B-B14F-4D97-AF65-F5344CB8AC3E}">
        <p14:creationId xmlns:p14="http://schemas.microsoft.com/office/powerpoint/2010/main" val="40385996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1B7EA-06B1-AEA2-12A9-957930393C6A}"/>
            </a:ext>
          </a:extLst>
        </p:cNvPr>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38DA8091-C8D7-6E7B-EB1E-EDBFB262101B}"/>
              </a:ext>
            </a:extLst>
          </p:cNvPr>
          <p:cNvSpPr>
            <a:spLocks noGrp="1"/>
          </p:cNvSpPr>
          <p:nvPr>
            <p:ph type="sldNum" sz="quarter" idx="11"/>
          </p:nvPr>
        </p:nvSpPr>
        <p:spPr/>
        <p:txBody>
          <a:bodyPr/>
          <a:lstStyle/>
          <a:p>
            <a:fld id="{523A240F-EAFE-E84F-B44C-6D7A08E0E409}" type="slidenum">
              <a:rPr lang="en-US" smtClean="0"/>
              <a:pPr/>
              <a:t>19</a:t>
            </a:fld>
            <a:endParaRPr lang="en-US"/>
          </a:p>
        </p:txBody>
      </p:sp>
      <p:sp>
        <p:nvSpPr>
          <p:cNvPr id="3" name="Footer Placeholder 2">
            <a:extLst>
              <a:ext uri="{FF2B5EF4-FFF2-40B4-BE49-F238E27FC236}">
                <a16:creationId xmlns:a16="http://schemas.microsoft.com/office/drawing/2014/main" id="{D993A441-3F4E-2808-42F3-E014F5CB6790}"/>
              </a:ext>
            </a:extLst>
          </p:cNvPr>
          <p:cNvSpPr>
            <a:spLocks noGrp="1"/>
          </p:cNvSpPr>
          <p:nvPr>
            <p:ph type="ftr" sz="quarter" idx="10"/>
          </p:nvPr>
        </p:nvSpPr>
        <p:spPr/>
        <p:txBody>
          <a:bodyPr/>
          <a:lstStyle/>
          <a:p>
            <a:r>
              <a:rPr lang="en-US"/>
              <a:t>MSK Confidential — do not distribute</a:t>
            </a:r>
          </a:p>
        </p:txBody>
      </p:sp>
      <p:sp>
        <p:nvSpPr>
          <p:cNvPr id="13" name="Text Placeholder 12">
            <a:extLst>
              <a:ext uri="{FF2B5EF4-FFF2-40B4-BE49-F238E27FC236}">
                <a16:creationId xmlns:a16="http://schemas.microsoft.com/office/drawing/2014/main" id="{0A852323-F1D5-94B3-1EE9-38CDD12AC03A}"/>
              </a:ext>
            </a:extLst>
          </p:cNvPr>
          <p:cNvSpPr>
            <a:spLocks noGrp="1"/>
          </p:cNvSpPr>
          <p:nvPr>
            <p:ph type="body" sz="half" idx="2"/>
          </p:nvPr>
        </p:nvSpPr>
        <p:spPr/>
        <p:txBody>
          <a:bodyPr/>
          <a:lstStyle/>
          <a:p>
            <a:endParaRPr lang="en-US"/>
          </a:p>
        </p:txBody>
      </p:sp>
      <p:sp>
        <p:nvSpPr>
          <p:cNvPr id="11" name="Title 10">
            <a:extLst>
              <a:ext uri="{FF2B5EF4-FFF2-40B4-BE49-F238E27FC236}">
                <a16:creationId xmlns:a16="http://schemas.microsoft.com/office/drawing/2014/main" id="{34693915-684E-CA6E-4764-8C4648A92DDC}"/>
              </a:ext>
            </a:extLst>
          </p:cNvPr>
          <p:cNvSpPr>
            <a:spLocks noGrp="1"/>
          </p:cNvSpPr>
          <p:nvPr>
            <p:ph type="title"/>
          </p:nvPr>
        </p:nvSpPr>
        <p:spPr/>
        <p:txBody>
          <a:bodyPr/>
          <a:lstStyle/>
          <a:p>
            <a:r>
              <a:rPr lang="en-US" dirty="0"/>
              <a:t>Potential study limitations</a:t>
            </a:r>
          </a:p>
        </p:txBody>
      </p:sp>
      <p:sp>
        <p:nvSpPr>
          <p:cNvPr id="4" name="Rectangle 1">
            <a:extLst>
              <a:ext uri="{FF2B5EF4-FFF2-40B4-BE49-F238E27FC236}">
                <a16:creationId xmlns:a16="http://schemas.microsoft.com/office/drawing/2014/main" id="{DFFA3AD3-E044-E044-F818-DC0FFA5F615A}"/>
              </a:ext>
            </a:extLst>
          </p:cNvPr>
          <p:cNvSpPr>
            <a:spLocks noGrp="1" noChangeArrowheads="1"/>
          </p:cNvSpPr>
          <p:nvPr>
            <p:ph idx="1"/>
          </p:nvPr>
        </p:nvSpPr>
        <p:spPr bwMode="auto">
          <a:xfrm>
            <a:off x="512763" y="1902542"/>
            <a:ext cx="1038254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2"/>
                </a:solidFill>
                <a:effectLst/>
                <a:latin typeface="Arial" panose="020B0604020202020204" pitchFamily="34" charset="0"/>
              </a:rPr>
              <a:t>No universally accepted gold standard exists for evaluating clinical summarization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2"/>
                </a:solidFill>
                <a:effectLst/>
                <a:latin typeface="Arial" panose="020B0604020202020204" pitchFamily="34" charset="0"/>
              </a:rPr>
              <a:t>Automated metrics may not reflect clinical correctness or completeness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2"/>
                </a:solidFill>
                <a:effectLst/>
                <a:latin typeface="Arial" panose="020B0604020202020204" pitchFamily="34" charset="0"/>
              </a:rPr>
              <a:t>Human evaluation introduces subjectivity and inter-reviewer variability</a:t>
            </a:r>
          </a:p>
        </p:txBody>
      </p:sp>
    </p:spTree>
    <p:extLst>
      <p:ext uri="{BB962C8B-B14F-4D97-AF65-F5344CB8AC3E}">
        <p14:creationId xmlns:p14="http://schemas.microsoft.com/office/powerpoint/2010/main" val="18724151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C7B22A-2FF5-FC9A-5845-BF6855F6BCCD}"/>
            </a:ext>
          </a:extLst>
        </p:cNvPr>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E12F3B94-DA23-DBCA-313E-66FA833D7EB7}"/>
              </a:ext>
            </a:extLst>
          </p:cNvPr>
          <p:cNvSpPr>
            <a:spLocks noGrp="1"/>
          </p:cNvSpPr>
          <p:nvPr>
            <p:ph type="sldNum" sz="quarter" idx="11"/>
          </p:nvPr>
        </p:nvSpPr>
        <p:spPr/>
        <p:txBody>
          <a:bodyPr/>
          <a:lstStyle/>
          <a:p>
            <a:fld id="{523A240F-EAFE-E84F-B44C-6D7A08E0E409}" type="slidenum">
              <a:rPr lang="en-US" smtClean="0"/>
              <a:pPr/>
              <a:t>20</a:t>
            </a:fld>
            <a:endParaRPr lang="en-US"/>
          </a:p>
        </p:txBody>
      </p:sp>
      <p:sp>
        <p:nvSpPr>
          <p:cNvPr id="3" name="Footer Placeholder 2">
            <a:extLst>
              <a:ext uri="{FF2B5EF4-FFF2-40B4-BE49-F238E27FC236}">
                <a16:creationId xmlns:a16="http://schemas.microsoft.com/office/drawing/2014/main" id="{959DD118-AEB6-A269-1652-EA2561FD1C01}"/>
              </a:ext>
            </a:extLst>
          </p:cNvPr>
          <p:cNvSpPr>
            <a:spLocks noGrp="1"/>
          </p:cNvSpPr>
          <p:nvPr>
            <p:ph type="ftr" sz="quarter" idx="10"/>
          </p:nvPr>
        </p:nvSpPr>
        <p:spPr/>
        <p:txBody>
          <a:bodyPr/>
          <a:lstStyle/>
          <a:p>
            <a:r>
              <a:rPr lang="en-US"/>
              <a:t>MSK Confidential — do not distribute</a:t>
            </a:r>
          </a:p>
        </p:txBody>
      </p:sp>
      <p:sp>
        <p:nvSpPr>
          <p:cNvPr id="13" name="Text Placeholder 12">
            <a:extLst>
              <a:ext uri="{FF2B5EF4-FFF2-40B4-BE49-F238E27FC236}">
                <a16:creationId xmlns:a16="http://schemas.microsoft.com/office/drawing/2014/main" id="{7FE85BD9-FB84-B996-5058-DF5D8882DACB}"/>
              </a:ext>
            </a:extLst>
          </p:cNvPr>
          <p:cNvSpPr>
            <a:spLocks noGrp="1"/>
          </p:cNvSpPr>
          <p:nvPr>
            <p:ph type="body" sz="half" idx="2"/>
          </p:nvPr>
        </p:nvSpPr>
        <p:spPr/>
        <p:txBody>
          <a:bodyPr/>
          <a:lstStyle/>
          <a:p>
            <a:endParaRPr lang="en-US" dirty="0"/>
          </a:p>
        </p:txBody>
      </p:sp>
      <p:sp>
        <p:nvSpPr>
          <p:cNvPr id="11" name="Title 10">
            <a:extLst>
              <a:ext uri="{FF2B5EF4-FFF2-40B4-BE49-F238E27FC236}">
                <a16:creationId xmlns:a16="http://schemas.microsoft.com/office/drawing/2014/main" id="{FEC54DC7-6AB6-B045-0CED-A7E834E6C6E8}"/>
              </a:ext>
            </a:extLst>
          </p:cNvPr>
          <p:cNvSpPr>
            <a:spLocks noGrp="1"/>
          </p:cNvSpPr>
          <p:nvPr>
            <p:ph type="title"/>
          </p:nvPr>
        </p:nvSpPr>
        <p:spPr/>
        <p:txBody>
          <a:bodyPr/>
          <a:lstStyle/>
          <a:p>
            <a:r>
              <a:rPr lang="en-US" dirty="0"/>
              <a:t>Safety and ethical considerations</a:t>
            </a:r>
          </a:p>
        </p:txBody>
      </p:sp>
      <p:sp>
        <p:nvSpPr>
          <p:cNvPr id="4" name="Rectangle 1">
            <a:extLst>
              <a:ext uri="{FF2B5EF4-FFF2-40B4-BE49-F238E27FC236}">
                <a16:creationId xmlns:a16="http://schemas.microsoft.com/office/drawing/2014/main" id="{B5F6D740-20E5-AF39-702E-149F388840B2}"/>
              </a:ext>
            </a:extLst>
          </p:cNvPr>
          <p:cNvSpPr>
            <a:spLocks noGrp="1" noChangeArrowheads="1"/>
          </p:cNvSpPr>
          <p:nvPr>
            <p:ph idx="1"/>
          </p:nvPr>
        </p:nvSpPr>
        <p:spPr bwMode="auto">
          <a:xfrm>
            <a:off x="512763" y="1643921"/>
            <a:ext cx="10274057"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2"/>
                </a:solidFill>
                <a:effectLst/>
                <a:latin typeface="Arial" panose="020B0604020202020204" pitchFamily="34" charset="0"/>
              </a:rPr>
              <a:t>All LLM-generated summaries require clinician review and verification before use in clinical decision-making</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2"/>
                </a:solidFill>
                <a:effectLst/>
                <a:latin typeface="Arial" panose="020B0604020202020204" pitchFamily="34" charset="0"/>
              </a:rPr>
              <a:t>The tool is designed to augment</a:t>
            </a:r>
            <a:r>
              <a:rPr lang="en-US" altLang="en-US" dirty="0">
                <a:solidFill>
                  <a:schemeClr val="tx2"/>
                </a:solidFill>
                <a:latin typeface="Arial" panose="020B0604020202020204" pitchFamily="34" charset="0"/>
              </a:rPr>
              <a:t> </a:t>
            </a:r>
            <a:r>
              <a:rPr kumimoji="0" lang="en-US" altLang="en-US" sz="1800" b="0" i="0" u="none" strike="noStrike" cap="none" normalizeH="0" baseline="0" dirty="0">
                <a:ln>
                  <a:noFill/>
                </a:ln>
                <a:solidFill>
                  <a:schemeClr val="tx2"/>
                </a:solidFill>
                <a:effectLst/>
                <a:latin typeface="Arial" panose="020B0604020202020204" pitchFamily="34" charset="0"/>
              </a:rPr>
              <a:t>clinical judgment, not replace</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2"/>
                </a:solidFill>
                <a:effectLst/>
                <a:latin typeface="Arial" panose="020B0604020202020204" pitchFamily="34" charset="0"/>
              </a:rPr>
              <a:t>Clinical workflows should remain robust to system downtime or tool unavailability</a:t>
            </a:r>
          </a:p>
          <a:p>
            <a:pPr marL="285750" lvl="0" indent="-285750" eaLnBrk="0" fontAlgn="base" hangingPunct="0">
              <a:spcBef>
                <a:spcPct val="0"/>
              </a:spcBef>
              <a:spcAft>
                <a:spcPct val="0"/>
              </a:spcAft>
              <a:buFont typeface="Arial" panose="020B0604020202020204" pitchFamily="34" charset="0"/>
              <a:buChar char="•"/>
            </a:pPr>
            <a:r>
              <a:rPr lang="en-US" altLang="en-US" dirty="0">
                <a:solidFill>
                  <a:schemeClr val="tx2"/>
                </a:solidFill>
                <a:latin typeface="Arial" panose="020B0604020202020204" pitchFamily="34" charset="0"/>
              </a:rPr>
              <a:t>Staff must retain competency in independently creating oncologic surgical consultation summaries</a:t>
            </a:r>
            <a:endParaRPr kumimoji="0" lang="en-US" altLang="en-US" sz="1800" b="0" i="0" u="none" strike="noStrike" cap="none" normalizeH="0" baseline="0" dirty="0">
              <a:ln>
                <a:noFill/>
              </a:ln>
              <a:solidFill>
                <a:schemeClr val="tx2"/>
              </a:solidFill>
              <a:effectLst/>
              <a:latin typeface="Arial" panose="020B0604020202020204" pitchFamily="34" charset="0"/>
            </a:endParaRPr>
          </a:p>
        </p:txBody>
      </p:sp>
    </p:spTree>
    <p:extLst>
      <p:ext uri="{BB962C8B-B14F-4D97-AF65-F5344CB8AC3E}">
        <p14:creationId xmlns:p14="http://schemas.microsoft.com/office/powerpoint/2010/main" val="28240122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991CD03-A31A-E1F7-8435-09524F4729EA}"/>
              </a:ext>
            </a:extLst>
          </p:cNvPr>
          <p:cNvSpPr>
            <a:spLocks noGrp="1"/>
          </p:cNvSpPr>
          <p:nvPr>
            <p:ph type="sldNum" sz="quarter" idx="11"/>
          </p:nvPr>
        </p:nvSpPr>
        <p:spPr/>
        <p:txBody>
          <a:bodyPr/>
          <a:lstStyle/>
          <a:p>
            <a:fld id="{523A240F-EAFE-E84F-B44C-6D7A08E0E409}" type="slidenum">
              <a:rPr lang="en-US" smtClean="0"/>
              <a:t>21</a:t>
            </a:fld>
            <a:endParaRPr lang="en-US"/>
          </a:p>
        </p:txBody>
      </p:sp>
      <p:sp>
        <p:nvSpPr>
          <p:cNvPr id="3" name="Footer Placeholder 2">
            <a:extLst>
              <a:ext uri="{FF2B5EF4-FFF2-40B4-BE49-F238E27FC236}">
                <a16:creationId xmlns:a16="http://schemas.microsoft.com/office/drawing/2014/main" id="{D2008BE4-98AF-C8DE-853A-1D12C4991DAD}"/>
              </a:ext>
            </a:extLst>
          </p:cNvPr>
          <p:cNvSpPr>
            <a:spLocks noGrp="1"/>
          </p:cNvSpPr>
          <p:nvPr>
            <p:ph type="ftr" sz="quarter" idx="10"/>
          </p:nvPr>
        </p:nvSpPr>
        <p:spPr/>
        <p:txBody>
          <a:bodyPr/>
          <a:lstStyle/>
          <a:p>
            <a:r>
              <a:rPr lang="en-US"/>
              <a:t>MSK Confidential — do not distribute</a:t>
            </a:r>
          </a:p>
        </p:txBody>
      </p:sp>
      <p:sp>
        <p:nvSpPr>
          <p:cNvPr id="4" name="Text Placeholder 3">
            <a:extLst>
              <a:ext uri="{FF2B5EF4-FFF2-40B4-BE49-F238E27FC236}">
                <a16:creationId xmlns:a16="http://schemas.microsoft.com/office/drawing/2014/main" id="{812BDDF0-2064-6DF1-F234-67A120798E36}"/>
              </a:ext>
            </a:extLst>
          </p:cNvPr>
          <p:cNvSpPr>
            <a:spLocks noGrp="1"/>
          </p:cNvSpPr>
          <p:nvPr>
            <p:ph type="body" sz="half" idx="2"/>
          </p:nvPr>
        </p:nvSpPr>
        <p:spPr/>
        <p:txBody>
          <a:bodyPr/>
          <a:lstStyle/>
          <a:p>
            <a:endParaRPr lang="en-US"/>
          </a:p>
        </p:txBody>
      </p:sp>
      <p:sp>
        <p:nvSpPr>
          <p:cNvPr id="5" name="Title 4">
            <a:extLst>
              <a:ext uri="{FF2B5EF4-FFF2-40B4-BE49-F238E27FC236}">
                <a16:creationId xmlns:a16="http://schemas.microsoft.com/office/drawing/2014/main" id="{F16ADB46-4744-3BD1-5FFB-00F2AED01542}"/>
              </a:ext>
            </a:extLst>
          </p:cNvPr>
          <p:cNvSpPr>
            <a:spLocks noGrp="1"/>
          </p:cNvSpPr>
          <p:nvPr>
            <p:ph type="title"/>
          </p:nvPr>
        </p:nvSpPr>
        <p:spPr/>
        <p:txBody>
          <a:bodyPr/>
          <a:lstStyle/>
          <a:p>
            <a:r>
              <a:rPr lang="en-US" dirty="0"/>
              <a:t>Future Research</a:t>
            </a:r>
          </a:p>
        </p:txBody>
      </p:sp>
      <p:sp>
        <p:nvSpPr>
          <p:cNvPr id="6" name="Text Placeholder 5">
            <a:extLst>
              <a:ext uri="{FF2B5EF4-FFF2-40B4-BE49-F238E27FC236}">
                <a16:creationId xmlns:a16="http://schemas.microsoft.com/office/drawing/2014/main" id="{B1F3F36A-6831-F269-B696-3AAA6EFD08C0}"/>
              </a:ext>
            </a:extLst>
          </p:cNvPr>
          <p:cNvSpPr>
            <a:spLocks noGrp="1"/>
          </p:cNvSpPr>
          <p:nvPr>
            <p:ph type="body" idx="12"/>
          </p:nvPr>
        </p:nvSpPr>
        <p:spPr/>
        <p:txBody>
          <a:bodyPr/>
          <a:lstStyle/>
          <a:p>
            <a:endParaRPr lang="en-US"/>
          </a:p>
        </p:txBody>
      </p:sp>
      <p:sp>
        <p:nvSpPr>
          <p:cNvPr id="7" name="Content Placeholder 6">
            <a:extLst>
              <a:ext uri="{FF2B5EF4-FFF2-40B4-BE49-F238E27FC236}">
                <a16:creationId xmlns:a16="http://schemas.microsoft.com/office/drawing/2014/main" id="{5EBE4A91-5418-CF1E-5F18-028DC01D5466}"/>
              </a:ext>
            </a:extLst>
          </p:cNvPr>
          <p:cNvSpPr>
            <a:spLocks noGrp="1"/>
          </p:cNvSpPr>
          <p:nvPr>
            <p:ph idx="1"/>
          </p:nvPr>
        </p:nvSpPr>
        <p:spPr/>
        <p:txBody>
          <a:bodyPr/>
          <a:lstStyle/>
          <a:p>
            <a:r>
              <a:rPr lang="en-US" dirty="0"/>
              <a:t>Analyze and quantify features of source documents leading to reduced model performance</a:t>
            </a:r>
          </a:p>
          <a:p>
            <a:r>
              <a:rPr lang="en-US" dirty="0"/>
              <a:t>Quantify improvements in model performance following optimization strategies</a:t>
            </a:r>
          </a:p>
          <a:p>
            <a:r>
              <a:rPr lang="en-US" dirty="0"/>
              <a:t>Explore the efficacy of newer modalities in optimization, such as reinforcement learning</a:t>
            </a:r>
          </a:p>
        </p:txBody>
      </p:sp>
    </p:spTree>
    <p:extLst>
      <p:ext uri="{BB962C8B-B14F-4D97-AF65-F5344CB8AC3E}">
        <p14:creationId xmlns:p14="http://schemas.microsoft.com/office/powerpoint/2010/main" val="1889611801"/>
      </p:ext>
    </p:extLst>
  </p:cSld>
  <p:clrMapOvr>
    <a:masterClrMapping/>
  </p:clrMapOvr>
</p:sld>
</file>

<file path=ppt/theme/theme1.xml><?xml version="1.0" encoding="utf-8"?>
<a:theme xmlns:a="http://schemas.openxmlformats.org/drawingml/2006/main" name="MSK Internal Template">
  <a:themeElements>
    <a:clrScheme name="MSK Direct">
      <a:dk1>
        <a:srgbClr val="002569"/>
      </a:dk1>
      <a:lt1>
        <a:srgbClr val="FFFFFF"/>
      </a:lt1>
      <a:dk2>
        <a:srgbClr val="272524"/>
      </a:dk2>
      <a:lt2>
        <a:srgbClr val="FBF9F7"/>
      </a:lt2>
      <a:accent1>
        <a:srgbClr val="0073E0"/>
      </a:accent1>
      <a:accent2>
        <a:srgbClr val="70BCFF"/>
      </a:accent2>
      <a:accent3>
        <a:srgbClr val="C3DEFF"/>
      </a:accent3>
      <a:accent4>
        <a:srgbClr val="037D98"/>
      </a:accent4>
      <a:accent5>
        <a:srgbClr val="78E2DA"/>
      </a:accent5>
      <a:accent6>
        <a:srgbClr val="B1FFF9"/>
      </a:accent6>
      <a:hlink>
        <a:srgbClr val="3259E7"/>
      </a:hlink>
      <a:folHlink>
        <a:srgbClr val="863ECC"/>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1"/>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lgn="l">
          <a:defRPr dirty="0" smtClean="0">
            <a:solidFill>
              <a:srgbClr val="272524"/>
            </a:solidFill>
          </a:defRPr>
        </a:defPPr>
      </a:lstStyle>
    </a:txDef>
  </a:objectDefaults>
  <a:extraClrSchemeLst/>
  <a:custClrLst>
    <a:custClr name="Dark Warm Gray">
      <a:srgbClr val="272524"/>
    </a:custClr>
    <a:custClr name="Blue">
      <a:srgbClr val="0073E0"/>
    </a:custClr>
    <a:custClr name="Dark Teal">
      <a:srgbClr val="037D98"/>
    </a:custClr>
    <a:custClr name="Dark Green">
      <a:srgbClr val="308229"/>
    </a:custClr>
    <a:custClr name="Dark Orange">
      <a:srgbClr val="E65722"/>
    </a:custClr>
    <a:custClr name="Dark Gold">
      <a:srgbClr val="C28110"/>
    </a:custClr>
    <a:custClr name="Dark Pink">
      <a:srgbClr val="D71D77"/>
    </a:custClr>
    <a:custClr name="Dark Purple">
      <a:srgbClr val="863ECC"/>
    </a:custClr>
    <a:custClr name="White01">
      <a:srgbClr val="FFFFFF"/>
    </a:custClr>
    <a:custClr name="Utility Red">
      <a:srgbClr val="E40D00"/>
    </a:custClr>
    <a:custClr name="Medium Warm Gray">
      <a:srgbClr val="B5B2AD"/>
    </a:custClr>
    <a:custClr name="Medium Blue">
      <a:srgbClr val="70BCFF"/>
    </a:custClr>
    <a:custClr name="Teal">
      <a:srgbClr val="78E2DA"/>
    </a:custClr>
    <a:custClr name="Green">
      <a:srgbClr val="5DCC6F"/>
    </a:custClr>
    <a:custClr name="Orange">
      <a:srgbClr val="FF8834"/>
    </a:custClr>
    <a:custClr name="Gold">
      <a:srgbClr val="FFBE02"/>
    </a:custClr>
    <a:custClr name="Pink">
      <a:srgbClr val="FF85BF"/>
    </a:custClr>
    <a:custClr name="Purple">
      <a:srgbClr val="BD8AEF"/>
    </a:custClr>
    <a:custClr name="White02">
      <a:srgbClr val="FFFFFF"/>
    </a:custClr>
    <a:custClr name="Utility Light Red">
      <a:srgbClr val="FFEDE8"/>
    </a:custClr>
    <a:custClr name="White03">
      <a:srgbClr val="FFFFFF"/>
    </a:custClr>
    <a:custClr name="Light Blue">
      <a:srgbClr val="C3DEFF"/>
    </a:custClr>
    <a:custClr name="Light Teal">
      <a:srgbClr val="B1FFF9"/>
    </a:custClr>
    <a:custClr name="Light Green">
      <a:srgbClr val="C7FCC6"/>
    </a:custClr>
    <a:custClr name="Light Orange">
      <a:srgbClr val="FCD2B4"/>
    </a:custClr>
    <a:custClr name="Light Gold">
      <a:srgbClr val="FFEDBA"/>
    </a:custClr>
    <a:custClr name="Light Pink">
      <a:srgbClr val="FFBBEC"/>
    </a:custClr>
    <a:custClr name="Light Purple">
      <a:srgbClr val="F4BDFF"/>
    </a:custClr>
    <a:custClr name="White04">
      <a:srgbClr val="FFFFFF"/>
    </a:custClr>
    <a:custClr name="Utility Dark Green">
      <a:srgbClr val="008937"/>
    </a:custClr>
    <a:custClr name="Pale Warm Gray">
      <a:srgbClr val="FBF9F7"/>
    </a:custClr>
    <a:custClr name="Pale Blue">
      <a:srgbClr val="F0F7FF"/>
    </a:custClr>
    <a:custClr name="Pale Teal">
      <a:srgbClr val="EBFCFA"/>
    </a:custClr>
    <a:custClr name="White05">
      <a:srgbClr val="FFFFFF"/>
    </a:custClr>
    <a:custClr name="White06">
      <a:srgbClr val="FFFFFF"/>
    </a:custClr>
    <a:custClr name="White07">
      <a:srgbClr val="FFFFFF"/>
    </a:custClr>
    <a:custClr name="White08">
      <a:srgbClr val="FFFFFF"/>
    </a:custClr>
    <a:custClr name="White09">
      <a:srgbClr val="FFFFFF"/>
    </a:custClr>
    <a:custClr name="White10">
      <a:srgbClr val="FFFFFF"/>
    </a:custClr>
    <a:custClr name="Utility Light Green">
      <a:srgbClr val="E4FFE3"/>
    </a:custClr>
  </a:custClrLst>
  <a:extLst>
    <a:ext uri="{05A4C25C-085E-4340-85A3-A5531E510DB2}">
      <thm15:themeFamily xmlns:thm15="http://schemas.microsoft.com/office/thememl/2012/main" name="MSK_Internal_Template" id="{59C23CD5-9955-5D4B-8670-B804478838D9}" vid="{943BE80A-EBCC-7E4F-9C4C-522D1ECDE11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blank</Template>
  <TotalTime>5361</TotalTime>
  <Words>4691</Words>
  <Application>Microsoft Office PowerPoint</Application>
  <PresentationFormat>Widescreen</PresentationFormat>
  <Paragraphs>827</Paragraphs>
  <Slides>21</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Calibri</vt:lpstr>
      <vt:lpstr>System Font Regular</vt:lpstr>
      <vt:lpstr>Times</vt:lpstr>
      <vt:lpstr>MSK Internal Template</vt:lpstr>
      <vt:lpstr>Accuracy and Safety of Large Language Models for Breast Cancer Surgical Consultation Summaries</vt:lpstr>
      <vt:lpstr>What is the clinical problem?</vt:lpstr>
      <vt:lpstr>PowerPoint Presentation</vt:lpstr>
      <vt:lpstr>Prior Research</vt:lpstr>
      <vt:lpstr>Shortcomings in the literature</vt:lpstr>
      <vt:lpstr>Addressing the gap</vt:lpstr>
      <vt:lpstr>Study Question and Aims</vt:lpstr>
      <vt:lpstr>Project Framework</vt:lpstr>
      <vt:lpstr>Study Design &amp; Data Sources</vt:lpstr>
      <vt:lpstr>Study Design &amp; Data Sources</vt:lpstr>
      <vt:lpstr>Model validation – performance and safety evaluation </vt:lpstr>
      <vt:lpstr>Results – model validation by expert human judges</vt:lpstr>
      <vt:lpstr>PowerPoint Presentation</vt:lpstr>
      <vt:lpstr>Why prompt engineering matters?</vt:lpstr>
      <vt:lpstr>Prompt structure and safety guardrails</vt:lpstr>
      <vt:lpstr>Prompt versioning</vt:lpstr>
      <vt:lpstr>Results</vt:lpstr>
      <vt:lpstr>Clinical implications</vt:lpstr>
      <vt:lpstr>Potential study limitations</vt:lpstr>
      <vt:lpstr>Safety and ethical considerations</vt:lpstr>
      <vt:lpstr>Future Research</vt:lpstr>
    </vt:vector>
  </TitlesOfParts>
  <Company>MSK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James, Robert</dc:creator>
  <cp:lastModifiedBy>James, Robert</cp:lastModifiedBy>
  <cp:revision>3</cp:revision>
  <dcterms:created xsi:type="dcterms:W3CDTF">2025-12-07T03:04:10Z</dcterms:created>
  <dcterms:modified xsi:type="dcterms:W3CDTF">2026-05-09T22:55:02Z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38f1469a-2c2a-4aee-b92b-090d4c5468ff_Enabled">
    <vt:lpwstr>true</vt:lpwstr>
  </property>
  <property fmtid="{D5CDD505-2E9C-101B-9397-08002B2CF9AE}" pid="3" name="MSIP_Label_38f1469a-2c2a-4aee-b92b-090d4c5468ff_SetDate">
    <vt:lpwstr>2022-09-12T14:33:51Z</vt:lpwstr>
  </property>
  <property fmtid="{D5CDD505-2E9C-101B-9397-08002B2CF9AE}" pid="4" name="MSIP_Label_38f1469a-2c2a-4aee-b92b-090d4c5468ff_Method">
    <vt:lpwstr>Standard</vt:lpwstr>
  </property>
  <property fmtid="{D5CDD505-2E9C-101B-9397-08002B2CF9AE}" pid="5" name="MSIP_Label_38f1469a-2c2a-4aee-b92b-090d4c5468ff_Name">
    <vt:lpwstr>Confidential - Unmarked</vt:lpwstr>
  </property>
  <property fmtid="{D5CDD505-2E9C-101B-9397-08002B2CF9AE}" pid="6" name="MSIP_Label_38f1469a-2c2a-4aee-b92b-090d4c5468ff_SiteId">
    <vt:lpwstr>2a6e6092-73e4-4752-b1a5-477a17f5056d</vt:lpwstr>
  </property>
  <property fmtid="{D5CDD505-2E9C-101B-9397-08002B2CF9AE}" pid="7" name="MSIP_Label_38f1469a-2c2a-4aee-b92b-090d4c5468ff_ActionId">
    <vt:lpwstr>e87d08fb-4b2a-4502-ad1f-5afae1f7f999</vt:lpwstr>
  </property>
  <property fmtid="{D5CDD505-2E9C-101B-9397-08002B2CF9AE}" pid="8" name="MSIP_Label_38f1469a-2c2a-4aee-b92b-090d4c5468ff_ContentBits">
    <vt:lpwstr>0</vt:lpwstr>
  </property>
</Properties>
</file>