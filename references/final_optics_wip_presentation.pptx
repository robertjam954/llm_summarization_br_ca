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1"/>
  </p:notesMasterIdLst>
  <p:sldIdLst>
    <p:sldId id="11047" r:id="rId2"/>
    <p:sldId id="11041" r:id="rId3"/>
    <p:sldId id="11065" r:id="rId4"/>
    <p:sldId id="11064" r:id="rId5"/>
    <p:sldId id="11066" r:id="rId6"/>
    <p:sldId id="11067" r:id="rId7"/>
    <p:sldId id="10985" r:id="rId8"/>
    <p:sldId id="11000" r:id="rId9"/>
    <p:sldId id="11053" r:id="rId10"/>
    <p:sldId id="11068" r:id="rId11"/>
    <p:sldId id="11055" r:id="rId12"/>
    <p:sldId id="11058" r:id="rId13"/>
    <p:sldId id="11069" r:id="rId14"/>
    <p:sldId id="11030" r:id="rId15"/>
    <p:sldId id="11070" r:id="rId16"/>
    <p:sldId id="11063" r:id="rId17"/>
    <p:sldId id="11061" r:id="rId18"/>
    <p:sldId id="11062" r:id="rId19"/>
    <p:sldId id="1102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04B2C7-648F-4D32-9C56-959BA9053BAD}" v="2" dt="2025-12-18T18:16:36.7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765" autoAdjust="0"/>
  </p:normalViewPr>
  <p:slideViewPr>
    <p:cSldViewPr snapToGrid="0">
      <p:cViewPr varScale="1">
        <p:scale>
          <a:sx n="76" d="100"/>
          <a:sy n="76" d="100"/>
        </p:scale>
        <p:origin x="1914" y="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Robert" userId="2289ddc5-885d-4588-a312-b6745df56974" providerId="ADAL" clId="{7104B2C7-648F-4D32-9C56-959BA9053BAD}"/>
    <pc:docChg chg="modSld">
      <pc:chgData name="James, Robert" userId="2289ddc5-885d-4588-a312-b6745df56974" providerId="ADAL" clId="{7104B2C7-648F-4D32-9C56-959BA9053BAD}" dt="2025-12-18T18:19:10.721" v="9" actId="208"/>
      <pc:docMkLst>
        <pc:docMk/>
      </pc:docMkLst>
      <pc:sldChg chg="modSp mod modNotesTx">
        <pc:chgData name="James, Robert" userId="2289ddc5-885d-4588-a312-b6745df56974" providerId="ADAL" clId="{7104B2C7-648F-4D32-9C56-959BA9053BAD}" dt="2025-12-18T18:17:29.503" v="7" actId="20577"/>
        <pc:sldMkLst>
          <pc:docMk/>
          <pc:sldMk cId="2355727734" sldId="11065"/>
        </pc:sldMkLst>
        <pc:spChg chg="mod">
          <ac:chgData name="James, Robert" userId="2289ddc5-885d-4588-a312-b6745df56974" providerId="ADAL" clId="{7104B2C7-648F-4D32-9C56-959BA9053BAD}" dt="2025-12-18T18:17:03.737" v="6" actId="255"/>
          <ac:spMkLst>
            <pc:docMk/>
            <pc:sldMk cId="2355727734" sldId="11065"/>
            <ac:spMk id="2" creationId="{60C31CCB-5F9B-94CA-C158-649C14F9433C}"/>
          </ac:spMkLst>
        </pc:spChg>
      </pc:sldChg>
      <pc:sldChg chg="modSp mod">
        <pc:chgData name="James, Robert" userId="2289ddc5-885d-4588-a312-b6745df56974" providerId="ADAL" clId="{7104B2C7-648F-4D32-9C56-959BA9053BAD}" dt="2025-12-18T18:19:10.721" v="9" actId="208"/>
        <pc:sldMkLst>
          <pc:docMk/>
          <pc:sldMk cId="1907403303" sldId="11070"/>
        </pc:sldMkLst>
        <pc:cxnChg chg="mod">
          <ac:chgData name="James, Robert" userId="2289ddc5-885d-4588-a312-b6745df56974" providerId="ADAL" clId="{7104B2C7-648F-4D32-9C56-959BA9053BAD}" dt="2025-12-18T18:19:03.536" v="8" actId="208"/>
          <ac:cxnSpMkLst>
            <pc:docMk/>
            <pc:sldMk cId="1907403303" sldId="11070"/>
            <ac:cxnSpMk id="13" creationId="{DBA9C1AF-F6C0-4C52-4389-AD29B47FC30B}"/>
          </ac:cxnSpMkLst>
        </pc:cxnChg>
        <pc:cxnChg chg="mod">
          <ac:chgData name="James, Robert" userId="2289ddc5-885d-4588-a312-b6745df56974" providerId="ADAL" clId="{7104B2C7-648F-4D32-9C56-959BA9053BAD}" dt="2025-12-18T18:19:10.721" v="9" actId="208"/>
          <ac:cxnSpMkLst>
            <pc:docMk/>
            <pc:sldMk cId="1907403303" sldId="11070"/>
            <ac:cxnSpMk id="14" creationId="{D2F71E3F-C82C-CAB7-5B3C-F70AA365608B}"/>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2C371D-5DA9-6C42-8A12-4A27D2753739}" type="datetimeFigureOut">
              <a:rPr lang="en-US" smtClean="0"/>
              <a:t>12/18/2025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635306-B3B1-A944-A64E-0A77BF937900}" type="slidenum">
              <a:rPr lang="en-US" smtClean="0"/>
              <a:t>‹#›</a:t>
            </a:fld>
            <a:endParaRPr lang="en-US"/>
          </a:p>
        </p:txBody>
      </p:sp>
    </p:spTree>
    <p:extLst>
      <p:ext uri="{BB962C8B-B14F-4D97-AF65-F5344CB8AC3E}">
        <p14:creationId xmlns:p14="http://schemas.microsoft.com/office/powerpoint/2010/main" val="3303749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0"/>
              <a:t>I’m a first-year T32 OPTICS research fellow and a general surgery resident at Weill Cornell. I’m currently on a dedicated research block, which is the first year of a two-year research fellowship.</a:t>
            </a:r>
          </a:p>
          <a:p>
            <a:endParaRPr lang="en-US" i="0"/>
          </a:p>
          <a:p>
            <a:r>
              <a:rPr lang="en-US" i="0"/>
              <a:t>My primary mentor is Dr. Neha Goel, a breast surgeon, and my work with her focuses on understanding how disparities and tumor genomics influence breast cancer outcomes.</a:t>
            </a:r>
          </a:p>
          <a:p>
            <a:endParaRPr lang="en-US" i="0"/>
          </a:p>
          <a:p>
            <a:r>
              <a:rPr lang="en-US" i="0"/>
              <a:t>I’m also working with Dr. Kathy </a:t>
            </a:r>
            <a:r>
              <a:rPr lang="en-US" i="0" err="1"/>
              <a:t>Panageas</a:t>
            </a:r>
            <a:r>
              <a:rPr lang="en-US" i="0"/>
              <a:t> on a project using the GENIE BioPharma Collaborative dataset to evaluate genetic predictors of brain metastasis in breast cancer patients.</a:t>
            </a:r>
          </a:p>
          <a:p>
            <a:endParaRPr lang="en-US" i="0"/>
          </a:p>
          <a:p>
            <a:r>
              <a:rPr lang="en-US" i="0"/>
              <a:t>In addition, I’ve been collaborating with Dr. Tracy-Ann Moo and Dr. Solange Bayard in the breast surgery department on a project investigating the use of large language models to summarize oncologic histories for breast cancer patients, which will be the focus of today’s talk.</a:t>
            </a:r>
          </a:p>
          <a:p>
            <a:endParaRPr lang="en-US" i="0"/>
          </a:p>
          <a:p>
            <a:r>
              <a:rPr lang="en-US" i="0"/>
              <a:t>More broadly, my personal research interest is in identifying ways to responsibly integrate artificial intelligence into breast cancer care—both through machine learning approaches to predict outcomes and through deep learning methods, including large language models, to support clinical decision-making.</a:t>
            </a:r>
          </a:p>
          <a:p>
            <a:endParaRPr lang="en-US"/>
          </a:p>
        </p:txBody>
      </p:sp>
      <p:sp>
        <p:nvSpPr>
          <p:cNvPr id="4" name="Slide Number Placeholder 3"/>
          <p:cNvSpPr>
            <a:spLocks noGrp="1"/>
          </p:cNvSpPr>
          <p:nvPr>
            <p:ph type="sldNum" sz="quarter" idx="5"/>
          </p:nvPr>
        </p:nvSpPr>
        <p:spPr/>
        <p:txBody>
          <a:bodyPr/>
          <a:lstStyle/>
          <a:p>
            <a:fld id="{B2635306-B3B1-A944-A64E-0A77BF937900}" type="slidenum">
              <a:rPr lang="en-US" smtClean="0"/>
              <a:t>2</a:t>
            </a:fld>
            <a:endParaRPr lang="en-US"/>
          </a:p>
        </p:txBody>
      </p:sp>
    </p:spTree>
    <p:extLst>
      <p:ext uri="{BB962C8B-B14F-4D97-AF65-F5344CB8AC3E}">
        <p14:creationId xmlns:p14="http://schemas.microsoft.com/office/powerpoint/2010/main" val="24781120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Ways in which I have set out to achieve this overarching goal:</a:t>
            </a:r>
            <a:r>
              <a:rPr lang="en-US" b="0" dirty="0"/>
              <a:t> </a:t>
            </a:r>
          </a:p>
          <a:p>
            <a:pPr marL="171450" indent="-171450">
              <a:buFontTx/>
              <a:buChar char="-"/>
            </a:pPr>
            <a:r>
              <a:rPr lang="en-US" b="1" dirty="0"/>
              <a:t>Predictive modeling of outcomes</a:t>
            </a:r>
            <a:endParaRPr lang="en-US" b="0" dirty="0"/>
          </a:p>
          <a:p>
            <a:pPr marL="171450" indent="-171450">
              <a:buFontTx/>
              <a:buChar char="-"/>
            </a:pPr>
            <a:r>
              <a:rPr lang="en-US" b="1" dirty="0"/>
              <a:t>Clinical workflow support using large language models</a:t>
            </a:r>
          </a:p>
          <a:p>
            <a:endParaRPr lang="en-US" dirty="0"/>
          </a:p>
        </p:txBody>
      </p:sp>
      <p:sp>
        <p:nvSpPr>
          <p:cNvPr id="4" name="Slide Number Placeholder 3"/>
          <p:cNvSpPr>
            <a:spLocks noGrp="1"/>
          </p:cNvSpPr>
          <p:nvPr>
            <p:ph type="sldNum" sz="quarter" idx="5"/>
          </p:nvPr>
        </p:nvSpPr>
        <p:spPr/>
        <p:txBody>
          <a:bodyPr/>
          <a:lstStyle/>
          <a:p>
            <a:fld id="{B2635306-B3B1-A944-A64E-0A77BF937900}" type="slidenum">
              <a:rPr lang="en-US" smtClean="0"/>
              <a:t>3</a:t>
            </a:fld>
            <a:endParaRPr lang="en-US"/>
          </a:p>
        </p:txBody>
      </p:sp>
    </p:spTree>
    <p:extLst>
      <p:ext uri="{BB962C8B-B14F-4D97-AF65-F5344CB8AC3E}">
        <p14:creationId xmlns:p14="http://schemas.microsoft.com/office/powerpoint/2010/main" val="37084655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Bullets instead of two </a:t>
            </a:r>
            <a:r>
              <a:rPr lang="en-US" err="1"/>
              <a:t>collumns</a:t>
            </a:r>
            <a:endParaRPr lang="en-US"/>
          </a:p>
        </p:txBody>
      </p:sp>
      <p:sp>
        <p:nvSpPr>
          <p:cNvPr id="4" name="Slide Number Placeholder 3"/>
          <p:cNvSpPr>
            <a:spLocks noGrp="1"/>
          </p:cNvSpPr>
          <p:nvPr>
            <p:ph type="sldNum" sz="quarter" idx="5"/>
          </p:nvPr>
        </p:nvSpPr>
        <p:spPr/>
        <p:txBody>
          <a:bodyPr/>
          <a:lstStyle/>
          <a:p>
            <a:fld id="{B2635306-B3B1-A944-A64E-0A77BF937900}" type="slidenum">
              <a:rPr lang="en-US" smtClean="0"/>
              <a:t>4</a:t>
            </a:fld>
            <a:endParaRPr lang="en-US"/>
          </a:p>
        </p:txBody>
      </p:sp>
    </p:spTree>
    <p:extLst>
      <p:ext uri="{BB962C8B-B14F-4D97-AF65-F5344CB8AC3E}">
        <p14:creationId xmlns:p14="http://schemas.microsoft.com/office/powerpoint/2010/main" val="25084496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0"/>
              <a:t>To support my work in outcomes prediction, I’ve pursued formal training in machine learning and data science. My earlier training included bootcamps in machine learning with the Alberta Machine Intelligence Institute (AMII for short), as well as the Summer Institute in Statistics for Big Data with the University of Washington and the </a:t>
            </a:r>
            <a:r>
              <a:rPr lang="en-US" i="0" err="1"/>
              <a:t>DataCamp</a:t>
            </a:r>
            <a:r>
              <a:rPr lang="en-US" i="0"/>
              <a:t> data analyst track, which focused on statistical modeling and data workflows using R.</a:t>
            </a:r>
          </a:p>
          <a:p>
            <a:endParaRPr lang="en-US" i="0"/>
          </a:p>
          <a:p>
            <a:r>
              <a:rPr lang="en-US" i="0"/>
              <a:t>More recently, I’ve been completing an Applied AI and Data Science program through MIT, which is Python-based and covers supervised and unsupervised learning, ensemble methods, deep learning, and generative AI.</a:t>
            </a:r>
          </a:p>
          <a:p>
            <a:endParaRPr lang="en-US" i="0"/>
          </a:p>
          <a:p>
            <a:r>
              <a:rPr lang="en-US" i="0"/>
              <a:t>Using this training, I’m developing an ensemble-based model to predict time to recurrence in breast cancer, incorporating clinical, pathologic, and socioeconomic variables. I’ll touch on this briefly before transitioning to the main focus of today’s talk</a:t>
            </a:r>
          </a:p>
          <a:p>
            <a:endParaRPr lang="en-US" i="0"/>
          </a:p>
          <a:p>
            <a:r>
              <a:rPr lang="en-US" b="1" i="0" u="sng"/>
              <a:t>Fix bulleting</a:t>
            </a:r>
          </a:p>
          <a:p>
            <a:endParaRPr lang="en-US"/>
          </a:p>
        </p:txBody>
      </p:sp>
      <p:sp>
        <p:nvSpPr>
          <p:cNvPr id="4" name="Slide Number Placeholder 3"/>
          <p:cNvSpPr>
            <a:spLocks noGrp="1"/>
          </p:cNvSpPr>
          <p:nvPr>
            <p:ph type="sldNum" sz="quarter" idx="5"/>
          </p:nvPr>
        </p:nvSpPr>
        <p:spPr/>
        <p:txBody>
          <a:bodyPr/>
          <a:lstStyle/>
          <a:p>
            <a:fld id="{B2635306-B3B1-A944-A64E-0A77BF937900}" type="slidenum">
              <a:rPr lang="en-US" smtClean="0"/>
              <a:t>5</a:t>
            </a:fld>
            <a:endParaRPr lang="en-US"/>
          </a:p>
        </p:txBody>
      </p:sp>
    </p:spTree>
    <p:extLst>
      <p:ext uri="{BB962C8B-B14F-4D97-AF65-F5344CB8AC3E}">
        <p14:creationId xmlns:p14="http://schemas.microsoft.com/office/powerpoint/2010/main" val="935655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0" dirty="0"/>
              <a:t>For outcomes prediction, I’m approaching this through ensemble learning, which broadly refers to combining multiple models to improve performance and robustness. As shown on the left, ensemble methods generally fall into three categories: bagging, boosting, and stacking.</a:t>
            </a:r>
          </a:p>
          <a:p>
            <a:endParaRPr lang="en-US" i="0" dirty="0"/>
          </a:p>
          <a:p>
            <a:r>
              <a:rPr lang="en-US" i="0" dirty="0"/>
              <a:t>The approach I’m focusing on is boosting. The idea behind boosting is that models are built sequentially, where each new model is trained to focus on the observations that were hardest for the previous models to predict. Over time, the ensemble becomes increasingly accurate by learning from its own mistakes, which is what the schematic on the right is meant to illustrate.</a:t>
            </a:r>
          </a:p>
          <a:p>
            <a:endParaRPr lang="en-US" i="0" dirty="0"/>
          </a:p>
          <a:p>
            <a:r>
              <a:rPr lang="en-US" i="0" dirty="0" err="1"/>
              <a:t>XGBoost</a:t>
            </a:r>
            <a:r>
              <a:rPr lang="en-US" i="0" dirty="0"/>
              <a:t> is a commonly used and well-validated boosting framework, particularly well suited for structured clinical, pathologic, and socioeconomic data. My intent is to use </a:t>
            </a:r>
            <a:r>
              <a:rPr lang="en-US" i="0" dirty="0" err="1"/>
              <a:t>XGBoost</a:t>
            </a:r>
            <a:r>
              <a:rPr lang="en-US" i="0" dirty="0"/>
              <a:t> as part of my work with Dr. Kathy </a:t>
            </a:r>
            <a:r>
              <a:rPr lang="en-US" i="0" dirty="0" err="1"/>
              <a:t>Panageas</a:t>
            </a:r>
            <a:r>
              <a:rPr lang="en-US" i="0" dirty="0"/>
              <a:t> and Dr. Neha Goel to develop predictive models for breast cancer outcomes, including time to recurrence.</a:t>
            </a:r>
          </a:p>
          <a:p>
            <a:endParaRPr lang="en-US" i="0" dirty="0"/>
          </a:p>
          <a:p>
            <a:r>
              <a:rPr lang="en-US" i="0" dirty="0"/>
              <a:t>I’ll keep this section brief and transition next to the main focus of today’s talk, which is the use of large language models in clinical care.</a:t>
            </a:r>
          </a:p>
          <a:p>
            <a:endParaRPr lang="en-US" i="0" dirty="0"/>
          </a:p>
          <a:p>
            <a:r>
              <a:rPr lang="en-US" b="1" i="1" u="sng" dirty="0"/>
              <a:t>Decreased font size on </a:t>
            </a:r>
            <a:r>
              <a:rPr lang="en-US" b="1" i="1" u="sng" dirty="0" err="1"/>
              <a:t>xg</a:t>
            </a:r>
            <a:r>
              <a:rPr lang="en-US" b="1" i="1" u="sng" dirty="0"/>
              <a:t> boost</a:t>
            </a:r>
          </a:p>
          <a:p>
            <a:r>
              <a:rPr lang="en-US" b="1" i="1" u="sng" dirty="0"/>
              <a:t>Divide the slides between ensemble work and boosting</a:t>
            </a:r>
          </a:p>
          <a:p>
            <a:endParaRPr lang="en-US" i="0" dirty="0"/>
          </a:p>
        </p:txBody>
      </p:sp>
      <p:sp>
        <p:nvSpPr>
          <p:cNvPr id="4" name="Slide Number Placeholder 3"/>
          <p:cNvSpPr>
            <a:spLocks noGrp="1"/>
          </p:cNvSpPr>
          <p:nvPr>
            <p:ph type="sldNum" sz="quarter" idx="5"/>
          </p:nvPr>
        </p:nvSpPr>
        <p:spPr/>
        <p:txBody>
          <a:bodyPr/>
          <a:lstStyle/>
          <a:p>
            <a:fld id="{B2635306-B3B1-A944-A64E-0A77BF937900}" type="slidenum">
              <a:rPr lang="en-US" smtClean="0"/>
              <a:t>6</a:t>
            </a:fld>
            <a:endParaRPr lang="en-US"/>
          </a:p>
        </p:txBody>
      </p:sp>
    </p:spTree>
    <p:extLst>
      <p:ext uri="{BB962C8B-B14F-4D97-AF65-F5344CB8AC3E}">
        <p14:creationId xmlns:p14="http://schemas.microsoft.com/office/powerpoint/2010/main" val="29727605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Bullets </a:t>
            </a:r>
          </a:p>
          <a:p>
            <a:endParaRPr lang="en-US" dirty="0"/>
          </a:p>
          <a:p>
            <a:r>
              <a:rPr lang="en-US" dirty="0"/>
              <a:t>Spell out large language models</a:t>
            </a:r>
          </a:p>
          <a:p>
            <a:endParaRPr lang="en-US" dirty="0"/>
          </a:p>
          <a:p>
            <a:r>
              <a:rPr lang="en-US" dirty="0"/>
              <a:t>Make the goal shorter – evaluate accuracy and documentation quality of large language models</a:t>
            </a:r>
          </a:p>
          <a:p>
            <a:r>
              <a:rPr lang="en-US" dirty="0"/>
              <a:t>Impact: reduce burden for nurses and physicians in clinical documentation. Standardize information.</a:t>
            </a:r>
          </a:p>
        </p:txBody>
      </p:sp>
      <p:sp>
        <p:nvSpPr>
          <p:cNvPr id="4" name="Slide Number Placeholder 3"/>
          <p:cNvSpPr>
            <a:spLocks noGrp="1"/>
          </p:cNvSpPr>
          <p:nvPr>
            <p:ph type="sldNum" sz="quarter" idx="5"/>
          </p:nvPr>
        </p:nvSpPr>
        <p:spPr/>
        <p:txBody>
          <a:bodyPr/>
          <a:lstStyle/>
          <a:p>
            <a:fld id="{B2635306-B3B1-A944-A64E-0A77BF937900}" type="slidenum">
              <a:rPr lang="en-US" smtClean="0"/>
              <a:t>7</a:t>
            </a:fld>
            <a:endParaRPr lang="en-US"/>
          </a:p>
        </p:txBody>
      </p:sp>
    </p:spTree>
    <p:extLst>
      <p:ext uri="{BB962C8B-B14F-4D97-AF65-F5344CB8AC3E}">
        <p14:creationId xmlns:p14="http://schemas.microsoft.com/office/powerpoint/2010/main" val="28242711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0" dirty="0"/>
              <a:t>This image shows how a computer represents words. Instead of treating words as text, the model converts each word into a set of numbers, called a word embedding. Words that are used in similar ways—like cat and kitten—end up close together in this numerical space. When we visualize those numbers, we can see that relationships between words are preserved, like man to woman or king to queen. This is how modern NLP models capture meaning and context, rather than just matching keywords</a:t>
            </a:r>
          </a:p>
          <a:p>
            <a:endParaRPr lang="en-US" dirty="0"/>
          </a:p>
          <a:p>
            <a:endParaRPr lang="en-US" dirty="0"/>
          </a:p>
          <a:p>
            <a:endParaRPr lang="en-US" b="1" u="sng" dirty="0"/>
          </a:p>
        </p:txBody>
      </p:sp>
      <p:sp>
        <p:nvSpPr>
          <p:cNvPr id="4" name="Slide Number Placeholder 3"/>
          <p:cNvSpPr>
            <a:spLocks noGrp="1"/>
          </p:cNvSpPr>
          <p:nvPr>
            <p:ph type="sldNum" sz="quarter" idx="5"/>
          </p:nvPr>
        </p:nvSpPr>
        <p:spPr/>
        <p:txBody>
          <a:bodyPr/>
          <a:lstStyle/>
          <a:p>
            <a:fld id="{B2635306-B3B1-A944-A64E-0A77BF937900}" type="slidenum">
              <a:rPr lang="en-US" smtClean="0"/>
              <a:t>8</a:t>
            </a:fld>
            <a:endParaRPr lang="en-US"/>
          </a:p>
        </p:txBody>
      </p:sp>
    </p:spTree>
    <p:extLst>
      <p:ext uri="{BB962C8B-B14F-4D97-AF65-F5344CB8AC3E}">
        <p14:creationId xmlns:p14="http://schemas.microsoft.com/office/powerpoint/2010/main" val="4661449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t>Traditional NLP </a:t>
            </a:r>
          </a:p>
          <a:p>
            <a:r>
              <a:rPr lang="en-US" b="1" i="0" dirty="0"/>
              <a:t>- </a:t>
            </a:r>
            <a:r>
              <a:rPr lang="en-US" i="0" dirty="0"/>
              <a:t>What it did well: Early NLP systems treated text like a set of patterns to be matched. They relied on hand-written rules and dictionaries to pull out specific pieces of information from notes.</a:t>
            </a:r>
          </a:p>
          <a:p>
            <a:pPr marL="0" indent="0">
              <a:buFontTx/>
              <a:buNone/>
            </a:pPr>
            <a:r>
              <a:rPr lang="en-US" i="0" dirty="0"/>
              <a:t>- Key limitation: They worked for narrow, well-defined tasks but struggled with variability in language and couldn’t understand meaning or context.</a:t>
            </a:r>
          </a:p>
          <a:p>
            <a:endParaRPr lang="en-US" i="0" dirty="0"/>
          </a:p>
          <a:p>
            <a:r>
              <a:rPr lang="en-US" i="0" dirty="0"/>
              <a:t>Neural NLP </a:t>
            </a:r>
          </a:p>
          <a:p>
            <a:r>
              <a:rPr lang="en-US" b="1" i="0" dirty="0"/>
              <a:t>Recurrent Neural Networks </a:t>
            </a:r>
          </a:p>
          <a:p>
            <a:r>
              <a:rPr lang="en-US" i="0" dirty="0"/>
              <a:t>- What they’re good at: RNNs read text one word at a time, keeping a running memory of what came before. This makes them well-suited for modeling sequences, like sentences or short notes.</a:t>
            </a:r>
          </a:p>
          <a:p>
            <a:pPr marL="0" indent="0">
              <a:buFontTx/>
              <a:buNone/>
            </a:pPr>
            <a:r>
              <a:rPr lang="en-US" i="0" dirty="0"/>
              <a:t>- Where they struggle: As text gets longer, earlier information fades from memory. In long clinical documents, important details at the beginning can be lost by the end.</a:t>
            </a:r>
          </a:p>
          <a:p>
            <a:pPr marL="0" indent="0">
              <a:buFontTx/>
              <a:buNone/>
            </a:pPr>
            <a:r>
              <a:rPr lang="en-US" b="1" i="0" dirty="0"/>
              <a:t>Convolutional Neural Networks </a:t>
            </a:r>
          </a:p>
          <a:p>
            <a:pPr marL="0" indent="0">
              <a:buFontTx/>
              <a:buNone/>
            </a:pPr>
            <a:r>
              <a:rPr lang="en-US" i="0" dirty="0"/>
              <a:t>- What they’re good </a:t>
            </a:r>
            <a:r>
              <a:rPr lang="en-US" i="0" dirty="0" err="1"/>
              <a:t>at:CNNs</a:t>
            </a:r>
            <a:r>
              <a:rPr lang="en-US" i="0" dirty="0"/>
              <a:t> look for local patterns in text—common phrases or word combinations—regardless of where they appear. They’re fast and effective at recognizing repeated structures.</a:t>
            </a:r>
          </a:p>
          <a:p>
            <a:pPr marL="0" indent="0">
              <a:buFontTx/>
              <a:buNone/>
            </a:pPr>
            <a:r>
              <a:rPr lang="en-US" i="0" dirty="0"/>
              <a:t>- Where they struggle: They don’t naturally capture broader context or relationships across distant parts of a document, making it hard to understand long-range dependencies.</a:t>
            </a:r>
          </a:p>
          <a:p>
            <a:endParaRPr lang="en-US" i="0" dirty="0"/>
          </a:p>
          <a:p>
            <a:r>
              <a:rPr lang="en-US" i="0" dirty="0"/>
              <a:t>The major inflection point came with the </a:t>
            </a:r>
            <a:r>
              <a:rPr lang="en-US" b="1" i="0" dirty="0"/>
              <a:t>Transformer architecture</a:t>
            </a:r>
            <a:r>
              <a:rPr lang="en-US" i="0" dirty="0"/>
              <a:t>, introduced in  2017 by several researchers from Google in paper named ‘Attention Is All You Need.’ Introduced the Transformer architecture which use self-attention and allows every word in a document to directly relate to every other word. </a:t>
            </a:r>
          </a:p>
          <a:p>
            <a:pPr marL="171450" indent="-171450">
              <a:buFontTx/>
              <a:buChar char="-"/>
            </a:pPr>
            <a:r>
              <a:rPr lang="en-US" i="0" dirty="0"/>
              <a:t>What changed fundamentally: look at all parts of a document at once and explicitly model how different words and phrases relate to each other, regardless of distance.</a:t>
            </a:r>
          </a:p>
          <a:p>
            <a:pPr marL="171450" indent="-171450">
              <a:buFontTx/>
              <a:buChar char="-"/>
            </a:pPr>
            <a:r>
              <a:rPr lang="en-US" i="0" dirty="0"/>
              <a:t>Why this matters: made it possible to understand long clinical notes, preserve context, and generate coherent summaries rather than just extracting isolated facts.</a:t>
            </a:r>
          </a:p>
          <a:p>
            <a:endParaRPr lang="en-US" i="0" dirty="0"/>
          </a:p>
          <a:p>
            <a:endParaRPr lang="en-US" i="0" dirty="0"/>
          </a:p>
        </p:txBody>
      </p:sp>
      <p:sp>
        <p:nvSpPr>
          <p:cNvPr id="4" name="Slide Number Placeholder 3"/>
          <p:cNvSpPr>
            <a:spLocks noGrp="1"/>
          </p:cNvSpPr>
          <p:nvPr>
            <p:ph type="sldNum" sz="quarter" idx="5"/>
          </p:nvPr>
        </p:nvSpPr>
        <p:spPr/>
        <p:txBody>
          <a:bodyPr/>
          <a:lstStyle/>
          <a:p>
            <a:fld id="{B2635306-B3B1-A944-A64E-0A77BF937900}" type="slidenum">
              <a:rPr lang="en-US" smtClean="0"/>
              <a:t>9</a:t>
            </a:fld>
            <a:endParaRPr lang="en-US"/>
          </a:p>
        </p:txBody>
      </p:sp>
    </p:spTree>
    <p:extLst>
      <p:ext uri="{BB962C8B-B14F-4D97-AF65-F5344CB8AC3E}">
        <p14:creationId xmlns:p14="http://schemas.microsoft.com/office/powerpoint/2010/main" val="22933444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u="sng" dirty="0"/>
          </a:p>
        </p:txBody>
      </p:sp>
      <p:sp>
        <p:nvSpPr>
          <p:cNvPr id="4" name="Slide Number Placeholder 3"/>
          <p:cNvSpPr>
            <a:spLocks noGrp="1"/>
          </p:cNvSpPr>
          <p:nvPr>
            <p:ph type="sldNum" sz="quarter" idx="5"/>
          </p:nvPr>
        </p:nvSpPr>
        <p:spPr/>
        <p:txBody>
          <a:bodyPr/>
          <a:lstStyle/>
          <a:p>
            <a:fld id="{B2635306-B3B1-A944-A64E-0A77BF937900}" type="slidenum">
              <a:rPr lang="en-US" smtClean="0"/>
              <a:t>10</a:t>
            </a:fld>
            <a:endParaRPr lang="en-US"/>
          </a:p>
        </p:txBody>
      </p:sp>
    </p:spTree>
    <p:extLst>
      <p:ext uri="{BB962C8B-B14F-4D97-AF65-F5344CB8AC3E}">
        <p14:creationId xmlns:p14="http://schemas.microsoft.com/office/powerpoint/2010/main" val="26068605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put this in context, a 2023 systematic review by Diab and colleagues looked at how NLP has been used in breast imaging. They found that most prior work focused on extracting specific structured elements from radiology reports—such as BI-RADS categories, lesion descriptors, and imaging features—rather than generating narrative summaries. These models were mainly developed to support research and data abstraction, rather than clinical documentation. While more recent studies have begun exploring LLM-based approaches, the review highlights that there has been limited evaluation of summary-level clinical accuracy or direct comparison to staff-generated summaries. This gap is what our work aims to address</a:t>
            </a:r>
          </a:p>
          <a:p>
            <a:endParaRPr lang="en-US" b="1" u="sng" dirty="0"/>
          </a:p>
        </p:txBody>
      </p:sp>
      <p:sp>
        <p:nvSpPr>
          <p:cNvPr id="4" name="Slide Number Placeholder 3"/>
          <p:cNvSpPr>
            <a:spLocks noGrp="1"/>
          </p:cNvSpPr>
          <p:nvPr>
            <p:ph type="sldNum" sz="quarter" idx="5"/>
          </p:nvPr>
        </p:nvSpPr>
        <p:spPr/>
        <p:txBody>
          <a:bodyPr/>
          <a:lstStyle/>
          <a:p>
            <a:fld id="{B2635306-B3B1-A944-A64E-0A77BF937900}" type="slidenum">
              <a:rPr lang="en-US" smtClean="0"/>
              <a:t>11</a:t>
            </a:fld>
            <a:endParaRPr lang="en-US"/>
          </a:p>
        </p:txBody>
      </p:sp>
    </p:spTree>
    <p:extLst>
      <p:ext uri="{BB962C8B-B14F-4D97-AF65-F5344CB8AC3E}">
        <p14:creationId xmlns:p14="http://schemas.microsoft.com/office/powerpoint/2010/main" val="9366006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our workflow from left to right.</a:t>
            </a:r>
          </a:p>
          <a:p>
            <a:r>
              <a:rPr lang="en-US" dirty="0"/>
              <a:t>We start with multiple source documents, including outside and internal radiology and pathology reports, as well as the staff-generated surgical consultation summary. All of this information is provided to the model.</a:t>
            </a:r>
          </a:p>
          <a:p>
            <a:r>
              <a:rPr lang="en-US" dirty="0"/>
              <a:t>The key part is the middle — the Breast Surgery Bot uses a template-based prompt that explicitly tells the model what clinical details to look for. The arrow highlights an example of that prompt guidance, such as laterality, lesion characteristics, size, location, and recommendations.</a:t>
            </a:r>
          </a:p>
          <a:p>
            <a:r>
              <a:rPr lang="en-US" dirty="0"/>
              <a:t>By guiding the model in this way, we generate a structured, concise clinical summary that focuses on pertinent information and can be directly compared to staff-generated summaries.</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B2635306-B3B1-A944-A64E-0A77BF937900}" type="slidenum">
              <a:rPr lang="en-US" smtClean="0"/>
              <a:t>13</a:t>
            </a:fld>
            <a:endParaRPr lang="en-US"/>
          </a:p>
        </p:txBody>
      </p:sp>
    </p:spTree>
    <p:extLst>
      <p:ext uri="{BB962C8B-B14F-4D97-AF65-F5344CB8AC3E}">
        <p14:creationId xmlns:p14="http://schemas.microsoft.com/office/powerpoint/2010/main" val="26210100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2635306-B3B1-A944-A64E-0A77BF937900}" type="slidenum">
              <a:rPr lang="en-US" smtClean="0"/>
              <a:t>15</a:t>
            </a:fld>
            <a:endParaRPr lang="en-US"/>
          </a:p>
        </p:txBody>
      </p:sp>
    </p:spTree>
    <p:extLst>
      <p:ext uri="{BB962C8B-B14F-4D97-AF65-F5344CB8AC3E}">
        <p14:creationId xmlns:p14="http://schemas.microsoft.com/office/powerpoint/2010/main" val="2326524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2635306-B3B1-A944-A64E-0A77BF937900}" type="slidenum">
              <a:rPr lang="en-US" smtClean="0"/>
              <a:t>16</a:t>
            </a:fld>
            <a:endParaRPr lang="en-US"/>
          </a:p>
        </p:txBody>
      </p:sp>
    </p:spTree>
    <p:extLst>
      <p:ext uri="{BB962C8B-B14F-4D97-AF65-F5344CB8AC3E}">
        <p14:creationId xmlns:p14="http://schemas.microsoft.com/office/powerpoint/2010/main" val="22563858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While automated metrics such as BLEU and ROUGE provide reproducible comparisons, they do not fully capture clinically meaningful correctness or completeness. This limitation reflects a broader challenge in clinical NLP, where gold standards for summarization quality remain an active area of research.</a:t>
            </a:r>
          </a:p>
        </p:txBody>
      </p:sp>
      <p:sp>
        <p:nvSpPr>
          <p:cNvPr id="4" name="Slide Number Placeholder 3"/>
          <p:cNvSpPr>
            <a:spLocks noGrp="1"/>
          </p:cNvSpPr>
          <p:nvPr>
            <p:ph type="sldNum" sz="quarter" idx="5"/>
          </p:nvPr>
        </p:nvSpPr>
        <p:spPr/>
        <p:txBody>
          <a:bodyPr/>
          <a:lstStyle/>
          <a:p>
            <a:fld id="{B2635306-B3B1-A944-A64E-0A77BF937900}" type="slidenum">
              <a:rPr lang="en-US" smtClean="0"/>
              <a:t>17</a:t>
            </a:fld>
            <a:endParaRPr lang="en-US"/>
          </a:p>
        </p:txBody>
      </p:sp>
    </p:spTree>
    <p:extLst>
      <p:ext uri="{BB962C8B-B14F-4D97-AF65-F5344CB8AC3E}">
        <p14:creationId xmlns:p14="http://schemas.microsoft.com/office/powerpoint/2010/main" val="28247236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tool is intended as a clinical support system. Even with validation, it does not replace provider review, and key oncologic details must always be verified. Importantly, we view preservation of staff competency and workflow resilience as ethical requirements, not optional safeguards</a:t>
            </a:r>
          </a:p>
        </p:txBody>
      </p:sp>
      <p:sp>
        <p:nvSpPr>
          <p:cNvPr id="4" name="Slide Number Placeholder 3"/>
          <p:cNvSpPr>
            <a:spLocks noGrp="1"/>
          </p:cNvSpPr>
          <p:nvPr>
            <p:ph type="sldNum" sz="quarter" idx="5"/>
          </p:nvPr>
        </p:nvSpPr>
        <p:spPr/>
        <p:txBody>
          <a:bodyPr/>
          <a:lstStyle/>
          <a:p>
            <a:fld id="{B2635306-B3B1-A944-A64E-0A77BF937900}" type="slidenum">
              <a:rPr lang="en-US" smtClean="0"/>
              <a:t>18</a:t>
            </a:fld>
            <a:endParaRPr lang="en-US"/>
          </a:p>
        </p:txBody>
      </p:sp>
    </p:spTree>
    <p:extLst>
      <p:ext uri="{BB962C8B-B14F-4D97-AF65-F5344CB8AC3E}">
        <p14:creationId xmlns:p14="http://schemas.microsoft.com/office/powerpoint/2010/main" val="11049004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C5E47407-2EC8-524C-85CD-E0BC1A1C8F1D}"/>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04825" y="5582378"/>
            <a:ext cx="3505199" cy="738781"/>
          </a:xfrm>
          <a:prstGeom prst="rect">
            <a:avLst/>
          </a:prstGeom>
        </p:spPr>
      </p:pic>
      <p:sp>
        <p:nvSpPr>
          <p:cNvPr id="7" name="Footer Placeholder 6">
            <a:extLst>
              <a:ext uri="{FF2B5EF4-FFF2-40B4-BE49-F238E27FC236}">
                <a16:creationId xmlns:a16="http://schemas.microsoft.com/office/drawing/2014/main" id="{739AB803-A532-384B-A53A-B6D4C36E506C}"/>
              </a:ext>
            </a:extLst>
          </p:cNvPr>
          <p:cNvSpPr>
            <a:spLocks noGrp="1"/>
          </p:cNvSpPr>
          <p:nvPr>
            <p:ph type="ftr" sz="quarter" idx="14"/>
          </p:nvPr>
        </p:nvSpPr>
        <p:spPr/>
        <p:txBody>
          <a:bodyPr/>
          <a:lstStyle/>
          <a:p>
            <a:r>
              <a:rPr lang="en-US"/>
              <a:t>MSK Confidential — do not distribute</a:t>
            </a:r>
          </a:p>
        </p:txBody>
      </p:sp>
      <p:sp>
        <p:nvSpPr>
          <p:cNvPr id="2" name="Title 1"/>
          <p:cNvSpPr>
            <a:spLocks noGrp="1"/>
          </p:cNvSpPr>
          <p:nvPr>
            <p:ph type="ctrTitle" hasCustomPrompt="1"/>
          </p:nvPr>
        </p:nvSpPr>
        <p:spPr>
          <a:xfrm>
            <a:off x="504825" y="1920241"/>
            <a:ext cx="7419975" cy="1508760"/>
          </a:xfrm>
        </p:spPr>
        <p:txBody>
          <a:bodyPr vert="horz" anchor="t"/>
          <a:lstStyle>
            <a:lvl1pPr algn="l">
              <a:defRPr sz="4800" b="1">
                <a:solidFill>
                  <a:schemeClr val="tx1"/>
                </a:solidFill>
              </a:defRPr>
            </a:lvl1pPr>
          </a:lstStyle>
          <a:p>
            <a:r>
              <a:rPr lang="en-US"/>
              <a:t>Click to add </a:t>
            </a:r>
            <a:br>
              <a:rPr lang="en-US"/>
            </a:br>
            <a:r>
              <a:rPr lang="en-US"/>
              <a:t>presentation title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1"/>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a:t>Month 00, 20XX</a:t>
            </a:r>
          </a:p>
        </p:txBody>
      </p:sp>
      <p:sp>
        <p:nvSpPr>
          <p:cNvPr id="12" name="Text Placeholder 5">
            <a:extLst>
              <a:ext uri="{FF2B5EF4-FFF2-40B4-BE49-F238E27FC236}">
                <a16:creationId xmlns:a16="http://schemas.microsoft.com/office/drawing/2014/main" id="{5A9A0FEB-2318-1E41-A04B-A702497639C9}"/>
              </a:ext>
            </a:extLst>
          </p:cNvPr>
          <p:cNvSpPr>
            <a:spLocks noGrp="1"/>
          </p:cNvSpPr>
          <p:nvPr>
            <p:ph type="body" sz="quarter" idx="13" hasCustomPrompt="1"/>
          </p:nvPr>
        </p:nvSpPr>
        <p:spPr>
          <a:xfrm>
            <a:off x="504823" y="3566160"/>
            <a:ext cx="7419975" cy="549249"/>
          </a:xfrm>
        </p:spPr>
        <p:txBody>
          <a:bodyPr/>
          <a:lstStyle>
            <a:lvl1pPr>
              <a:defRPr sz="3200">
                <a:solidFill>
                  <a:schemeClr val="accent1"/>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a:t>Click to add subtitle</a:t>
            </a:r>
          </a:p>
        </p:txBody>
      </p:sp>
    </p:spTree>
    <p:extLst>
      <p:ext uri="{BB962C8B-B14F-4D97-AF65-F5344CB8AC3E}">
        <p14:creationId xmlns:p14="http://schemas.microsoft.com/office/powerpoint/2010/main" val="3004170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1/2 Imag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A598385-0BD4-9F42-BC78-15B2A6F6CFA4}"/>
              </a:ext>
            </a:extLst>
          </p:cNvPr>
          <p:cNvSpPr>
            <a:spLocks noGrp="1"/>
          </p:cNvSpPr>
          <p:nvPr>
            <p:ph type="pic" sz="quarter" idx="11" hasCustomPrompt="1"/>
          </p:nvPr>
        </p:nvSpPr>
        <p:spPr>
          <a:xfrm>
            <a:off x="6096000" y="0"/>
            <a:ext cx="6096000" cy="6858000"/>
          </a:xfrm>
          <a:solidFill>
            <a:schemeClr val="bg1">
              <a:lumMod val="95000"/>
            </a:schemeClr>
          </a:solidFill>
        </p:spPr>
        <p:txBody>
          <a:bodyPr/>
          <a:lstStyle>
            <a:lvl1pPr algn="l">
              <a:defRPr sz="1200">
                <a:solidFill>
                  <a:srgbClr val="FF0000"/>
                </a:solidFill>
              </a:defRPr>
            </a:lvl1pPr>
          </a:lstStyle>
          <a:p>
            <a:r>
              <a:rPr lang="en-US"/>
              <a:t>Drag picture to placeholder or click icon to add</a:t>
            </a:r>
          </a:p>
        </p:txBody>
      </p:sp>
      <p:sp>
        <p:nvSpPr>
          <p:cNvPr id="22" name="Footer Placeholder 21">
            <a:extLst>
              <a:ext uri="{FF2B5EF4-FFF2-40B4-BE49-F238E27FC236}">
                <a16:creationId xmlns:a16="http://schemas.microsoft.com/office/drawing/2014/main" id="{7362EA3A-E7C3-1643-B148-AADECEDF26E4}"/>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pic>
        <p:nvPicPr>
          <p:cNvPr id="12" name="Graphic 11">
            <a:extLst>
              <a:ext uri="{FF2B5EF4-FFF2-40B4-BE49-F238E27FC236}">
                <a16:creationId xmlns:a16="http://schemas.microsoft.com/office/drawing/2014/main" id="{708A9BD9-B4C1-F761-F29D-1A29B1DDDC1E}"/>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04825" y="5582378"/>
            <a:ext cx="3505199" cy="738781"/>
          </a:xfrm>
          <a:prstGeom prst="rect">
            <a:avLst/>
          </a:prstGeom>
        </p:spPr>
      </p:pic>
      <p:sp>
        <p:nvSpPr>
          <p:cNvPr id="2" name="Title 1"/>
          <p:cNvSpPr>
            <a:spLocks noGrp="1"/>
          </p:cNvSpPr>
          <p:nvPr>
            <p:ph type="ctrTitle" hasCustomPrompt="1"/>
          </p:nvPr>
        </p:nvSpPr>
        <p:spPr>
          <a:xfrm>
            <a:off x="504826" y="1920240"/>
            <a:ext cx="5131970" cy="1508760"/>
          </a:xfrm>
        </p:spPr>
        <p:txBody>
          <a:bodyPr vert="horz" anchor="t"/>
          <a:lstStyle>
            <a:lvl1pPr algn="l">
              <a:defRPr sz="4800" b="1">
                <a:solidFill>
                  <a:schemeClr val="tx1"/>
                </a:solidFill>
              </a:defRPr>
            </a:lvl1pPr>
          </a:lstStyle>
          <a:p>
            <a:r>
              <a:rPr lang="en-US"/>
              <a:t>Click to add </a:t>
            </a:r>
            <a:br>
              <a:rPr lang="en-US"/>
            </a:br>
            <a:r>
              <a:rPr lang="en-US"/>
              <a:t>presentation title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1"/>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a:t>Month 00, 20XX</a:t>
            </a:r>
          </a:p>
        </p:txBody>
      </p:sp>
      <p:sp>
        <p:nvSpPr>
          <p:cNvPr id="11" name="Text Placeholder 5">
            <a:extLst>
              <a:ext uri="{FF2B5EF4-FFF2-40B4-BE49-F238E27FC236}">
                <a16:creationId xmlns:a16="http://schemas.microsoft.com/office/drawing/2014/main" id="{31B503BD-4158-2C40-9E38-005D18DF3C41}"/>
              </a:ext>
            </a:extLst>
          </p:cNvPr>
          <p:cNvSpPr>
            <a:spLocks noGrp="1"/>
          </p:cNvSpPr>
          <p:nvPr>
            <p:ph type="body" sz="quarter" idx="13" hasCustomPrompt="1"/>
          </p:nvPr>
        </p:nvSpPr>
        <p:spPr>
          <a:xfrm>
            <a:off x="504823" y="3566160"/>
            <a:ext cx="5131971" cy="549249"/>
          </a:xfrm>
        </p:spPr>
        <p:txBody>
          <a:bodyPr/>
          <a:lstStyle>
            <a:lvl1pPr>
              <a:defRPr sz="3200">
                <a:solidFill>
                  <a:schemeClr val="accent1"/>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a:t>Click to add subtitle</a:t>
            </a:r>
          </a:p>
        </p:txBody>
      </p:sp>
    </p:spTree>
    <p:extLst>
      <p:ext uri="{BB962C8B-B14F-4D97-AF65-F5344CB8AC3E}">
        <p14:creationId xmlns:p14="http://schemas.microsoft.com/office/powerpoint/2010/main" val="3102383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Blue">
    <p:bg>
      <p:bgPr>
        <a:solidFill>
          <a:schemeClr val="tx1"/>
        </a:solidFill>
        <a:effectLst/>
      </p:bgPr>
    </p:bg>
    <p:spTree>
      <p:nvGrpSpPr>
        <p:cNvPr id="1" name=""/>
        <p:cNvGrpSpPr/>
        <p:nvPr/>
      </p:nvGrpSpPr>
      <p:grpSpPr>
        <a:xfrm>
          <a:off x="0" y="0"/>
          <a:ext cx="0" cy="0"/>
          <a:chOff x="0" y="0"/>
          <a:chExt cx="0" cy="0"/>
        </a:xfrm>
      </p:grpSpPr>
      <p:sp>
        <p:nvSpPr>
          <p:cNvPr id="22" name="Footer Placeholder 21">
            <a:extLst>
              <a:ext uri="{FF2B5EF4-FFF2-40B4-BE49-F238E27FC236}">
                <a16:creationId xmlns:a16="http://schemas.microsoft.com/office/drawing/2014/main" id="{7362EA3A-E7C3-1643-B148-AADECEDF26E4}"/>
              </a:ext>
            </a:extLst>
          </p:cNvPr>
          <p:cNvSpPr>
            <a:spLocks noGrp="1"/>
          </p:cNvSpPr>
          <p:nvPr>
            <p:ph type="ftr" sz="quarter" idx="10"/>
          </p:nvPr>
        </p:nvSpPr>
        <p:spPr/>
        <p:txBody>
          <a:bodyPr/>
          <a:lstStyle>
            <a:lvl1pPr>
              <a:defRPr>
                <a:solidFill>
                  <a:schemeClr val="bg1">
                    <a:lumMod val="75000"/>
                  </a:schemeClr>
                </a:solidFill>
                <a:latin typeface="+mn-lt"/>
              </a:defRPr>
            </a:lvl1pPr>
          </a:lstStyle>
          <a:p>
            <a:r>
              <a:rPr lang="en-US"/>
              <a:t>MSK Confidential — do not distribute</a:t>
            </a:r>
          </a:p>
        </p:txBody>
      </p:sp>
      <p:pic>
        <p:nvPicPr>
          <p:cNvPr id="7" name="Graphic 6">
            <a:extLst>
              <a:ext uri="{FF2B5EF4-FFF2-40B4-BE49-F238E27FC236}">
                <a16:creationId xmlns:a16="http://schemas.microsoft.com/office/drawing/2014/main" id="{83797639-85AF-C0C6-DA9C-14EA9296FC0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04825" y="5580496"/>
            <a:ext cx="3514129" cy="740664"/>
          </a:xfrm>
          <a:prstGeom prst="rect">
            <a:avLst/>
          </a:prstGeom>
        </p:spPr>
      </p:pic>
      <p:sp>
        <p:nvSpPr>
          <p:cNvPr id="2" name="Title 1"/>
          <p:cNvSpPr>
            <a:spLocks noGrp="1"/>
          </p:cNvSpPr>
          <p:nvPr>
            <p:ph type="ctrTitle" hasCustomPrompt="1"/>
          </p:nvPr>
        </p:nvSpPr>
        <p:spPr>
          <a:xfrm>
            <a:off x="504825" y="1920240"/>
            <a:ext cx="7419975" cy="1508760"/>
          </a:xfrm>
        </p:spPr>
        <p:txBody>
          <a:bodyPr vert="horz" anchor="t"/>
          <a:lstStyle>
            <a:lvl1pPr algn="l">
              <a:defRPr sz="4800" b="1">
                <a:solidFill>
                  <a:schemeClr val="bg1"/>
                </a:solidFill>
              </a:defRPr>
            </a:lvl1pPr>
          </a:lstStyle>
          <a:p>
            <a:r>
              <a:rPr lang="en-US"/>
              <a:t>Click to add </a:t>
            </a:r>
            <a:br>
              <a:rPr lang="en-US"/>
            </a:br>
            <a:r>
              <a:rPr lang="en-US"/>
              <a:t>presentation title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a:t>Month 00, 20XX</a:t>
            </a:r>
          </a:p>
        </p:txBody>
      </p:sp>
      <p:sp>
        <p:nvSpPr>
          <p:cNvPr id="12" name="Text Placeholder 5">
            <a:extLst>
              <a:ext uri="{FF2B5EF4-FFF2-40B4-BE49-F238E27FC236}">
                <a16:creationId xmlns:a16="http://schemas.microsoft.com/office/drawing/2014/main" id="{E99B368D-17E0-1440-9448-41A42D5E6456}"/>
              </a:ext>
            </a:extLst>
          </p:cNvPr>
          <p:cNvSpPr>
            <a:spLocks noGrp="1"/>
          </p:cNvSpPr>
          <p:nvPr>
            <p:ph type="body" sz="quarter" idx="13" hasCustomPrompt="1"/>
          </p:nvPr>
        </p:nvSpPr>
        <p:spPr>
          <a:xfrm>
            <a:off x="504823" y="3566160"/>
            <a:ext cx="7419975" cy="549249"/>
          </a:xfrm>
        </p:spPr>
        <p:txBody>
          <a:bodyPr/>
          <a:lstStyle>
            <a:lvl1pPr>
              <a:defRPr sz="32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a:t>Click to add subtitle</a:t>
            </a:r>
          </a:p>
        </p:txBody>
      </p:sp>
    </p:spTree>
    <p:extLst>
      <p:ext uri="{BB962C8B-B14F-4D97-AF65-F5344CB8AC3E}">
        <p14:creationId xmlns:p14="http://schemas.microsoft.com/office/powerpoint/2010/main" val="855136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Image">
    <p:bg>
      <p:bgPr>
        <a:solidFill>
          <a:schemeClr val="tx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A598385-0BD4-9F42-BC78-15B2A6F6CFA4}"/>
              </a:ext>
            </a:extLst>
          </p:cNvPr>
          <p:cNvSpPr>
            <a:spLocks noGrp="1"/>
          </p:cNvSpPr>
          <p:nvPr>
            <p:ph type="pic" sz="quarter" idx="11"/>
          </p:nvPr>
        </p:nvSpPr>
        <p:spPr>
          <a:xfrm>
            <a:off x="0" y="0"/>
            <a:ext cx="12192000" cy="6858000"/>
          </a:xfrm>
          <a:noFill/>
        </p:spPr>
        <p:txBody>
          <a:bodyPr/>
          <a:lstStyle>
            <a:lvl1pPr algn="l">
              <a:defRPr sz="1200">
                <a:solidFill>
                  <a:schemeClr val="bg1"/>
                </a:solidFill>
              </a:defRPr>
            </a:lvl1pPr>
          </a:lstStyle>
          <a:p>
            <a:r>
              <a:rPr lang="en-US"/>
              <a:t>Click icon to add picture</a:t>
            </a:r>
          </a:p>
        </p:txBody>
      </p:sp>
      <p:pic>
        <p:nvPicPr>
          <p:cNvPr id="7" name="Graphic 6">
            <a:extLst>
              <a:ext uri="{FF2B5EF4-FFF2-40B4-BE49-F238E27FC236}">
                <a16:creationId xmlns:a16="http://schemas.microsoft.com/office/drawing/2014/main" id="{83797639-85AF-C0C6-DA9C-14EA9296FC0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04825" y="5580496"/>
            <a:ext cx="3514129" cy="740664"/>
          </a:xfrm>
          <a:prstGeom prst="rect">
            <a:avLst/>
          </a:prstGeom>
        </p:spPr>
      </p:pic>
      <p:sp>
        <p:nvSpPr>
          <p:cNvPr id="22" name="Footer Placeholder 21">
            <a:extLst>
              <a:ext uri="{FF2B5EF4-FFF2-40B4-BE49-F238E27FC236}">
                <a16:creationId xmlns:a16="http://schemas.microsoft.com/office/drawing/2014/main" id="{7362EA3A-E7C3-1643-B148-AADECEDF26E4}"/>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2" name="Title 1"/>
          <p:cNvSpPr>
            <a:spLocks noGrp="1"/>
          </p:cNvSpPr>
          <p:nvPr>
            <p:ph type="ctrTitle" hasCustomPrompt="1"/>
          </p:nvPr>
        </p:nvSpPr>
        <p:spPr>
          <a:xfrm>
            <a:off x="504825" y="1920240"/>
            <a:ext cx="7419975" cy="1508760"/>
          </a:xfrm>
        </p:spPr>
        <p:txBody>
          <a:bodyPr vert="horz" anchor="t"/>
          <a:lstStyle>
            <a:lvl1pPr algn="l">
              <a:defRPr sz="4800" b="1">
                <a:solidFill>
                  <a:schemeClr val="bg1"/>
                </a:solidFill>
              </a:defRPr>
            </a:lvl1pPr>
          </a:lstStyle>
          <a:p>
            <a:r>
              <a:rPr lang="en-US"/>
              <a:t>Click to add </a:t>
            </a:r>
            <a:br>
              <a:rPr lang="en-US"/>
            </a:br>
            <a:r>
              <a:rPr lang="en-US"/>
              <a:t>presentation title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a:t>Month 00, 20XX</a:t>
            </a:r>
          </a:p>
        </p:txBody>
      </p:sp>
      <p:sp>
        <p:nvSpPr>
          <p:cNvPr id="12" name="Text Placeholder 5">
            <a:extLst>
              <a:ext uri="{FF2B5EF4-FFF2-40B4-BE49-F238E27FC236}">
                <a16:creationId xmlns:a16="http://schemas.microsoft.com/office/drawing/2014/main" id="{E99B368D-17E0-1440-9448-41A42D5E6456}"/>
              </a:ext>
            </a:extLst>
          </p:cNvPr>
          <p:cNvSpPr>
            <a:spLocks noGrp="1"/>
          </p:cNvSpPr>
          <p:nvPr>
            <p:ph type="body" sz="quarter" idx="13" hasCustomPrompt="1"/>
          </p:nvPr>
        </p:nvSpPr>
        <p:spPr>
          <a:xfrm>
            <a:off x="504823" y="3566160"/>
            <a:ext cx="7419975" cy="549249"/>
          </a:xfrm>
        </p:spPr>
        <p:txBody>
          <a:bodyPr/>
          <a:lstStyle>
            <a:lvl1pPr>
              <a:defRPr sz="32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a:t>Click to add subtitle</a:t>
            </a:r>
          </a:p>
        </p:txBody>
      </p:sp>
    </p:spTree>
    <p:extLst>
      <p:ext uri="{BB962C8B-B14F-4D97-AF65-F5344CB8AC3E}">
        <p14:creationId xmlns:p14="http://schemas.microsoft.com/office/powerpoint/2010/main" val="478799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Blue 1/2 Image">
    <p:bg>
      <p:bgPr>
        <a:solidFill>
          <a:schemeClr val="tx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A598385-0BD4-9F42-BC78-15B2A6F6CFA4}"/>
              </a:ext>
            </a:extLst>
          </p:cNvPr>
          <p:cNvSpPr>
            <a:spLocks noGrp="1"/>
          </p:cNvSpPr>
          <p:nvPr>
            <p:ph type="pic" sz="quarter" idx="11" hasCustomPrompt="1"/>
          </p:nvPr>
        </p:nvSpPr>
        <p:spPr>
          <a:xfrm>
            <a:off x="6096000" y="0"/>
            <a:ext cx="6096000" cy="6858000"/>
          </a:xfrm>
          <a:solidFill>
            <a:schemeClr val="bg1">
              <a:lumMod val="95000"/>
            </a:schemeClr>
          </a:solidFill>
        </p:spPr>
        <p:txBody>
          <a:bodyPr/>
          <a:lstStyle>
            <a:lvl1pPr algn="l">
              <a:defRPr sz="1200">
                <a:solidFill>
                  <a:srgbClr val="FF0000"/>
                </a:solidFill>
              </a:defRPr>
            </a:lvl1pPr>
          </a:lstStyle>
          <a:p>
            <a:r>
              <a:rPr lang="en-US"/>
              <a:t>Drag picture to placeholder or click icon to add</a:t>
            </a:r>
          </a:p>
        </p:txBody>
      </p:sp>
      <p:sp>
        <p:nvSpPr>
          <p:cNvPr id="22" name="Footer Placeholder 21">
            <a:extLst>
              <a:ext uri="{FF2B5EF4-FFF2-40B4-BE49-F238E27FC236}">
                <a16:creationId xmlns:a16="http://schemas.microsoft.com/office/drawing/2014/main" id="{7362EA3A-E7C3-1643-B148-AADECEDF26E4}"/>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pic>
        <p:nvPicPr>
          <p:cNvPr id="12" name="Graphic 11">
            <a:extLst>
              <a:ext uri="{FF2B5EF4-FFF2-40B4-BE49-F238E27FC236}">
                <a16:creationId xmlns:a16="http://schemas.microsoft.com/office/drawing/2014/main" id="{E176EC07-7590-9014-296C-172578C5C04D}"/>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04825" y="5580496"/>
            <a:ext cx="3514129" cy="740664"/>
          </a:xfrm>
          <a:prstGeom prst="rect">
            <a:avLst/>
          </a:prstGeom>
        </p:spPr>
      </p:pic>
      <p:sp>
        <p:nvSpPr>
          <p:cNvPr id="2" name="Title 1"/>
          <p:cNvSpPr>
            <a:spLocks noGrp="1"/>
          </p:cNvSpPr>
          <p:nvPr>
            <p:ph type="ctrTitle" hasCustomPrompt="1"/>
          </p:nvPr>
        </p:nvSpPr>
        <p:spPr>
          <a:xfrm>
            <a:off x="504826" y="1920240"/>
            <a:ext cx="5131970" cy="1508760"/>
          </a:xfrm>
        </p:spPr>
        <p:txBody>
          <a:bodyPr vert="horz" anchor="t"/>
          <a:lstStyle>
            <a:lvl1pPr algn="l">
              <a:defRPr sz="4800" b="1">
                <a:solidFill>
                  <a:schemeClr val="bg1"/>
                </a:solidFill>
              </a:defRPr>
            </a:lvl1pPr>
          </a:lstStyle>
          <a:p>
            <a:r>
              <a:rPr lang="en-US"/>
              <a:t>Click to add </a:t>
            </a:r>
            <a:br>
              <a:rPr lang="en-US"/>
            </a:br>
            <a:r>
              <a:rPr lang="en-US"/>
              <a:t>presentation title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a:t>Month 00, 20XX</a:t>
            </a:r>
          </a:p>
        </p:txBody>
      </p:sp>
      <p:sp>
        <p:nvSpPr>
          <p:cNvPr id="10" name="Text Placeholder 5">
            <a:extLst>
              <a:ext uri="{FF2B5EF4-FFF2-40B4-BE49-F238E27FC236}">
                <a16:creationId xmlns:a16="http://schemas.microsoft.com/office/drawing/2014/main" id="{E8ECE2AD-E262-0244-A779-32BC5B97C660}"/>
              </a:ext>
            </a:extLst>
          </p:cNvPr>
          <p:cNvSpPr>
            <a:spLocks noGrp="1"/>
          </p:cNvSpPr>
          <p:nvPr>
            <p:ph type="body" sz="quarter" idx="13" hasCustomPrompt="1"/>
          </p:nvPr>
        </p:nvSpPr>
        <p:spPr>
          <a:xfrm>
            <a:off x="504823" y="3566160"/>
            <a:ext cx="5131971" cy="549249"/>
          </a:xfrm>
        </p:spPr>
        <p:txBody>
          <a:bodyPr/>
          <a:lstStyle>
            <a:lvl1pPr>
              <a:defRPr sz="32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a:t>Click to add subtitle</a:t>
            </a:r>
          </a:p>
        </p:txBody>
      </p:sp>
    </p:spTree>
    <p:extLst>
      <p:ext uri="{BB962C8B-B14F-4D97-AF65-F5344CB8AC3E}">
        <p14:creationId xmlns:p14="http://schemas.microsoft.com/office/powerpoint/2010/main" val="1717392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Slide ODL">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C5E47407-2EC8-524C-85CD-E0BC1A1C8F1D}"/>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04825" y="5582378"/>
            <a:ext cx="3505199" cy="738781"/>
          </a:xfrm>
          <a:prstGeom prst="rect">
            <a:avLst/>
          </a:prstGeom>
        </p:spPr>
      </p:pic>
      <p:sp>
        <p:nvSpPr>
          <p:cNvPr id="7" name="Footer Placeholder 6">
            <a:extLst>
              <a:ext uri="{FF2B5EF4-FFF2-40B4-BE49-F238E27FC236}">
                <a16:creationId xmlns:a16="http://schemas.microsoft.com/office/drawing/2014/main" id="{739AB803-A532-384B-A53A-B6D4C36E506C}"/>
              </a:ext>
            </a:extLst>
          </p:cNvPr>
          <p:cNvSpPr>
            <a:spLocks noGrp="1"/>
          </p:cNvSpPr>
          <p:nvPr>
            <p:ph type="ftr" sz="quarter" idx="14"/>
          </p:nvPr>
        </p:nvSpPr>
        <p:spPr/>
        <p:txBody>
          <a:bodyPr/>
          <a:lstStyle/>
          <a:p>
            <a:r>
              <a:rPr lang="en-US"/>
              <a:t>MSK Confidential — do not distribute</a:t>
            </a:r>
          </a:p>
        </p:txBody>
      </p:sp>
      <p:sp>
        <p:nvSpPr>
          <p:cNvPr id="2" name="Title 1"/>
          <p:cNvSpPr>
            <a:spLocks noGrp="1"/>
          </p:cNvSpPr>
          <p:nvPr>
            <p:ph type="ctrTitle" hasCustomPrompt="1"/>
          </p:nvPr>
        </p:nvSpPr>
        <p:spPr>
          <a:xfrm>
            <a:off x="504825" y="1920241"/>
            <a:ext cx="7419975" cy="1508760"/>
          </a:xfrm>
        </p:spPr>
        <p:txBody>
          <a:bodyPr vert="horz" anchor="t"/>
          <a:lstStyle>
            <a:lvl1pPr algn="l">
              <a:defRPr sz="4800" b="1">
                <a:solidFill>
                  <a:schemeClr val="tx1"/>
                </a:solidFill>
              </a:defRPr>
            </a:lvl1pPr>
          </a:lstStyle>
          <a:p>
            <a:r>
              <a:rPr lang="en-US"/>
              <a:t>Click to add </a:t>
            </a:r>
            <a:br>
              <a:rPr lang="en-US"/>
            </a:br>
            <a:r>
              <a:rPr lang="en-US"/>
              <a:t>presentation title</a:t>
            </a:r>
          </a:p>
        </p:txBody>
      </p:sp>
      <p:sp>
        <p:nvSpPr>
          <p:cNvPr id="3" name="Subtitle 2"/>
          <p:cNvSpPr>
            <a:spLocks noGrp="1"/>
          </p:cNvSpPr>
          <p:nvPr>
            <p:ph type="subTitle" idx="1" hasCustomPrompt="1"/>
          </p:nvPr>
        </p:nvSpPr>
        <p:spPr>
          <a:xfrm>
            <a:off x="504825" y="1371600"/>
            <a:ext cx="7419975" cy="530693"/>
          </a:xfrm>
        </p:spPr>
        <p:txBody>
          <a:bodyPr anchor="t"/>
          <a:lstStyle>
            <a:lvl1pPr marL="0" indent="0" algn="l">
              <a:buNone/>
              <a:defRPr sz="3200" b="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Org/Dept/Lab name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1"/>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a:t>Month 00, 20XX</a:t>
            </a:r>
          </a:p>
        </p:txBody>
      </p:sp>
      <p:sp>
        <p:nvSpPr>
          <p:cNvPr id="12" name="Text Placeholder 5">
            <a:extLst>
              <a:ext uri="{FF2B5EF4-FFF2-40B4-BE49-F238E27FC236}">
                <a16:creationId xmlns:a16="http://schemas.microsoft.com/office/drawing/2014/main" id="{5A9A0FEB-2318-1E41-A04B-A702497639C9}"/>
              </a:ext>
            </a:extLst>
          </p:cNvPr>
          <p:cNvSpPr>
            <a:spLocks noGrp="1"/>
          </p:cNvSpPr>
          <p:nvPr>
            <p:ph type="body" sz="quarter" idx="13" hasCustomPrompt="1"/>
          </p:nvPr>
        </p:nvSpPr>
        <p:spPr>
          <a:xfrm>
            <a:off x="504823" y="3566160"/>
            <a:ext cx="7419975" cy="549249"/>
          </a:xfrm>
        </p:spPr>
        <p:txBody>
          <a:bodyPr/>
          <a:lstStyle>
            <a:lvl1pPr>
              <a:defRPr sz="3200">
                <a:solidFill>
                  <a:schemeClr val="accent1"/>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a:t>Click to add subtitle</a:t>
            </a:r>
          </a:p>
        </p:txBody>
      </p:sp>
    </p:spTree>
    <p:extLst>
      <p:ext uri="{BB962C8B-B14F-4D97-AF65-F5344CB8AC3E}">
        <p14:creationId xmlns:p14="http://schemas.microsoft.com/office/powerpoint/2010/main" val="1235011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Slide 1/2 Image ODL">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A598385-0BD4-9F42-BC78-15B2A6F6CFA4}"/>
              </a:ext>
            </a:extLst>
          </p:cNvPr>
          <p:cNvSpPr>
            <a:spLocks noGrp="1"/>
          </p:cNvSpPr>
          <p:nvPr>
            <p:ph type="pic" sz="quarter" idx="11" hasCustomPrompt="1"/>
          </p:nvPr>
        </p:nvSpPr>
        <p:spPr>
          <a:xfrm>
            <a:off x="6096000" y="0"/>
            <a:ext cx="6096000" cy="6858000"/>
          </a:xfrm>
          <a:solidFill>
            <a:schemeClr val="bg1">
              <a:lumMod val="95000"/>
            </a:schemeClr>
          </a:solidFill>
        </p:spPr>
        <p:txBody>
          <a:bodyPr/>
          <a:lstStyle>
            <a:lvl1pPr algn="l">
              <a:defRPr sz="1200">
                <a:solidFill>
                  <a:srgbClr val="FF0000"/>
                </a:solidFill>
              </a:defRPr>
            </a:lvl1pPr>
          </a:lstStyle>
          <a:p>
            <a:r>
              <a:rPr lang="en-US"/>
              <a:t>Drag picture to placeholder or click icon to add</a:t>
            </a:r>
          </a:p>
        </p:txBody>
      </p:sp>
      <p:sp>
        <p:nvSpPr>
          <p:cNvPr id="22" name="Footer Placeholder 21">
            <a:extLst>
              <a:ext uri="{FF2B5EF4-FFF2-40B4-BE49-F238E27FC236}">
                <a16:creationId xmlns:a16="http://schemas.microsoft.com/office/drawing/2014/main" id="{7362EA3A-E7C3-1643-B148-AADECEDF26E4}"/>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pic>
        <p:nvPicPr>
          <p:cNvPr id="12" name="Graphic 11">
            <a:extLst>
              <a:ext uri="{FF2B5EF4-FFF2-40B4-BE49-F238E27FC236}">
                <a16:creationId xmlns:a16="http://schemas.microsoft.com/office/drawing/2014/main" id="{708A9BD9-B4C1-F761-F29D-1A29B1DDDC1E}"/>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04825" y="5582378"/>
            <a:ext cx="3505199" cy="738781"/>
          </a:xfrm>
          <a:prstGeom prst="rect">
            <a:avLst/>
          </a:prstGeom>
        </p:spPr>
      </p:pic>
      <p:sp>
        <p:nvSpPr>
          <p:cNvPr id="2" name="Title 1"/>
          <p:cNvSpPr>
            <a:spLocks noGrp="1"/>
          </p:cNvSpPr>
          <p:nvPr>
            <p:ph type="ctrTitle" hasCustomPrompt="1"/>
          </p:nvPr>
        </p:nvSpPr>
        <p:spPr>
          <a:xfrm>
            <a:off x="504826" y="1920240"/>
            <a:ext cx="5131970" cy="1508760"/>
          </a:xfrm>
        </p:spPr>
        <p:txBody>
          <a:bodyPr vert="horz" anchor="t"/>
          <a:lstStyle>
            <a:lvl1pPr algn="l">
              <a:defRPr sz="4800" b="1">
                <a:solidFill>
                  <a:schemeClr val="tx1"/>
                </a:solidFill>
              </a:defRPr>
            </a:lvl1pPr>
          </a:lstStyle>
          <a:p>
            <a:r>
              <a:rPr lang="en-US"/>
              <a:t>Click to add </a:t>
            </a:r>
            <a:br>
              <a:rPr lang="en-US"/>
            </a:br>
            <a:r>
              <a:rPr lang="en-US"/>
              <a:t>presentation title</a:t>
            </a:r>
          </a:p>
        </p:txBody>
      </p:sp>
      <p:sp>
        <p:nvSpPr>
          <p:cNvPr id="3" name="Subtitle 2"/>
          <p:cNvSpPr>
            <a:spLocks noGrp="1"/>
          </p:cNvSpPr>
          <p:nvPr>
            <p:ph type="subTitle" idx="1" hasCustomPrompt="1"/>
          </p:nvPr>
        </p:nvSpPr>
        <p:spPr>
          <a:xfrm>
            <a:off x="504826" y="1371600"/>
            <a:ext cx="5131970" cy="530693"/>
          </a:xfrm>
        </p:spPr>
        <p:txBody>
          <a:bodyPr anchor="t"/>
          <a:lstStyle>
            <a:lvl1pPr marL="0" indent="0" algn="l">
              <a:buNone/>
              <a:defRPr sz="3200" b="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Add Org/Dept/Lab name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1"/>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a:t>Month 00, 20XX</a:t>
            </a:r>
          </a:p>
        </p:txBody>
      </p:sp>
      <p:sp>
        <p:nvSpPr>
          <p:cNvPr id="11" name="Text Placeholder 5">
            <a:extLst>
              <a:ext uri="{FF2B5EF4-FFF2-40B4-BE49-F238E27FC236}">
                <a16:creationId xmlns:a16="http://schemas.microsoft.com/office/drawing/2014/main" id="{31B503BD-4158-2C40-9E38-005D18DF3C41}"/>
              </a:ext>
            </a:extLst>
          </p:cNvPr>
          <p:cNvSpPr>
            <a:spLocks noGrp="1"/>
          </p:cNvSpPr>
          <p:nvPr>
            <p:ph type="body" sz="quarter" idx="13" hasCustomPrompt="1"/>
          </p:nvPr>
        </p:nvSpPr>
        <p:spPr>
          <a:xfrm>
            <a:off x="504823" y="3566160"/>
            <a:ext cx="5131971" cy="549249"/>
          </a:xfrm>
        </p:spPr>
        <p:txBody>
          <a:bodyPr/>
          <a:lstStyle>
            <a:lvl1pPr>
              <a:defRPr sz="3200">
                <a:solidFill>
                  <a:schemeClr val="accent1"/>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a:t>Click to add subtitle</a:t>
            </a:r>
          </a:p>
        </p:txBody>
      </p:sp>
    </p:spTree>
    <p:extLst>
      <p:ext uri="{BB962C8B-B14F-4D97-AF65-F5344CB8AC3E}">
        <p14:creationId xmlns:p14="http://schemas.microsoft.com/office/powerpoint/2010/main" val="4035123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Slide Blue ODL">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3797639-85AF-C0C6-DA9C-14EA9296FC0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04825" y="5580496"/>
            <a:ext cx="3514129" cy="740664"/>
          </a:xfrm>
          <a:prstGeom prst="rect">
            <a:avLst/>
          </a:prstGeom>
        </p:spPr>
      </p:pic>
      <p:sp>
        <p:nvSpPr>
          <p:cNvPr id="22" name="Footer Placeholder 21">
            <a:extLst>
              <a:ext uri="{FF2B5EF4-FFF2-40B4-BE49-F238E27FC236}">
                <a16:creationId xmlns:a16="http://schemas.microsoft.com/office/drawing/2014/main" id="{7362EA3A-E7C3-1643-B148-AADECEDF26E4}"/>
              </a:ext>
            </a:extLst>
          </p:cNvPr>
          <p:cNvSpPr>
            <a:spLocks noGrp="1"/>
          </p:cNvSpPr>
          <p:nvPr>
            <p:ph type="ftr" sz="quarter" idx="10"/>
          </p:nvPr>
        </p:nvSpPr>
        <p:spPr/>
        <p:txBody>
          <a:bodyPr/>
          <a:lstStyle>
            <a:lvl1pPr>
              <a:defRPr>
                <a:solidFill>
                  <a:schemeClr val="bg1">
                    <a:lumMod val="75000"/>
                  </a:schemeClr>
                </a:solidFill>
                <a:latin typeface="+mn-lt"/>
              </a:defRPr>
            </a:lvl1pPr>
          </a:lstStyle>
          <a:p>
            <a:r>
              <a:rPr lang="en-US"/>
              <a:t>MSK Confidential — do not distribute</a:t>
            </a:r>
          </a:p>
        </p:txBody>
      </p:sp>
      <p:sp>
        <p:nvSpPr>
          <p:cNvPr id="2" name="Title 1"/>
          <p:cNvSpPr>
            <a:spLocks noGrp="1"/>
          </p:cNvSpPr>
          <p:nvPr>
            <p:ph type="ctrTitle" hasCustomPrompt="1"/>
          </p:nvPr>
        </p:nvSpPr>
        <p:spPr>
          <a:xfrm>
            <a:off x="504825" y="1920240"/>
            <a:ext cx="7419975" cy="1508760"/>
          </a:xfrm>
        </p:spPr>
        <p:txBody>
          <a:bodyPr vert="horz" anchor="t"/>
          <a:lstStyle>
            <a:lvl1pPr algn="l">
              <a:defRPr sz="4800" b="1">
                <a:solidFill>
                  <a:schemeClr val="bg1"/>
                </a:solidFill>
              </a:defRPr>
            </a:lvl1pPr>
          </a:lstStyle>
          <a:p>
            <a:r>
              <a:rPr lang="en-US"/>
              <a:t>Click to add </a:t>
            </a:r>
            <a:br>
              <a:rPr lang="en-US"/>
            </a:br>
            <a:r>
              <a:rPr lang="en-US"/>
              <a:t>presentation title</a:t>
            </a:r>
          </a:p>
        </p:txBody>
      </p:sp>
      <p:sp>
        <p:nvSpPr>
          <p:cNvPr id="3" name="Subtitle 2"/>
          <p:cNvSpPr>
            <a:spLocks noGrp="1"/>
          </p:cNvSpPr>
          <p:nvPr>
            <p:ph type="subTitle" idx="1" hasCustomPrompt="1"/>
          </p:nvPr>
        </p:nvSpPr>
        <p:spPr>
          <a:xfrm>
            <a:off x="504825" y="1371600"/>
            <a:ext cx="7419975" cy="530693"/>
          </a:xfrm>
        </p:spPr>
        <p:txBody>
          <a:bodyPr anchor="t"/>
          <a:lstStyle>
            <a:lvl1pPr marL="0" indent="0" algn="l">
              <a:buNone/>
              <a:defRPr sz="3200" b="1">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Org/Dept/Lab name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a:t>Month 00, 20XX</a:t>
            </a:r>
          </a:p>
        </p:txBody>
      </p:sp>
      <p:sp>
        <p:nvSpPr>
          <p:cNvPr id="12" name="Text Placeholder 5">
            <a:extLst>
              <a:ext uri="{FF2B5EF4-FFF2-40B4-BE49-F238E27FC236}">
                <a16:creationId xmlns:a16="http://schemas.microsoft.com/office/drawing/2014/main" id="{E99B368D-17E0-1440-9448-41A42D5E6456}"/>
              </a:ext>
            </a:extLst>
          </p:cNvPr>
          <p:cNvSpPr>
            <a:spLocks noGrp="1"/>
          </p:cNvSpPr>
          <p:nvPr>
            <p:ph type="body" sz="quarter" idx="13" hasCustomPrompt="1"/>
          </p:nvPr>
        </p:nvSpPr>
        <p:spPr>
          <a:xfrm>
            <a:off x="504823" y="3566160"/>
            <a:ext cx="7419975" cy="549249"/>
          </a:xfrm>
        </p:spPr>
        <p:txBody>
          <a:bodyPr/>
          <a:lstStyle>
            <a:lvl1pPr>
              <a:defRPr sz="32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a:t>Click to add subtitle</a:t>
            </a:r>
          </a:p>
        </p:txBody>
      </p:sp>
    </p:spTree>
    <p:extLst>
      <p:ext uri="{BB962C8B-B14F-4D97-AF65-F5344CB8AC3E}">
        <p14:creationId xmlns:p14="http://schemas.microsoft.com/office/powerpoint/2010/main" val="2616416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lide Image ODL">
    <p:bg>
      <p:bgPr>
        <a:solidFill>
          <a:schemeClr val="tx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A598385-0BD4-9F42-BC78-15B2A6F6CFA4}"/>
              </a:ext>
            </a:extLst>
          </p:cNvPr>
          <p:cNvSpPr>
            <a:spLocks noGrp="1"/>
          </p:cNvSpPr>
          <p:nvPr>
            <p:ph type="pic" sz="quarter" idx="11"/>
          </p:nvPr>
        </p:nvSpPr>
        <p:spPr>
          <a:xfrm>
            <a:off x="0" y="0"/>
            <a:ext cx="12192000" cy="6858000"/>
          </a:xfrm>
          <a:noFill/>
        </p:spPr>
        <p:txBody>
          <a:bodyPr/>
          <a:lstStyle>
            <a:lvl1pPr algn="l">
              <a:defRPr sz="1200">
                <a:solidFill>
                  <a:schemeClr val="bg1"/>
                </a:solidFill>
              </a:defRPr>
            </a:lvl1pPr>
          </a:lstStyle>
          <a:p>
            <a:r>
              <a:rPr lang="en-US"/>
              <a:t>Click icon to add picture</a:t>
            </a:r>
          </a:p>
        </p:txBody>
      </p:sp>
      <p:sp>
        <p:nvSpPr>
          <p:cNvPr id="22" name="Footer Placeholder 21">
            <a:extLst>
              <a:ext uri="{FF2B5EF4-FFF2-40B4-BE49-F238E27FC236}">
                <a16:creationId xmlns:a16="http://schemas.microsoft.com/office/drawing/2014/main" id="{7362EA3A-E7C3-1643-B148-AADECEDF26E4}"/>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pic>
        <p:nvPicPr>
          <p:cNvPr id="7" name="Graphic 6">
            <a:extLst>
              <a:ext uri="{FF2B5EF4-FFF2-40B4-BE49-F238E27FC236}">
                <a16:creationId xmlns:a16="http://schemas.microsoft.com/office/drawing/2014/main" id="{83797639-85AF-C0C6-DA9C-14EA9296FC0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04825" y="5580496"/>
            <a:ext cx="3514129" cy="740664"/>
          </a:xfrm>
          <a:prstGeom prst="rect">
            <a:avLst/>
          </a:prstGeom>
        </p:spPr>
      </p:pic>
      <p:sp>
        <p:nvSpPr>
          <p:cNvPr id="2" name="Title 1"/>
          <p:cNvSpPr>
            <a:spLocks noGrp="1"/>
          </p:cNvSpPr>
          <p:nvPr>
            <p:ph type="ctrTitle" hasCustomPrompt="1"/>
          </p:nvPr>
        </p:nvSpPr>
        <p:spPr>
          <a:xfrm>
            <a:off x="504825" y="1920240"/>
            <a:ext cx="7419975" cy="1508760"/>
          </a:xfrm>
        </p:spPr>
        <p:txBody>
          <a:bodyPr vert="horz" anchor="t"/>
          <a:lstStyle>
            <a:lvl1pPr algn="l">
              <a:defRPr sz="4800" b="1">
                <a:solidFill>
                  <a:schemeClr val="bg1"/>
                </a:solidFill>
              </a:defRPr>
            </a:lvl1pPr>
          </a:lstStyle>
          <a:p>
            <a:r>
              <a:rPr lang="en-US"/>
              <a:t>Click to add </a:t>
            </a:r>
            <a:br>
              <a:rPr lang="en-US"/>
            </a:br>
            <a:r>
              <a:rPr lang="en-US"/>
              <a:t>presentation title</a:t>
            </a:r>
          </a:p>
        </p:txBody>
      </p:sp>
      <p:sp>
        <p:nvSpPr>
          <p:cNvPr id="3" name="Subtitle 2"/>
          <p:cNvSpPr>
            <a:spLocks noGrp="1"/>
          </p:cNvSpPr>
          <p:nvPr>
            <p:ph type="subTitle" idx="1" hasCustomPrompt="1"/>
          </p:nvPr>
        </p:nvSpPr>
        <p:spPr>
          <a:xfrm>
            <a:off x="504825" y="1371600"/>
            <a:ext cx="7419975" cy="530693"/>
          </a:xfrm>
        </p:spPr>
        <p:txBody>
          <a:bodyPr anchor="t"/>
          <a:lstStyle>
            <a:lvl1pPr marL="0" indent="0" algn="l">
              <a:buNone/>
              <a:defRPr sz="3200" b="1">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Org/Dept/Lab name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a:t>Month 00, 20XX</a:t>
            </a:r>
          </a:p>
        </p:txBody>
      </p:sp>
      <p:sp>
        <p:nvSpPr>
          <p:cNvPr id="12" name="Text Placeholder 5">
            <a:extLst>
              <a:ext uri="{FF2B5EF4-FFF2-40B4-BE49-F238E27FC236}">
                <a16:creationId xmlns:a16="http://schemas.microsoft.com/office/drawing/2014/main" id="{E99B368D-17E0-1440-9448-41A42D5E6456}"/>
              </a:ext>
            </a:extLst>
          </p:cNvPr>
          <p:cNvSpPr>
            <a:spLocks noGrp="1"/>
          </p:cNvSpPr>
          <p:nvPr>
            <p:ph type="body" sz="quarter" idx="13" hasCustomPrompt="1"/>
          </p:nvPr>
        </p:nvSpPr>
        <p:spPr>
          <a:xfrm>
            <a:off x="504823" y="3566160"/>
            <a:ext cx="7419975" cy="549249"/>
          </a:xfrm>
        </p:spPr>
        <p:txBody>
          <a:bodyPr/>
          <a:lstStyle>
            <a:lvl1pPr>
              <a:defRPr sz="32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a:t>Click to add subtitle</a:t>
            </a:r>
          </a:p>
        </p:txBody>
      </p:sp>
    </p:spTree>
    <p:extLst>
      <p:ext uri="{BB962C8B-B14F-4D97-AF65-F5344CB8AC3E}">
        <p14:creationId xmlns:p14="http://schemas.microsoft.com/office/powerpoint/2010/main" val="35499599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Slide Blue 1/2 Image ODL">
    <p:bg>
      <p:bgPr>
        <a:solidFill>
          <a:schemeClr val="tx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A598385-0BD4-9F42-BC78-15B2A6F6CFA4}"/>
              </a:ext>
            </a:extLst>
          </p:cNvPr>
          <p:cNvSpPr>
            <a:spLocks noGrp="1"/>
          </p:cNvSpPr>
          <p:nvPr>
            <p:ph type="pic" sz="quarter" idx="11" hasCustomPrompt="1"/>
          </p:nvPr>
        </p:nvSpPr>
        <p:spPr>
          <a:xfrm>
            <a:off x="6096000" y="0"/>
            <a:ext cx="6096000" cy="6858000"/>
          </a:xfrm>
          <a:solidFill>
            <a:schemeClr val="bg1">
              <a:lumMod val="95000"/>
            </a:schemeClr>
          </a:solidFill>
        </p:spPr>
        <p:txBody>
          <a:bodyPr/>
          <a:lstStyle>
            <a:lvl1pPr algn="l">
              <a:defRPr sz="1200">
                <a:solidFill>
                  <a:srgbClr val="FF0000"/>
                </a:solidFill>
              </a:defRPr>
            </a:lvl1pPr>
          </a:lstStyle>
          <a:p>
            <a:r>
              <a:rPr lang="en-US"/>
              <a:t>Drag picture to placeholder or click icon to add</a:t>
            </a:r>
          </a:p>
        </p:txBody>
      </p:sp>
      <p:sp>
        <p:nvSpPr>
          <p:cNvPr id="22" name="Footer Placeholder 21">
            <a:extLst>
              <a:ext uri="{FF2B5EF4-FFF2-40B4-BE49-F238E27FC236}">
                <a16:creationId xmlns:a16="http://schemas.microsoft.com/office/drawing/2014/main" id="{7362EA3A-E7C3-1643-B148-AADECEDF26E4}"/>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pic>
        <p:nvPicPr>
          <p:cNvPr id="12" name="Graphic 11">
            <a:extLst>
              <a:ext uri="{FF2B5EF4-FFF2-40B4-BE49-F238E27FC236}">
                <a16:creationId xmlns:a16="http://schemas.microsoft.com/office/drawing/2014/main" id="{E176EC07-7590-9014-296C-172578C5C04D}"/>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04825" y="5580496"/>
            <a:ext cx="3514129" cy="740664"/>
          </a:xfrm>
          <a:prstGeom prst="rect">
            <a:avLst/>
          </a:prstGeom>
        </p:spPr>
      </p:pic>
      <p:sp>
        <p:nvSpPr>
          <p:cNvPr id="2" name="Title 1"/>
          <p:cNvSpPr>
            <a:spLocks noGrp="1"/>
          </p:cNvSpPr>
          <p:nvPr>
            <p:ph type="ctrTitle" hasCustomPrompt="1"/>
          </p:nvPr>
        </p:nvSpPr>
        <p:spPr>
          <a:xfrm>
            <a:off x="504826" y="1920240"/>
            <a:ext cx="5131970" cy="1508760"/>
          </a:xfrm>
        </p:spPr>
        <p:txBody>
          <a:bodyPr vert="horz" anchor="t"/>
          <a:lstStyle>
            <a:lvl1pPr algn="l">
              <a:defRPr sz="4800" b="1">
                <a:solidFill>
                  <a:schemeClr val="bg1"/>
                </a:solidFill>
              </a:defRPr>
            </a:lvl1pPr>
          </a:lstStyle>
          <a:p>
            <a:r>
              <a:rPr lang="en-US"/>
              <a:t>Click to add </a:t>
            </a:r>
            <a:br>
              <a:rPr lang="en-US"/>
            </a:br>
            <a:r>
              <a:rPr lang="en-US"/>
              <a:t>presentation title</a:t>
            </a:r>
          </a:p>
        </p:txBody>
      </p:sp>
      <p:sp>
        <p:nvSpPr>
          <p:cNvPr id="3" name="Subtitle 2"/>
          <p:cNvSpPr>
            <a:spLocks noGrp="1"/>
          </p:cNvSpPr>
          <p:nvPr>
            <p:ph type="subTitle" idx="1" hasCustomPrompt="1"/>
          </p:nvPr>
        </p:nvSpPr>
        <p:spPr>
          <a:xfrm>
            <a:off x="504826" y="1371600"/>
            <a:ext cx="5131970" cy="530693"/>
          </a:xfrm>
        </p:spPr>
        <p:txBody>
          <a:bodyPr anchor="t"/>
          <a:lstStyle>
            <a:lvl1pPr marL="0" indent="0" algn="l">
              <a:buNone/>
              <a:defRPr sz="3200" b="1">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Add Org/Dept/Lab name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a:t>Month 00, 20XX</a:t>
            </a:r>
          </a:p>
        </p:txBody>
      </p:sp>
      <p:sp>
        <p:nvSpPr>
          <p:cNvPr id="10" name="Text Placeholder 5">
            <a:extLst>
              <a:ext uri="{FF2B5EF4-FFF2-40B4-BE49-F238E27FC236}">
                <a16:creationId xmlns:a16="http://schemas.microsoft.com/office/drawing/2014/main" id="{E8ECE2AD-E262-0244-A779-32BC5B97C660}"/>
              </a:ext>
            </a:extLst>
          </p:cNvPr>
          <p:cNvSpPr>
            <a:spLocks noGrp="1"/>
          </p:cNvSpPr>
          <p:nvPr>
            <p:ph type="body" sz="quarter" idx="13" hasCustomPrompt="1"/>
          </p:nvPr>
        </p:nvSpPr>
        <p:spPr>
          <a:xfrm>
            <a:off x="504823" y="3566160"/>
            <a:ext cx="5131971" cy="549249"/>
          </a:xfrm>
        </p:spPr>
        <p:txBody>
          <a:bodyPr/>
          <a:lstStyle>
            <a:lvl1pPr>
              <a:defRPr sz="32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a:t>Click to add subtitle</a:t>
            </a:r>
          </a:p>
        </p:txBody>
      </p:sp>
    </p:spTree>
    <p:extLst>
      <p:ext uri="{BB962C8B-B14F-4D97-AF65-F5344CB8AC3E}">
        <p14:creationId xmlns:p14="http://schemas.microsoft.com/office/powerpoint/2010/main" val="2297257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Divider Layou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ZoneTexte 2">
            <a:extLst>
              <a:ext uri="{FF2B5EF4-FFF2-40B4-BE49-F238E27FC236}">
                <a16:creationId xmlns:a16="http://schemas.microsoft.com/office/drawing/2014/main" id="{9187A733-2828-FF4D-A1DC-7E7D7BF66120}"/>
              </a:ext>
            </a:extLst>
          </p:cNvPr>
          <p:cNvSpPr txBox="1"/>
          <p:nvPr/>
        </p:nvSpPr>
        <p:spPr>
          <a:xfrm>
            <a:off x="2" y="2690335"/>
            <a:ext cx="12191999" cy="1477328"/>
          </a:xfrm>
          <a:prstGeom prst="rect">
            <a:avLst/>
          </a:prstGeom>
          <a:noFill/>
        </p:spPr>
        <p:txBody>
          <a:bodyPr wrap="square" lIns="337500" rIns="337500" rtlCol="0" anchor="ctr" anchorCtr="0">
            <a:spAutoFit/>
          </a:bodyPr>
          <a:lstStyle/>
          <a:p>
            <a:pPr algn="ctr"/>
            <a:r>
              <a:rPr lang="en-CA" sz="9000" i="0" noProof="0">
                <a:solidFill>
                  <a:schemeClr val="tx2"/>
                </a:solidFill>
                <a:latin typeface="+mn-lt"/>
              </a:rPr>
              <a:t>Divider layouts</a:t>
            </a:r>
          </a:p>
        </p:txBody>
      </p:sp>
    </p:spTree>
    <p:extLst>
      <p:ext uri="{BB962C8B-B14F-4D97-AF65-F5344CB8AC3E}">
        <p14:creationId xmlns:p14="http://schemas.microsoft.com/office/powerpoint/2010/main" val="16952827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6D86FA2C-F8A6-90E8-5782-DF29638FC6C0}"/>
              </a:ext>
            </a:extLst>
          </p:cNvPr>
          <p:cNvSpPr/>
          <p:nvPr/>
        </p:nvSpPr>
        <p:spPr>
          <a:xfrm>
            <a:off x="6428802" y="483936"/>
            <a:ext cx="5763198" cy="6374064"/>
          </a:xfrm>
          <a:custGeom>
            <a:avLst/>
            <a:gdLst>
              <a:gd name="connsiteX0" fmla="*/ 3554522 w 5763198"/>
              <a:gd name="connsiteY0" fmla="*/ 1277148 h 6374064"/>
              <a:gd name="connsiteX1" fmla="*/ 4965198 w 5763198"/>
              <a:gd name="connsiteY1" fmla="*/ 2685220 h 6374064"/>
              <a:gd name="connsiteX2" fmla="*/ 4638987 w 5763198"/>
              <a:gd name="connsiteY2" fmla="*/ 3010816 h 6374064"/>
              <a:gd name="connsiteX3" fmla="*/ 3785164 w 5763198"/>
              <a:gd name="connsiteY3" fmla="*/ 2158571 h 6374064"/>
              <a:gd name="connsiteX4" fmla="*/ 3785164 w 5763198"/>
              <a:gd name="connsiteY4" fmla="*/ 3610576 h 6374064"/>
              <a:gd name="connsiteX5" fmla="*/ 4797652 w 5763198"/>
              <a:gd name="connsiteY5" fmla="*/ 3610576 h 6374064"/>
              <a:gd name="connsiteX6" fmla="*/ 4797652 w 5763198"/>
              <a:gd name="connsiteY6" fmla="*/ 4071018 h 6374064"/>
              <a:gd name="connsiteX7" fmla="*/ 3785164 w 5763198"/>
              <a:gd name="connsiteY7" fmla="*/ 4071018 h 6374064"/>
              <a:gd name="connsiteX8" fmla="*/ 3785164 w 5763198"/>
              <a:gd name="connsiteY8" fmla="*/ 4427325 h 6374064"/>
              <a:gd name="connsiteX9" fmla="*/ 4797652 w 5763198"/>
              <a:gd name="connsiteY9" fmla="*/ 4427325 h 6374064"/>
              <a:gd name="connsiteX10" fmla="*/ 4797652 w 5763198"/>
              <a:gd name="connsiteY10" fmla="*/ 4887800 h 6374064"/>
              <a:gd name="connsiteX11" fmla="*/ 3785164 w 5763198"/>
              <a:gd name="connsiteY11" fmla="*/ 4887800 h 6374064"/>
              <a:gd name="connsiteX12" fmla="*/ 3785164 w 5763198"/>
              <a:gd name="connsiteY12" fmla="*/ 5244106 h 6374064"/>
              <a:gd name="connsiteX13" fmla="*/ 4797652 w 5763198"/>
              <a:gd name="connsiteY13" fmla="*/ 5244106 h 6374064"/>
              <a:gd name="connsiteX14" fmla="*/ 4797652 w 5763198"/>
              <a:gd name="connsiteY14" fmla="*/ 5704548 h 6374064"/>
              <a:gd name="connsiteX15" fmla="*/ 3785164 w 5763198"/>
              <a:gd name="connsiteY15" fmla="*/ 5704548 h 6374064"/>
              <a:gd name="connsiteX16" fmla="*/ 3785164 w 5763198"/>
              <a:gd name="connsiteY16" fmla="*/ 6374064 h 6374064"/>
              <a:gd name="connsiteX17" fmla="*/ 3323858 w 5763198"/>
              <a:gd name="connsiteY17" fmla="*/ 6374064 h 6374064"/>
              <a:gd name="connsiteX18" fmla="*/ 3323858 w 5763198"/>
              <a:gd name="connsiteY18" fmla="*/ 5704548 h 6374064"/>
              <a:gd name="connsiteX19" fmla="*/ 2311348 w 5763198"/>
              <a:gd name="connsiteY19" fmla="*/ 5704548 h 6374064"/>
              <a:gd name="connsiteX20" fmla="*/ 2311348 w 5763198"/>
              <a:gd name="connsiteY20" fmla="*/ 5244106 h 6374064"/>
              <a:gd name="connsiteX21" fmla="*/ 3323858 w 5763198"/>
              <a:gd name="connsiteY21" fmla="*/ 5244106 h 6374064"/>
              <a:gd name="connsiteX22" fmla="*/ 3323858 w 5763198"/>
              <a:gd name="connsiteY22" fmla="*/ 4887800 h 6374064"/>
              <a:gd name="connsiteX23" fmla="*/ 2311348 w 5763198"/>
              <a:gd name="connsiteY23" fmla="*/ 4887800 h 6374064"/>
              <a:gd name="connsiteX24" fmla="*/ 2311348 w 5763198"/>
              <a:gd name="connsiteY24" fmla="*/ 4427325 h 6374064"/>
              <a:gd name="connsiteX25" fmla="*/ 3323858 w 5763198"/>
              <a:gd name="connsiteY25" fmla="*/ 4427325 h 6374064"/>
              <a:gd name="connsiteX26" fmla="*/ 3323858 w 5763198"/>
              <a:gd name="connsiteY26" fmla="*/ 4071018 h 6374064"/>
              <a:gd name="connsiteX27" fmla="*/ 2311348 w 5763198"/>
              <a:gd name="connsiteY27" fmla="*/ 4071018 h 6374064"/>
              <a:gd name="connsiteX28" fmla="*/ 2311348 w 5763198"/>
              <a:gd name="connsiteY28" fmla="*/ 3610576 h 6374064"/>
              <a:gd name="connsiteX29" fmla="*/ 3323858 w 5763198"/>
              <a:gd name="connsiteY29" fmla="*/ 3610576 h 6374064"/>
              <a:gd name="connsiteX30" fmla="*/ 3323858 w 5763198"/>
              <a:gd name="connsiteY30" fmla="*/ 2158603 h 6374064"/>
              <a:gd name="connsiteX31" fmla="*/ 2470036 w 5763198"/>
              <a:gd name="connsiteY31" fmla="*/ 3010816 h 6374064"/>
              <a:gd name="connsiteX32" fmla="*/ 2143825 w 5763198"/>
              <a:gd name="connsiteY32" fmla="*/ 2685220 h 6374064"/>
              <a:gd name="connsiteX33" fmla="*/ 3554490 w 5763198"/>
              <a:gd name="connsiteY33" fmla="*/ 0 h 6374064"/>
              <a:gd name="connsiteX34" fmla="*/ 5714575 w 5763198"/>
              <a:gd name="connsiteY34" fmla="*/ 582998 h 6374064"/>
              <a:gd name="connsiteX35" fmla="*/ 5763198 w 5763198"/>
              <a:gd name="connsiteY35" fmla="*/ 618804 h 6374064"/>
              <a:gd name="connsiteX36" fmla="*/ 5763198 w 5763198"/>
              <a:gd name="connsiteY36" fmla="*/ 1232611 h 6374064"/>
              <a:gd name="connsiteX37" fmla="*/ 5668108 w 5763198"/>
              <a:gd name="connsiteY37" fmla="*/ 1136723 h 6374064"/>
              <a:gd name="connsiteX38" fmla="*/ 3554490 w 5763198"/>
              <a:gd name="connsiteY38" fmla="*/ 460367 h 6374064"/>
              <a:gd name="connsiteX39" fmla="*/ 462581 w 5763198"/>
              <a:gd name="connsiteY39" fmla="*/ 3993976 h 6374064"/>
              <a:gd name="connsiteX40" fmla="*/ 897378 w 5763198"/>
              <a:gd name="connsiteY40" fmla="*/ 6147274 h 6374064"/>
              <a:gd name="connsiteX41" fmla="*/ 1033153 w 5763198"/>
              <a:gd name="connsiteY41" fmla="*/ 6374064 h 6374064"/>
              <a:gd name="connsiteX42" fmla="*/ 493028 w 5763198"/>
              <a:gd name="connsiteY42" fmla="*/ 6374064 h 6374064"/>
              <a:gd name="connsiteX43" fmla="*/ 348006 w 5763198"/>
              <a:gd name="connsiteY43" fmla="*/ 6063412 h 6374064"/>
              <a:gd name="connsiteX44" fmla="*/ 0 w 5763198"/>
              <a:gd name="connsiteY44" fmla="*/ 3993976 h 6374064"/>
              <a:gd name="connsiteX45" fmla="*/ 887775 w 5763198"/>
              <a:gd name="connsiteY45" fmla="*/ 1034018 h 6374064"/>
              <a:gd name="connsiteX46" fmla="*/ 3554490 w 5763198"/>
              <a:gd name="connsiteY46" fmla="*/ 0 h 6374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5763198" h="6374064">
                <a:moveTo>
                  <a:pt x="3554522" y="1277148"/>
                </a:moveTo>
                <a:lnTo>
                  <a:pt x="4965198" y="2685220"/>
                </a:lnTo>
                <a:lnTo>
                  <a:pt x="4638987" y="3010816"/>
                </a:lnTo>
                <a:lnTo>
                  <a:pt x="3785164" y="2158571"/>
                </a:lnTo>
                <a:lnTo>
                  <a:pt x="3785164" y="3610576"/>
                </a:lnTo>
                <a:lnTo>
                  <a:pt x="4797652" y="3610576"/>
                </a:lnTo>
                <a:lnTo>
                  <a:pt x="4797652" y="4071018"/>
                </a:lnTo>
                <a:lnTo>
                  <a:pt x="3785164" y="4071018"/>
                </a:lnTo>
                <a:lnTo>
                  <a:pt x="3785164" y="4427325"/>
                </a:lnTo>
                <a:lnTo>
                  <a:pt x="4797652" y="4427325"/>
                </a:lnTo>
                <a:lnTo>
                  <a:pt x="4797652" y="4887800"/>
                </a:lnTo>
                <a:lnTo>
                  <a:pt x="3785164" y="4887800"/>
                </a:lnTo>
                <a:lnTo>
                  <a:pt x="3785164" y="5244106"/>
                </a:lnTo>
                <a:lnTo>
                  <a:pt x="4797652" y="5244106"/>
                </a:lnTo>
                <a:lnTo>
                  <a:pt x="4797652" y="5704548"/>
                </a:lnTo>
                <a:lnTo>
                  <a:pt x="3785164" y="5704548"/>
                </a:lnTo>
                <a:lnTo>
                  <a:pt x="3785164" y="6374064"/>
                </a:lnTo>
                <a:lnTo>
                  <a:pt x="3323858" y="6374064"/>
                </a:lnTo>
                <a:lnTo>
                  <a:pt x="3323858" y="5704548"/>
                </a:lnTo>
                <a:lnTo>
                  <a:pt x="2311348" y="5704548"/>
                </a:lnTo>
                <a:lnTo>
                  <a:pt x="2311348" y="5244106"/>
                </a:lnTo>
                <a:lnTo>
                  <a:pt x="3323858" y="5244106"/>
                </a:lnTo>
                <a:lnTo>
                  <a:pt x="3323858" y="4887800"/>
                </a:lnTo>
                <a:lnTo>
                  <a:pt x="2311348" y="4887800"/>
                </a:lnTo>
                <a:lnTo>
                  <a:pt x="2311348" y="4427325"/>
                </a:lnTo>
                <a:lnTo>
                  <a:pt x="3323858" y="4427325"/>
                </a:lnTo>
                <a:lnTo>
                  <a:pt x="3323858" y="4071018"/>
                </a:lnTo>
                <a:lnTo>
                  <a:pt x="2311348" y="4071018"/>
                </a:lnTo>
                <a:lnTo>
                  <a:pt x="2311348" y="3610576"/>
                </a:lnTo>
                <a:lnTo>
                  <a:pt x="3323858" y="3610576"/>
                </a:lnTo>
                <a:lnTo>
                  <a:pt x="3323858" y="2158603"/>
                </a:lnTo>
                <a:lnTo>
                  <a:pt x="2470036" y="3010816"/>
                </a:lnTo>
                <a:lnTo>
                  <a:pt x="2143825" y="2685220"/>
                </a:lnTo>
                <a:close/>
                <a:moveTo>
                  <a:pt x="3554490" y="0"/>
                </a:moveTo>
                <a:cubicBezTo>
                  <a:pt x="4429874" y="0"/>
                  <a:pt x="5153422" y="195695"/>
                  <a:pt x="5714575" y="582998"/>
                </a:cubicBezTo>
                <a:lnTo>
                  <a:pt x="5763198" y="618804"/>
                </a:lnTo>
                <a:lnTo>
                  <a:pt x="5763198" y="1232611"/>
                </a:lnTo>
                <a:lnTo>
                  <a:pt x="5668108" y="1136723"/>
                </a:lnTo>
                <a:cubicBezTo>
                  <a:pt x="5160837" y="685819"/>
                  <a:pt x="4456297" y="460367"/>
                  <a:pt x="3554490" y="460367"/>
                </a:cubicBezTo>
                <a:cubicBezTo>
                  <a:pt x="1493207" y="460367"/>
                  <a:pt x="462581" y="1638240"/>
                  <a:pt x="462581" y="3993976"/>
                </a:cubicBezTo>
                <a:cubicBezTo>
                  <a:pt x="462581" y="4877377"/>
                  <a:pt x="607513" y="5595144"/>
                  <a:pt x="897378" y="6147274"/>
                </a:cubicBezTo>
                <a:lnTo>
                  <a:pt x="1033153" y="6374064"/>
                </a:lnTo>
                <a:lnTo>
                  <a:pt x="493028" y="6374064"/>
                </a:lnTo>
                <a:lnTo>
                  <a:pt x="348006" y="6063412"/>
                </a:lnTo>
                <a:cubicBezTo>
                  <a:pt x="116679" y="5494171"/>
                  <a:pt x="0" y="4802111"/>
                  <a:pt x="0" y="3993976"/>
                </a:cubicBezTo>
                <a:cubicBezTo>
                  <a:pt x="0" y="2700970"/>
                  <a:pt x="298698" y="1705096"/>
                  <a:pt x="887775" y="1034018"/>
                </a:cubicBezTo>
                <a:cubicBezTo>
                  <a:pt x="1490095" y="347903"/>
                  <a:pt x="2387300" y="0"/>
                  <a:pt x="3554490" y="0"/>
                </a:cubicBezTo>
                <a:close/>
              </a:path>
            </a:pathLst>
          </a:custGeom>
          <a:solidFill>
            <a:schemeClr val="accent2">
              <a:alpha val="25000"/>
            </a:schemeClr>
          </a:solidFill>
          <a:ln w="3001" cap="flat">
            <a:noFill/>
            <a:prstDash val="solid"/>
            <a:miter/>
          </a:ln>
        </p:spPr>
        <p:txBody>
          <a:bodyPr rtlCol="0" anchor="ctr"/>
          <a:lstStyle/>
          <a:p>
            <a:endParaRPr lang="en-US"/>
          </a:p>
        </p:txBody>
      </p:sp>
      <p:sp>
        <p:nvSpPr>
          <p:cNvPr id="9" name="Slide Number Placeholder 8">
            <a:extLst>
              <a:ext uri="{FF2B5EF4-FFF2-40B4-BE49-F238E27FC236}">
                <a16:creationId xmlns:a16="http://schemas.microsoft.com/office/drawing/2014/main" id="{990CE4FF-62C5-5C44-AE4A-3D38634FF8CF}"/>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er Placeholder 6">
            <a:extLst>
              <a:ext uri="{FF2B5EF4-FFF2-40B4-BE49-F238E27FC236}">
                <a16:creationId xmlns:a16="http://schemas.microsoft.com/office/drawing/2014/main" id="{3278743C-5E55-7D4C-9CFF-3A25EB7EE36F}"/>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2" name="Title 1"/>
          <p:cNvSpPr>
            <a:spLocks noGrp="1"/>
          </p:cNvSpPr>
          <p:nvPr>
            <p:ph type="title" hasCustomPrompt="1"/>
          </p:nvPr>
        </p:nvSpPr>
        <p:spPr>
          <a:xfrm>
            <a:off x="504825" y="1371600"/>
            <a:ext cx="7419975" cy="4718050"/>
          </a:xfrm>
        </p:spPr>
        <p:txBody>
          <a:bodyPr vert="horz" anchor="ctr"/>
          <a:lstStyle>
            <a:lvl1pPr>
              <a:defRPr sz="4800" b="1">
                <a:solidFill>
                  <a:schemeClr val="tx1"/>
                </a:solidFill>
              </a:defRPr>
            </a:lvl1pPr>
          </a:lstStyle>
          <a:p>
            <a:r>
              <a:rPr lang="en-US"/>
              <a:t>This slide is for a divider, statement or takeaway.</a:t>
            </a:r>
          </a:p>
        </p:txBody>
      </p:sp>
    </p:spTree>
    <p:extLst>
      <p:ext uri="{BB962C8B-B14F-4D97-AF65-F5344CB8AC3E}">
        <p14:creationId xmlns:p14="http://schemas.microsoft.com/office/powerpoint/2010/main" val="40395976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Blue">
    <p:bg>
      <p:bgPr>
        <a:solidFill>
          <a:schemeClr val="tx1"/>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66FADEA-3B1D-38EC-A06D-527B0A9E3ADB}"/>
              </a:ext>
            </a:extLst>
          </p:cNvPr>
          <p:cNvSpPr/>
          <p:nvPr/>
        </p:nvSpPr>
        <p:spPr>
          <a:xfrm>
            <a:off x="6428802" y="483936"/>
            <a:ext cx="5763198" cy="6374064"/>
          </a:xfrm>
          <a:custGeom>
            <a:avLst/>
            <a:gdLst>
              <a:gd name="connsiteX0" fmla="*/ 3554522 w 5763198"/>
              <a:gd name="connsiteY0" fmla="*/ 1277148 h 6374064"/>
              <a:gd name="connsiteX1" fmla="*/ 4965198 w 5763198"/>
              <a:gd name="connsiteY1" fmla="*/ 2685220 h 6374064"/>
              <a:gd name="connsiteX2" fmla="*/ 4638987 w 5763198"/>
              <a:gd name="connsiteY2" fmla="*/ 3010816 h 6374064"/>
              <a:gd name="connsiteX3" fmla="*/ 3785164 w 5763198"/>
              <a:gd name="connsiteY3" fmla="*/ 2158571 h 6374064"/>
              <a:gd name="connsiteX4" fmla="*/ 3785164 w 5763198"/>
              <a:gd name="connsiteY4" fmla="*/ 3610576 h 6374064"/>
              <a:gd name="connsiteX5" fmla="*/ 4797652 w 5763198"/>
              <a:gd name="connsiteY5" fmla="*/ 3610576 h 6374064"/>
              <a:gd name="connsiteX6" fmla="*/ 4797652 w 5763198"/>
              <a:gd name="connsiteY6" fmla="*/ 4071018 h 6374064"/>
              <a:gd name="connsiteX7" fmla="*/ 3785164 w 5763198"/>
              <a:gd name="connsiteY7" fmla="*/ 4071018 h 6374064"/>
              <a:gd name="connsiteX8" fmla="*/ 3785164 w 5763198"/>
              <a:gd name="connsiteY8" fmla="*/ 4427325 h 6374064"/>
              <a:gd name="connsiteX9" fmla="*/ 4797652 w 5763198"/>
              <a:gd name="connsiteY9" fmla="*/ 4427325 h 6374064"/>
              <a:gd name="connsiteX10" fmla="*/ 4797652 w 5763198"/>
              <a:gd name="connsiteY10" fmla="*/ 4887800 h 6374064"/>
              <a:gd name="connsiteX11" fmla="*/ 3785164 w 5763198"/>
              <a:gd name="connsiteY11" fmla="*/ 4887800 h 6374064"/>
              <a:gd name="connsiteX12" fmla="*/ 3785164 w 5763198"/>
              <a:gd name="connsiteY12" fmla="*/ 5244106 h 6374064"/>
              <a:gd name="connsiteX13" fmla="*/ 4797652 w 5763198"/>
              <a:gd name="connsiteY13" fmla="*/ 5244106 h 6374064"/>
              <a:gd name="connsiteX14" fmla="*/ 4797652 w 5763198"/>
              <a:gd name="connsiteY14" fmla="*/ 5704548 h 6374064"/>
              <a:gd name="connsiteX15" fmla="*/ 3785164 w 5763198"/>
              <a:gd name="connsiteY15" fmla="*/ 5704548 h 6374064"/>
              <a:gd name="connsiteX16" fmla="*/ 3785164 w 5763198"/>
              <a:gd name="connsiteY16" fmla="*/ 6374064 h 6374064"/>
              <a:gd name="connsiteX17" fmla="*/ 3323858 w 5763198"/>
              <a:gd name="connsiteY17" fmla="*/ 6374064 h 6374064"/>
              <a:gd name="connsiteX18" fmla="*/ 3323858 w 5763198"/>
              <a:gd name="connsiteY18" fmla="*/ 5704548 h 6374064"/>
              <a:gd name="connsiteX19" fmla="*/ 2311348 w 5763198"/>
              <a:gd name="connsiteY19" fmla="*/ 5704548 h 6374064"/>
              <a:gd name="connsiteX20" fmla="*/ 2311348 w 5763198"/>
              <a:gd name="connsiteY20" fmla="*/ 5244106 h 6374064"/>
              <a:gd name="connsiteX21" fmla="*/ 3323858 w 5763198"/>
              <a:gd name="connsiteY21" fmla="*/ 5244106 h 6374064"/>
              <a:gd name="connsiteX22" fmla="*/ 3323858 w 5763198"/>
              <a:gd name="connsiteY22" fmla="*/ 4887800 h 6374064"/>
              <a:gd name="connsiteX23" fmla="*/ 2311348 w 5763198"/>
              <a:gd name="connsiteY23" fmla="*/ 4887800 h 6374064"/>
              <a:gd name="connsiteX24" fmla="*/ 2311348 w 5763198"/>
              <a:gd name="connsiteY24" fmla="*/ 4427325 h 6374064"/>
              <a:gd name="connsiteX25" fmla="*/ 3323858 w 5763198"/>
              <a:gd name="connsiteY25" fmla="*/ 4427325 h 6374064"/>
              <a:gd name="connsiteX26" fmla="*/ 3323858 w 5763198"/>
              <a:gd name="connsiteY26" fmla="*/ 4071018 h 6374064"/>
              <a:gd name="connsiteX27" fmla="*/ 2311348 w 5763198"/>
              <a:gd name="connsiteY27" fmla="*/ 4071018 h 6374064"/>
              <a:gd name="connsiteX28" fmla="*/ 2311348 w 5763198"/>
              <a:gd name="connsiteY28" fmla="*/ 3610576 h 6374064"/>
              <a:gd name="connsiteX29" fmla="*/ 3323858 w 5763198"/>
              <a:gd name="connsiteY29" fmla="*/ 3610576 h 6374064"/>
              <a:gd name="connsiteX30" fmla="*/ 3323858 w 5763198"/>
              <a:gd name="connsiteY30" fmla="*/ 2158603 h 6374064"/>
              <a:gd name="connsiteX31" fmla="*/ 2470036 w 5763198"/>
              <a:gd name="connsiteY31" fmla="*/ 3010816 h 6374064"/>
              <a:gd name="connsiteX32" fmla="*/ 2143825 w 5763198"/>
              <a:gd name="connsiteY32" fmla="*/ 2685220 h 6374064"/>
              <a:gd name="connsiteX33" fmla="*/ 3554490 w 5763198"/>
              <a:gd name="connsiteY33" fmla="*/ 0 h 6374064"/>
              <a:gd name="connsiteX34" fmla="*/ 5714575 w 5763198"/>
              <a:gd name="connsiteY34" fmla="*/ 582998 h 6374064"/>
              <a:gd name="connsiteX35" fmla="*/ 5763198 w 5763198"/>
              <a:gd name="connsiteY35" fmla="*/ 618804 h 6374064"/>
              <a:gd name="connsiteX36" fmla="*/ 5763198 w 5763198"/>
              <a:gd name="connsiteY36" fmla="*/ 1232611 h 6374064"/>
              <a:gd name="connsiteX37" fmla="*/ 5668108 w 5763198"/>
              <a:gd name="connsiteY37" fmla="*/ 1136723 h 6374064"/>
              <a:gd name="connsiteX38" fmla="*/ 3554490 w 5763198"/>
              <a:gd name="connsiteY38" fmla="*/ 460367 h 6374064"/>
              <a:gd name="connsiteX39" fmla="*/ 462581 w 5763198"/>
              <a:gd name="connsiteY39" fmla="*/ 3993976 h 6374064"/>
              <a:gd name="connsiteX40" fmla="*/ 897378 w 5763198"/>
              <a:gd name="connsiteY40" fmla="*/ 6147274 h 6374064"/>
              <a:gd name="connsiteX41" fmla="*/ 1033153 w 5763198"/>
              <a:gd name="connsiteY41" fmla="*/ 6374064 h 6374064"/>
              <a:gd name="connsiteX42" fmla="*/ 493028 w 5763198"/>
              <a:gd name="connsiteY42" fmla="*/ 6374064 h 6374064"/>
              <a:gd name="connsiteX43" fmla="*/ 348006 w 5763198"/>
              <a:gd name="connsiteY43" fmla="*/ 6063412 h 6374064"/>
              <a:gd name="connsiteX44" fmla="*/ 0 w 5763198"/>
              <a:gd name="connsiteY44" fmla="*/ 3993976 h 6374064"/>
              <a:gd name="connsiteX45" fmla="*/ 887775 w 5763198"/>
              <a:gd name="connsiteY45" fmla="*/ 1034018 h 6374064"/>
              <a:gd name="connsiteX46" fmla="*/ 3554490 w 5763198"/>
              <a:gd name="connsiteY46" fmla="*/ 0 h 6374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5763198" h="6374064">
                <a:moveTo>
                  <a:pt x="3554522" y="1277148"/>
                </a:moveTo>
                <a:lnTo>
                  <a:pt x="4965198" y="2685220"/>
                </a:lnTo>
                <a:lnTo>
                  <a:pt x="4638987" y="3010816"/>
                </a:lnTo>
                <a:lnTo>
                  <a:pt x="3785164" y="2158571"/>
                </a:lnTo>
                <a:lnTo>
                  <a:pt x="3785164" y="3610576"/>
                </a:lnTo>
                <a:lnTo>
                  <a:pt x="4797652" y="3610576"/>
                </a:lnTo>
                <a:lnTo>
                  <a:pt x="4797652" y="4071018"/>
                </a:lnTo>
                <a:lnTo>
                  <a:pt x="3785164" y="4071018"/>
                </a:lnTo>
                <a:lnTo>
                  <a:pt x="3785164" y="4427325"/>
                </a:lnTo>
                <a:lnTo>
                  <a:pt x="4797652" y="4427325"/>
                </a:lnTo>
                <a:lnTo>
                  <a:pt x="4797652" y="4887800"/>
                </a:lnTo>
                <a:lnTo>
                  <a:pt x="3785164" y="4887800"/>
                </a:lnTo>
                <a:lnTo>
                  <a:pt x="3785164" y="5244106"/>
                </a:lnTo>
                <a:lnTo>
                  <a:pt x="4797652" y="5244106"/>
                </a:lnTo>
                <a:lnTo>
                  <a:pt x="4797652" y="5704548"/>
                </a:lnTo>
                <a:lnTo>
                  <a:pt x="3785164" y="5704548"/>
                </a:lnTo>
                <a:lnTo>
                  <a:pt x="3785164" y="6374064"/>
                </a:lnTo>
                <a:lnTo>
                  <a:pt x="3323858" y="6374064"/>
                </a:lnTo>
                <a:lnTo>
                  <a:pt x="3323858" y="5704548"/>
                </a:lnTo>
                <a:lnTo>
                  <a:pt x="2311348" y="5704548"/>
                </a:lnTo>
                <a:lnTo>
                  <a:pt x="2311348" y="5244106"/>
                </a:lnTo>
                <a:lnTo>
                  <a:pt x="3323858" y="5244106"/>
                </a:lnTo>
                <a:lnTo>
                  <a:pt x="3323858" y="4887800"/>
                </a:lnTo>
                <a:lnTo>
                  <a:pt x="2311348" y="4887800"/>
                </a:lnTo>
                <a:lnTo>
                  <a:pt x="2311348" y="4427325"/>
                </a:lnTo>
                <a:lnTo>
                  <a:pt x="3323858" y="4427325"/>
                </a:lnTo>
                <a:lnTo>
                  <a:pt x="3323858" y="4071018"/>
                </a:lnTo>
                <a:lnTo>
                  <a:pt x="2311348" y="4071018"/>
                </a:lnTo>
                <a:lnTo>
                  <a:pt x="2311348" y="3610576"/>
                </a:lnTo>
                <a:lnTo>
                  <a:pt x="3323858" y="3610576"/>
                </a:lnTo>
                <a:lnTo>
                  <a:pt x="3323858" y="2158603"/>
                </a:lnTo>
                <a:lnTo>
                  <a:pt x="2470036" y="3010816"/>
                </a:lnTo>
                <a:lnTo>
                  <a:pt x="2143825" y="2685220"/>
                </a:lnTo>
                <a:close/>
                <a:moveTo>
                  <a:pt x="3554490" y="0"/>
                </a:moveTo>
                <a:cubicBezTo>
                  <a:pt x="4429874" y="0"/>
                  <a:pt x="5153422" y="195695"/>
                  <a:pt x="5714575" y="582998"/>
                </a:cubicBezTo>
                <a:lnTo>
                  <a:pt x="5763198" y="618804"/>
                </a:lnTo>
                <a:lnTo>
                  <a:pt x="5763198" y="1232611"/>
                </a:lnTo>
                <a:lnTo>
                  <a:pt x="5668108" y="1136723"/>
                </a:lnTo>
                <a:cubicBezTo>
                  <a:pt x="5160837" y="685819"/>
                  <a:pt x="4456297" y="460367"/>
                  <a:pt x="3554490" y="460367"/>
                </a:cubicBezTo>
                <a:cubicBezTo>
                  <a:pt x="1493207" y="460367"/>
                  <a:pt x="462581" y="1638240"/>
                  <a:pt x="462581" y="3993976"/>
                </a:cubicBezTo>
                <a:cubicBezTo>
                  <a:pt x="462581" y="4877377"/>
                  <a:pt x="607513" y="5595144"/>
                  <a:pt x="897378" y="6147274"/>
                </a:cubicBezTo>
                <a:lnTo>
                  <a:pt x="1033153" y="6374064"/>
                </a:lnTo>
                <a:lnTo>
                  <a:pt x="493028" y="6374064"/>
                </a:lnTo>
                <a:lnTo>
                  <a:pt x="348006" y="6063412"/>
                </a:lnTo>
                <a:cubicBezTo>
                  <a:pt x="116679" y="5494171"/>
                  <a:pt x="0" y="4802111"/>
                  <a:pt x="0" y="3993976"/>
                </a:cubicBezTo>
                <a:cubicBezTo>
                  <a:pt x="0" y="2700970"/>
                  <a:pt x="298698" y="1705096"/>
                  <a:pt x="887775" y="1034018"/>
                </a:cubicBezTo>
                <a:cubicBezTo>
                  <a:pt x="1490095" y="347903"/>
                  <a:pt x="2387300" y="0"/>
                  <a:pt x="3554490" y="0"/>
                </a:cubicBezTo>
                <a:close/>
              </a:path>
            </a:pathLst>
          </a:custGeom>
          <a:solidFill>
            <a:schemeClr val="accent1">
              <a:alpha val="25000"/>
            </a:schemeClr>
          </a:solidFill>
          <a:ln w="3001" cap="flat">
            <a:noFill/>
            <a:prstDash val="solid"/>
            <a:miter/>
          </a:ln>
        </p:spPr>
        <p:txBody>
          <a:bodyPr rtlCol="0" anchor="ctr"/>
          <a:lstStyle/>
          <a:p>
            <a:endParaRPr lang="en-US"/>
          </a:p>
        </p:txBody>
      </p:sp>
      <p:sp>
        <p:nvSpPr>
          <p:cNvPr id="9" name="Slide Number Placeholder 8">
            <a:extLst>
              <a:ext uri="{FF2B5EF4-FFF2-40B4-BE49-F238E27FC236}">
                <a16:creationId xmlns:a16="http://schemas.microsoft.com/office/drawing/2014/main" id="{990CE4FF-62C5-5C44-AE4A-3D38634FF8CF}"/>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er Placeholder 6">
            <a:extLst>
              <a:ext uri="{FF2B5EF4-FFF2-40B4-BE49-F238E27FC236}">
                <a16:creationId xmlns:a16="http://schemas.microsoft.com/office/drawing/2014/main" id="{3278743C-5E55-7D4C-9CFF-3A25EB7EE36F}"/>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2" name="Title 1"/>
          <p:cNvSpPr>
            <a:spLocks noGrp="1"/>
          </p:cNvSpPr>
          <p:nvPr>
            <p:ph type="title" hasCustomPrompt="1"/>
          </p:nvPr>
        </p:nvSpPr>
        <p:spPr>
          <a:xfrm>
            <a:off x="504825" y="1371600"/>
            <a:ext cx="7419975" cy="4718050"/>
          </a:xfrm>
        </p:spPr>
        <p:txBody>
          <a:bodyPr vert="horz" anchor="ctr"/>
          <a:lstStyle>
            <a:lvl1pPr>
              <a:defRPr sz="4800" b="1">
                <a:solidFill>
                  <a:schemeClr val="bg1"/>
                </a:solidFill>
              </a:defRPr>
            </a:lvl1pPr>
          </a:lstStyle>
          <a:p>
            <a:r>
              <a:rPr lang="en-US"/>
              <a:t>This slide is for a divider, statement or takeaway.</a:t>
            </a:r>
          </a:p>
        </p:txBody>
      </p:sp>
    </p:spTree>
    <p:extLst>
      <p:ext uri="{BB962C8B-B14F-4D97-AF65-F5344CB8AC3E}">
        <p14:creationId xmlns:p14="http://schemas.microsoft.com/office/powerpoint/2010/main" val="7469572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itle Only +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ZoneTexte 2">
            <a:extLst>
              <a:ext uri="{FF2B5EF4-FFF2-40B4-BE49-F238E27FC236}">
                <a16:creationId xmlns:a16="http://schemas.microsoft.com/office/drawing/2014/main" id="{9187A733-2828-FF4D-A1DC-7E7D7BF66120}"/>
              </a:ext>
            </a:extLst>
          </p:cNvPr>
          <p:cNvSpPr txBox="1"/>
          <p:nvPr/>
        </p:nvSpPr>
        <p:spPr>
          <a:xfrm>
            <a:off x="2" y="1997839"/>
            <a:ext cx="12191999" cy="2862322"/>
          </a:xfrm>
          <a:prstGeom prst="rect">
            <a:avLst/>
          </a:prstGeom>
          <a:noFill/>
        </p:spPr>
        <p:txBody>
          <a:bodyPr wrap="square" lIns="337500" rIns="337500" rtlCol="0" anchor="ctr" anchorCtr="0">
            <a:spAutoFit/>
          </a:bodyPr>
          <a:lstStyle/>
          <a:p>
            <a:pPr algn="ctr"/>
            <a:r>
              <a:rPr lang="en-CA" sz="9000" i="0" noProof="0">
                <a:solidFill>
                  <a:schemeClr val="tx2"/>
                </a:solidFill>
                <a:latin typeface="+mn-lt"/>
              </a:rPr>
              <a:t>Title Only + Content layouts</a:t>
            </a:r>
          </a:p>
        </p:txBody>
      </p:sp>
    </p:spTree>
    <p:extLst>
      <p:ext uri="{BB962C8B-B14F-4D97-AF65-F5344CB8AC3E}">
        <p14:creationId xmlns:p14="http://schemas.microsoft.com/office/powerpoint/2010/main" val="41669399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00755A1-263A-3047-860B-B811081C9CD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er Placeholder 6">
            <a:extLst>
              <a:ext uri="{FF2B5EF4-FFF2-40B4-BE49-F238E27FC236}">
                <a16:creationId xmlns:a16="http://schemas.microsoft.com/office/drawing/2014/main" id="{AF8D8092-2468-D648-A089-3B1A9527298B}"/>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3" name="Footnote Placeholder">
            <a:extLst>
              <a:ext uri="{FF2B5EF4-FFF2-40B4-BE49-F238E27FC236}">
                <a16:creationId xmlns:a16="http://schemas.microsoft.com/office/drawing/2014/main" id="{5157959E-651B-B14F-BA5B-24DA1DB08587}"/>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p:txBody>
          <a:bodyPr vert="horz"/>
          <a:lstStyle/>
          <a:p>
            <a:r>
              <a:rPr lang="en-US"/>
              <a:t>Slide title; Arial 32pt bold, sentence case. This layout accommodates a title that extends downward to a 2nd line.</a:t>
            </a:r>
          </a:p>
        </p:txBody>
      </p:sp>
      <p:sp>
        <p:nvSpPr>
          <p:cNvPr id="3" name="Content Placeholder 2"/>
          <p:cNvSpPr>
            <a:spLocks noGrp="1"/>
          </p:cNvSpPr>
          <p:nvPr>
            <p:ph idx="1" hasCustomPrompt="1"/>
          </p:nvPr>
        </p:nvSpPr>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585503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p:txBody>
          <a:bodyPr vert="horz"/>
          <a:lstStyle/>
          <a:p>
            <a:r>
              <a:rPr lang="en-US"/>
              <a:t>Slide title; Arial 32pt bold, sentence case. This layout accommodates a title that extends downward to a 2nd line.</a:t>
            </a:r>
          </a:p>
        </p:txBody>
      </p:sp>
      <p:sp>
        <p:nvSpPr>
          <p:cNvPr id="3" name="Content Placeholder 2"/>
          <p:cNvSpPr>
            <a:spLocks noGrp="1"/>
          </p:cNvSpPr>
          <p:nvPr>
            <p:ph sz="half" idx="1" hasCustomPrompt="1"/>
          </p:nvPr>
        </p:nvSpPr>
        <p:spPr>
          <a:xfrm>
            <a:off x="512063" y="1698625"/>
            <a:ext cx="5350855" cy="4406900"/>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349019" y="1698625"/>
            <a:ext cx="5350855" cy="4406900"/>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27478196"/>
      </p:ext>
    </p:extLst>
  </p:cSld>
  <p:clrMapOvr>
    <a:masterClrMapping/>
  </p:clrMapOvr>
  <p:extLst>
    <p:ext uri="{DCECCB84-F9BA-43D5-87BE-67443E8EF086}">
      <p15:sldGuideLst xmlns:p15="http://schemas.microsoft.com/office/powerpoint/2012/main">
        <p15:guide id="1" pos="3696">
          <p15:clr>
            <a:srgbClr val="FBAE40"/>
          </p15:clr>
        </p15:guide>
        <p15:guide id="2" pos="399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p:txBody>
          <a:bodyPr vert="horz"/>
          <a:lstStyle/>
          <a:p>
            <a:r>
              <a:rPr lang="en-US"/>
              <a:t>Slide title; Arial 32pt bold, sentence case. This layout accommodates a title that extends downward to a 2nd line.</a:t>
            </a:r>
          </a:p>
        </p:txBody>
      </p:sp>
      <p:sp>
        <p:nvSpPr>
          <p:cNvPr id="3" name="Content Placeholder 2"/>
          <p:cNvSpPr>
            <a:spLocks noGrp="1"/>
          </p:cNvSpPr>
          <p:nvPr>
            <p:ph sz="half" idx="1" hasCustomPrompt="1"/>
          </p:nvPr>
        </p:nvSpPr>
        <p:spPr>
          <a:xfrm>
            <a:off x="512063" y="1698625"/>
            <a:ext cx="3411513" cy="4406900"/>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4390247" y="1698625"/>
            <a:ext cx="3421479" cy="4406900"/>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8278396" y="1698625"/>
            <a:ext cx="3421479" cy="4406900"/>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42726511"/>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3" pos="4920">
          <p15:clr>
            <a:srgbClr val="FBAE40"/>
          </p15:clr>
        </p15:guide>
        <p15:guide id="4" pos="520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p:txBody>
          <a:bodyPr vert="horz"/>
          <a:lstStyle/>
          <a:p>
            <a:r>
              <a:rPr lang="en-US"/>
              <a:t>Slide title; Arial 32pt bold, sentence case. This layout accommodates a title that extends downward to a 2nd line.</a:t>
            </a:r>
          </a:p>
        </p:txBody>
      </p:sp>
      <p:sp>
        <p:nvSpPr>
          <p:cNvPr id="3" name="Content Placeholder 2"/>
          <p:cNvSpPr>
            <a:spLocks noGrp="1"/>
          </p:cNvSpPr>
          <p:nvPr>
            <p:ph sz="half" idx="1" hasCustomPrompt="1"/>
          </p:nvPr>
        </p:nvSpPr>
        <p:spPr>
          <a:xfrm>
            <a:off x="512063" y="1698625"/>
            <a:ext cx="2512665" cy="4406900"/>
          </a:xfrm>
        </p:spPr>
        <p:txBody>
          <a:bodyPr/>
          <a:lstStyle>
            <a:lvl1pPr>
              <a:defRPr sz="1400"/>
            </a:lvl1pPr>
            <a:lvl2pPr>
              <a:defRPr sz="1400"/>
            </a:lvl2pPr>
            <a:lvl3pPr>
              <a:defRPr sz="1400"/>
            </a:lvl3pPr>
            <a:lvl4pPr>
              <a:defRPr sz="1400"/>
            </a:lvl4pPr>
            <a:lvl5pPr>
              <a:defRPr sz="1400"/>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3394922" y="1698625"/>
            <a:ext cx="2522219" cy="4406900"/>
          </a:xfrm>
        </p:spPr>
        <p:txBody>
          <a:bodyPr/>
          <a:lstStyle>
            <a:lvl1pPr>
              <a:defRPr sz="1400"/>
            </a:lvl1pPr>
            <a:lvl2pPr>
              <a:defRPr sz="1400"/>
            </a:lvl2pPr>
            <a:lvl3pPr>
              <a:defRPr sz="1400"/>
            </a:lvl3pPr>
            <a:lvl4pPr>
              <a:defRPr sz="1400"/>
            </a:lvl4pPr>
            <a:lvl5pPr>
              <a:defRPr sz="1400"/>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6287335" y="1698625"/>
            <a:ext cx="2516188" cy="4406900"/>
          </a:xfrm>
        </p:spPr>
        <p:txBody>
          <a:bodyPr/>
          <a:lstStyle>
            <a:lvl1pPr>
              <a:defRPr sz="1400"/>
            </a:lvl1pPr>
            <a:lvl2pPr>
              <a:defRPr sz="1400"/>
            </a:lvl2pPr>
            <a:lvl3pPr>
              <a:defRPr sz="1400"/>
            </a:lvl3pPr>
            <a:lvl4pPr>
              <a:defRPr sz="1400"/>
            </a:lvl4pPr>
            <a:lvl5pPr>
              <a:defRPr sz="1400"/>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19" name="Content Placeholder 3">
            <a:extLst>
              <a:ext uri="{FF2B5EF4-FFF2-40B4-BE49-F238E27FC236}">
                <a16:creationId xmlns:a16="http://schemas.microsoft.com/office/drawing/2014/main" id="{5723D646-D659-4940-866D-282EF0E20D7A}"/>
              </a:ext>
            </a:extLst>
          </p:cNvPr>
          <p:cNvSpPr>
            <a:spLocks noGrp="1"/>
          </p:cNvSpPr>
          <p:nvPr>
            <p:ph sz="half" idx="14" hasCustomPrompt="1"/>
          </p:nvPr>
        </p:nvSpPr>
        <p:spPr>
          <a:xfrm>
            <a:off x="9173716" y="1698625"/>
            <a:ext cx="2516188" cy="4406900"/>
          </a:xfrm>
        </p:spPr>
        <p:txBody>
          <a:bodyPr/>
          <a:lstStyle>
            <a:lvl1pPr>
              <a:defRPr sz="1400"/>
            </a:lvl1pPr>
            <a:lvl2pPr>
              <a:defRPr sz="1400"/>
            </a:lvl2pPr>
            <a:lvl3pPr>
              <a:defRPr sz="1400"/>
            </a:lvl3pPr>
            <a:lvl4pPr>
              <a:defRPr sz="1400"/>
            </a:lvl4pPr>
            <a:lvl5pPr>
              <a:defRPr sz="1400"/>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7551346"/>
      </p:ext>
    </p:extLst>
  </p:cSld>
  <p:clrMapOvr>
    <a:masterClrMapping/>
  </p:clrMapOvr>
  <p:extLst>
    <p:ext uri="{DCECCB84-F9BA-43D5-87BE-67443E8EF086}">
      <p15:sldGuideLst xmlns:p15="http://schemas.microsoft.com/office/powerpoint/2012/main">
        <p15:guide id="1" pos="1896">
          <p15:clr>
            <a:srgbClr val="FBAE40"/>
          </p15:clr>
        </p15:guide>
        <p15:guide id="2" pos="2136">
          <p15:clr>
            <a:srgbClr val="FBAE40"/>
          </p15:clr>
        </p15:guide>
        <p15:guide id="3" pos="5545">
          <p15:clr>
            <a:srgbClr val="FBAE40"/>
          </p15:clr>
        </p15:guide>
        <p15:guide id="4" pos="5777">
          <p15:clr>
            <a:srgbClr val="FBAE40"/>
          </p15:clr>
        </p15:guide>
        <p15:guide id="5" pos="3720">
          <p15:clr>
            <a:srgbClr val="FBAE40"/>
          </p15:clr>
        </p15:guide>
        <p15:guide id="6" pos="39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Four Charts">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a:xfrm>
            <a:off x="512063" y="457201"/>
            <a:ext cx="11184423" cy="545670"/>
          </a:xfrm>
        </p:spPr>
        <p:txBody>
          <a:bodyPr vert="horz"/>
          <a:lstStyle/>
          <a:p>
            <a:r>
              <a:rPr lang="en-US"/>
              <a:t>Slide title; Arial 32pt bold, sentence case (1 line)</a:t>
            </a:r>
          </a:p>
        </p:txBody>
      </p:sp>
      <p:cxnSp>
        <p:nvCxnSpPr>
          <p:cNvPr id="11" name="Straight Connector 10">
            <a:extLst>
              <a:ext uri="{FF2B5EF4-FFF2-40B4-BE49-F238E27FC236}">
                <a16:creationId xmlns:a16="http://schemas.microsoft.com/office/drawing/2014/main" id="{869F89A7-422D-6E43-B01B-1C31D8C92DF7}"/>
              </a:ext>
            </a:extLst>
          </p:cNvPr>
          <p:cNvCxnSpPr>
            <a:cxnSpLocks/>
          </p:cNvCxnSpPr>
          <p:nvPr/>
        </p:nvCxnSpPr>
        <p:spPr>
          <a:xfrm>
            <a:off x="6096000" y="1245991"/>
            <a:ext cx="0" cy="50372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B854DB1-6F60-374F-85D1-2078301A4756}"/>
              </a:ext>
            </a:extLst>
          </p:cNvPr>
          <p:cNvCxnSpPr>
            <a:cxnSpLocks/>
          </p:cNvCxnSpPr>
          <p:nvPr/>
        </p:nvCxnSpPr>
        <p:spPr>
          <a:xfrm>
            <a:off x="514662" y="3672114"/>
            <a:ext cx="11162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Chart Placeholder 5">
            <a:extLst>
              <a:ext uri="{FF2B5EF4-FFF2-40B4-BE49-F238E27FC236}">
                <a16:creationId xmlns:a16="http://schemas.microsoft.com/office/drawing/2014/main" id="{2EECEB55-4129-C142-B378-69A5542D932F}"/>
              </a:ext>
            </a:extLst>
          </p:cNvPr>
          <p:cNvSpPr>
            <a:spLocks noGrp="1"/>
          </p:cNvSpPr>
          <p:nvPr>
            <p:ph type="chart" sz="quarter" idx="13"/>
          </p:nvPr>
        </p:nvSpPr>
        <p:spPr>
          <a:xfrm>
            <a:off x="1965882" y="1245991"/>
            <a:ext cx="3772813" cy="2286388"/>
          </a:xfrm>
        </p:spPr>
        <p:txBody>
          <a:bodyPr/>
          <a:lstStyle>
            <a:lvl1pPr>
              <a:defRPr sz="1200">
                <a:solidFill>
                  <a:srgbClr val="FF0000"/>
                </a:solidFill>
              </a:defRPr>
            </a:lvl1pPr>
          </a:lstStyle>
          <a:p>
            <a:r>
              <a:rPr lang="en-US"/>
              <a:t>Click icon to add chart</a:t>
            </a:r>
          </a:p>
        </p:txBody>
      </p:sp>
      <p:sp>
        <p:nvSpPr>
          <p:cNvPr id="16" name="Text Placeholder 15">
            <a:extLst>
              <a:ext uri="{FF2B5EF4-FFF2-40B4-BE49-F238E27FC236}">
                <a16:creationId xmlns:a16="http://schemas.microsoft.com/office/drawing/2014/main" id="{88A2C02F-6913-2B43-A60C-B20E91E2B847}"/>
              </a:ext>
            </a:extLst>
          </p:cNvPr>
          <p:cNvSpPr>
            <a:spLocks noGrp="1"/>
          </p:cNvSpPr>
          <p:nvPr>
            <p:ph type="body" sz="quarter" idx="14" hasCustomPrompt="1"/>
          </p:nvPr>
        </p:nvSpPr>
        <p:spPr>
          <a:xfrm>
            <a:off x="512063" y="1246188"/>
            <a:ext cx="1103106" cy="1073920"/>
          </a:xfrm>
        </p:spPr>
        <p:txBody>
          <a:bodyPr/>
          <a:lstStyle>
            <a:lvl1pPr>
              <a:defRPr b="1"/>
            </a:lvl1pPr>
          </a:lstStyle>
          <a:p>
            <a:pPr lvl="0"/>
            <a:r>
              <a:rPr lang="en-US"/>
              <a:t>Chart title</a:t>
            </a:r>
          </a:p>
        </p:txBody>
      </p:sp>
      <p:sp>
        <p:nvSpPr>
          <p:cNvPr id="19" name="Chart Placeholder 5">
            <a:extLst>
              <a:ext uri="{FF2B5EF4-FFF2-40B4-BE49-F238E27FC236}">
                <a16:creationId xmlns:a16="http://schemas.microsoft.com/office/drawing/2014/main" id="{FBED512D-1416-8241-B26E-2C62760A3337}"/>
              </a:ext>
            </a:extLst>
          </p:cNvPr>
          <p:cNvSpPr>
            <a:spLocks noGrp="1"/>
          </p:cNvSpPr>
          <p:nvPr>
            <p:ph type="chart" sz="quarter" idx="15"/>
          </p:nvPr>
        </p:nvSpPr>
        <p:spPr>
          <a:xfrm>
            <a:off x="7900534" y="1245991"/>
            <a:ext cx="3772813" cy="2286388"/>
          </a:xfrm>
        </p:spPr>
        <p:txBody>
          <a:bodyPr/>
          <a:lstStyle>
            <a:lvl1pPr>
              <a:defRPr sz="1200">
                <a:solidFill>
                  <a:srgbClr val="FF0000"/>
                </a:solidFill>
              </a:defRPr>
            </a:lvl1pPr>
          </a:lstStyle>
          <a:p>
            <a:r>
              <a:rPr lang="en-US"/>
              <a:t>Click icon to add chart</a:t>
            </a:r>
          </a:p>
        </p:txBody>
      </p:sp>
      <p:sp>
        <p:nvSpPr>
          <p:cNvPr id="20" name="Text Placeholder 15">
            <a:extLst>
              <a:ext uri="{FF2B5EF4-FFF2-40B4-BE49-F238E27FC236}">
                <a16:creationId xmlns:a16="http://schemas.microsoft.com/office/drawing/2014/main" id="{AA19A0ED-BA56-C641-9FF8-E82F9484CB2A}"/>
              </a:ext>
            </a:extLst>
          </p:cNvPr>
          <p:cNvSpPr>
            <a:spLocks noGrp="1"/>
          </p:cNvSpPr>
          <p:nvPr>
            <p:ph type="body" sz="quarter" idx="16" hasCustomPrompt="1"/>
          </p:nvPr>
        </p:nvSpPr>
        <p:spPr>
          <a:xfrm>
            <a:off x="6446715" y="1246188"/>
            <a:ext cx="1103106" cy="1073920"/>
          </a:xfrm>
        </p:spPr>
        <p:txBody>
          <a:bodyPr/>
          <a:lstStyle>
            <a:lvl1pPr>
              <a:defRPr b="1"/>
            </a:lvl1pPr>
          </a:lstStyle>
          <a:p>
            <a:pPr lvl="0"/>
            <a:r>
              <a:rPr lang="en-US"/>
              <a:t>Chart title</a:t>
            </a:r>
          </a:p>
        </p:txBody>
      </p:sp>
      <p:sp>
        <p:nvSpPr>
          <p:cNvPr id="21" name="Chart Placeholder 5">
            <a:extLst>
              <a:ext uri="{FF2B5EF4-FFF2-40B4-BE49-F238E27FC236}">
                <a16:creationId xmlns:a16="http://schemas.microsoft.com/office/drawing/2014/main" id="{411CA850-8503-9541-BEA4-672B310F90A7}"/>
              </a:ext>
            </a:extLst>
          </p:cNvPr>
          <p:cNvSpPr>
            <a:spLocks noGrp="1"/>
          </p:cNvSpPr>
          <p:nvPr>
            <p:ph type="chart" sz="quarter" idx="17"/>
          </p:nvPr>
        </p:nvSpPr>
        <p:spPr>
          <a:xfrm>
            <a:off x="1965882" y="3996819"/>
            <a:ext cx="3772813" cy="2286388"/>
          </a:xfrm>
        </p:spPr>
        <p:txBody>
          <a:bodyPr/>
          <a:lstStyle>
            <a:lvl1pPr>
              <a:defRPr sz="1200">
                <a:solidFill>
                  <a:srgbClr val="FF0000"/>
                </a:solidFill>
              </a:defRPr>
            </a:lvl1pPr>
          </a:lstStyle>
          <a:p>
            <a:r>
              <a:rPr lang="en-US"/>
              <a:t>Click icon to add chart</a:t>
            </a:r>
          </a:p>
        </p:txBody>
      </p:sp>
      <p:sp>
        <p:nvSpPr>
          <p:cNvPr id="22" name="Text Placeholder 15">
            <a:extLst>
              <a:ext uri="{FF2B5EF4-FFF2-40B4-BE49-F238E27FC236}">
                <a16:creationId xmlns:a16="http://schemas.microsoft.com/office/drawing/2014/main" id="{9DAD6729-5DDE-B249-8CA6-D07213AF42CF}"/>
              </a:ext>
            </a:extLst>
          </p:cNvPr>
          <p:cNvSpPr>
            <a:spLocks noGrp="1"/>
          </p:cNvSpPr>
          <p:nvPr>
            <p:ph type="body" sz="quarter" idx="18" hasCustomPrompt="1"/>
          </p:nvPr>
        </p:nvSpPr>
        <p:spPr>
          <a:xfrm>
            <a:off x="512063" y="3997016"/>
            <a:ext cx="1103106" cy="1073920"/>
          </a:xfrm>
        </p:spPr>
        <p:txBody>
          <a:bodyPr/>
          <a:lstStyle>
            <a:lvl1pPr>
              <a:defRPr b="1"/>
            </a:lvl1pPr>
          </a:lstStyle>
          <a:p>
            <a:pPr lvl="0"/>
            <a:r>
              <a:rPr lang="en-US"/>
              <a:t>Chart title</a:t>
            </a:r>
          </a:p>
        </p:txBody>
      </p:sp>
      <p:sp>
        <p:nvSpPr>
          <p:cNvPr id="23" name="Chart Placeholder 5">
            <a:extLst>
              <a:ext uri="{FF2B5EF4-FFF2-40B4-BE49-F238E27FC236}">
                <a16:creationId xmlns:a16="http://schemas.microsoft.com/office/drawing/2014/main" id="{CE4A6E97-2092-E146-9440-ACDFA4D9DC57}"/>
              </a:ext>
            </a:extLst>
          </p:cNvPr>
          <p:cNvSpPr>
            <a:spLocks noGrp="1"/>
          </p:cNvSpPr>
          <p:nvPr>
            <p:ph type="chart" sz="quarter" idx="19"/>
          </p:nvPr>
        </p:nvSpPr>
        <p:spPr>
          <a:xfrm>
            <a:off x="7900534" y="3996819"/>
            <a:ext cx="3772813" cy="2286388"/>
          </a:xfrm>
        </p:spPr>
        <p:txBody>
          <a:bodyPr/>
          <a:lstStyle>
            <a:lvl1pPr>
              <a:defRPr sz="1200">
                <a:solidFill>
                  <a:srgbClr val="FF0000"/>
                </a:solidFill>
              </a:defRPr>
            </a:lvl1pPr>
          </a:lstStyle>
          <a:p>
            <a:r>
              <a:rPr lang="en-US"/>
              <a:t>Click icon to add chart</a:t>
            </a:r>
          </a:p>
        </p:txBody>
      </p:sp>
      <p:sp>
        <p:nvSpPr>
          <p:cNvPr id="24" name="Text Placeholder 15">
            <a:extLst>
              <a:ext uri="{FF2B5EF4-FFF2-40B4-BE49-F238E27FC236}">
                <a16:creationId xmlns:a16="http://schemas.microsoft.com/office/drawing/2014/main" id="{D8573F34-F275-3047-800C-0AE4F271C6B8}"/>
              </a:ext>
            </a:extLst>
          </p:cNvPr>
          <p:cNvSpPr>
            <a:spLocks noGrp="1"/>
          </p:cNvSpPr>
          <p:nvPr>
            <p:ph type="body" sz="quarter" idx="20" hasCustomPrompt="1"/>
          </p:nvPr>
        </p:nvSpPr>
        <p:spPr>
          <a:xfrm>
            <a:off x="6446715" y="3997016"/>
            <a:ext cx="1103106" cy="1073920"/>
          </a:xfrm>
        </p:spPr>
        <p:txBody>
          <a:bodyPr/>
          <a:lstStyle>
            <a:lvl1pPr>
              <a:defRPr b="1"/>
            </a:lvl1pPr>
          </a:lstStyle>
          <a:p>
            <a:pPr lvl="0"/>
            <a:r>
              <a:rPr lang="en-US"/>
              <a:t>Chart title</a:t>
            </a:r>
          </a:p>
        </p:txBody>
      </p:sp>
    </p:spTree>
    <p:extLst>
      <p:ext uri="{BB962C8B-B14F-4D97-AF65-F5344CB8AC3E}">
        <p14:creationId xmlns:p14="http://schemas.microsoft.com/office/powerpoint/2010/main" val="2065409019"/>
      </p:ext>
    </p:extLst>
  </p:cSld>
  <p:clrMapOvr>
    <a:masterClrMapping/>
  </p:clrMapOvr>
  <p:extLst>
    <p:ext uri="{DCECCB84-F9BA-43D5-87BE-67443E8EF086}">
      <p15:sldGuideLst xmlns:p15="http://schemas.microsoft.com/office/powerpoint/2012/main">
        <p15:guide id="1" pos="3696">
          <p15:clr>
            <a:srgbClr val="FBAE40"/>
          </p15:clr>
        </p15:guide>
        <p15:guide id="2" pos="399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p:txBody>
          <a:bodyPr vert="horz"/>
          <a:lstStyle/>
          <a:p>
            <a:r>
              <a:rPr lang="en-US"/>
              <a:t>Slide title; Arial 32pt bold, sentence case. This layout accommodates a title that extends downward to a 2nd line.</a:t>
            </a:r>
          </a:p>
        </p:txBody>
      </p:sp>
    </p:spTree>
    <p:extLst>
      <p:ext uri="{BB962C8B-B14F-4D97-AF65-F5344CB8AC3E}">
        <p14:creationId xmlns:p14="http://schemas.microsoft.com/office/powerpoint/2010/main" val="12883333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E1BF1AE-67E6-D446-9A89-2B8C3A9901F5}"/>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5" name="Footer Placeholder 4">
            <a:extLst>
              <a:ext uri="{FF2B5EF4-FFF2-40B4-BE49-F238E27FC236}">
                <a16:creationId xmlns:a16="http://schemas.microsoft.com/office/drawing/2014/main" id="{A128E978-662F-C447-A394-0BFDCC3348A4}"/>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7" name="Footnote Placeholder">
            <a:extLst>
              <a:ext uri="{FF2B5EF4-FFF2-40B4-BE49-F238E27FC236}">
                <a16:creationId xmlns:a16="http://schemas.microsoft.com/office/drawing/2014/main" id="{900719BC-444F-1F41-A58F-CF38F8649706}"/>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Tree>
    <p:extLst>
      <p:ext uri="{BB962C8B-B14F-4D97-AF65-F5344CB8AC3E}">
        <p14:creationId xmlns:p14="http://schemas.microsoft.com/office/powerpoint/2010/main" val="6483962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ontent Blue">
    <p:bg>
      <p:bgPr>
        <a:solidFill>
          <a:schemeClr val="tx1"/>
        </a:solidFill>
        <a:effectLst/>
      </p:bgPr>
    </p:bg>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00755A1-263A-3047-860B-B811081C9CD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er Placeholder 6">
            <a:extLst>
              <a:ext uri="{FF2B5EF4-FFF2-40B4-BE49-F238E27FC236}">
                <a16:creationId xmlns:a16="http://schemas.microsoft.com/office/drawing/2014/main" id="{AF8D8092-2468-D648-A089-3B1A9527298B}"/>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3" name="Footnote Placeholder">
            <a:extLst>
              <a:ext uri="{FF2B5EF4-FFF2-40B4-BE49-F238E27FC236}">
                <a16:creationId xmlns:a16="http://schemas.microsoft.com/office/drawing/2014/main" id="{5157959E-651B-B14F-BA5B-24DA1DB08587}"/>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p:txBody>
          <a:bodyPr vert="horz"/>
          <a:lstStyle>
            <a:lvl1pPr>
              <a:defRPr>
                <a:solidFill>
                  <a:schemeClr val="bg1"/>
                </a:solidFill>
              </a:defRPr>
            </a:lvl1pPr>
          </a:lstStyle>
          <a:p>
            <a:r>
              <a:rPr lang="en-US"/>
              <a:t>Slide title; Arial 32pt bold, sentence case. This layout accommodates a title that extends downward to a 2nd line.</a:t>
            </a:r>
          </a:p>
        </p:txBody>
      </p:sp>
      <p:sp>
        <p:nvSpPr>
          <p:cNvPr id="3" name="Content Placeholder 2"/>
          <p:cNvSpPr>
            <a:spLocks noGrp="1"/>
          </p:cNvSpPr>
          <p:nvPr>
            <p:ph idx="1" hasCustomPrompt="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39712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wo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p:txBody>
          <a:bodyPr vert="horz"/>
          <a:lstStyle>
            <a:lvl1pPr>
              <a:defRPr>
                <a:solidFill>
                  <a:schemeClr val="bg1"/>
                </a:solidFill>
              </a:defRPr>
            </a:lvl1pPr>
          </a:lstStyle>
          <a:p>
            <a:r>
              <a:rPr lang="en-US"/>
              <a:t>Slide title; Arial 32pt bold, sentence case. This layout accommodates a title that extends downward to a 2nd line.</a:t>
            </a:r>
          </a:p>
        </p:txBody>
      </p:sp>
      <p:sp>
        <p:nvSpPr>
          <p:cNvPr id="3" name="Content Placeholder 2"/>
          <p:cNvSpPr>
            <a:spLocks noGrp="1"/>
          </p:cNvSpPr>
          <p:nvPr>
            <p:ph sz="half" idx="1" hasCustomPrompt="1"/>
          </p:nvPr>
        </p:nvSpPr>
        <p:spPr>
          <a:xfrm>
            <a:off x="512063" y="1698625"/>
            <a:ext cx="5350855"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349019" y="1698625"/>
            <a:ext cx="5350855"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23314544"/>
      </p:ext>
    </p:extLst>
  </p:cSld>
  <p:clrMapOvr>
    <a:masterClrMapping/>
  </p:clrMapOvr>
  <p:extLst>
    <p:ext uri="{DCECCB84-F9BA-43D5-87BE-67443E8EF086}">
      <p15:sldGuideLst xmlns:p15="http://schemas.microsoft.com/office/powerpoint/2012/main">
        <p15:guide id="1" pos="3696">
          <p15:clr>
            <a:srgbClr val="FBAE40"/>
          </p15:clr>
        </p15:guide>
        <p15:guide id="2" pos="399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hree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p:txBody>
          <a:bodyPr vert="horz"/>
          <a:lstStyle>
            <a:lvl1pPr>
              <a:defRPr>
                <a:solidFill>
                  <a:schemeClr val="bg1"/>
                </a:solidFill>
              </a:defRPr>
            </a:lvl1pPr>
          </a:lstStyle>
          <a:p>
            <a:r>
              <a:rPr lang="en-US"/>
              <a:t>Slide title; Arial 32pt bold, sentence case. This layout accommodates a title that extends downward to a 2nd line.</a:t>
            </a:r>
          </a:p>
        </p:txBody>
      </p:sp>
      <p:sp>
        <p:nvSpPr>
          <p:cNvPr id="3" name="Content Placeholder 2"/>
          <p:cNvSpPr>
            <a:spLocks noGrp="1"/>
          </p:cNvSpPr>
          <p:nvPr>
            <p:ph sz="half" idx="1" hasCustomPrompt="1"/>
          </p:nvPr>
        </p:nvSpPr>
        <p:spPr>
          <a:xfrm>
            <a:off x="512063" y="1698625"/>
            <a:ext cx="3411513"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4390247" y="1698625"/>
            <a:ext cx="3421479"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8278396" y="1698625"/>
            <a:ext cx="3421479"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62398777"/>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3" pos="4920">
          <p15:clr>
            <a:srgbClr val="FBAE40"/>
          </p15:clr>
        </p15:guide>
        <p15:guide id="4" pos="520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Four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p:txBody>
          <a:bodyPr vert="horz"/>
          <a:lstStyle>
            <a:lvl1pPr>
              <a:defRPr>
                <a:solidFill>
                  <a:schemeClr val="bg1"/>
                </a:solidFill>
              </a:defRPr>
            </a:lvl1pPr>
          </a:lstStyle>
          <a:p>
            <a:r>
              <a:rPr lang="en-US"/>
              <a:t>Slide title; Arial 32pt bold, sentence case. This layout accommodates a title that extends downward to a 2nd line.</a:t>
            </a:r>
          </a:p>
        </p:txBody>
      </p:sp>
      <p:sp>
        <p:nvSpPr>
          <p:cNvPr id="3" name="Content Placeholder 2"/>
          <p:cNvSpPr>
            <a:spLocks noGrp="1"/>
          </p:cNvSpPr>
          <p:nvPr>
            <p:ph sz="half" idx="1" hasCustomPrompt="1"/>
          </p:nvPr>
        </p:nvSpPr>
        <p:spPr>
          <a:xfrm>
            <a:off x="512063" y="1698625"/>
            <a:ext cx="2512665"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3394922" y="1698625"/>
            <a:ext cx="2522219"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6287335" y="1698625"/>
            <a:ext cx="2516188"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19" name="Content Placeholder 3">
            <a:extLst>
              <a:ext uri="{FF2B5EF4-FFF2-40B4-BE49-F238E27FC236}">
                <a16:creationId xmlns:a16="http://schemas.microsoft.com/office/drawing/2014/main" id="{5723D646-D659-4940-866D-282EF0E20D7A}"/>
              </a:ext>
            </a:extLst>
          </p:cNvPr>
          <p:cNvSpPr>
            <a:spLocks noGrp="1"/>
          </p:cNvSpPr>
          <p:nvPr>
            <p:ph sz="half" idx="14" hasCustomPrompt="1"/>
          </p:nvPr>
        </p:nvSpPr>
        <p:spPr>
          <a:xfrm>
            <a:off x="9173716" y="1698625"/>
            <a:ext cx="2516188"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21722725"/>
      </p:ext>
    </p:extLst>
  </p:cSld>
  <p:clrMapOvr>
    <a:masterClrMapping/>
  </p:clrMapOvr>
  <p:extLst>
    <p:ext uri="{DCECCB84-F9BA-43D5-87BE-67443E8EF086}">
      <p15:sldGuideLst xmlns:p15="http://schemas.microsoft.com/office/powerpoint/2012/main">
        <p15:guide id="1" pos="1896">
          <p15:clr>
            <a:srgbClr val="FBAE40"/>
          </p15:clr>
        </p15:guide>
        <p15:guide id="2" pos="2136">
          <p15:clr>
            <a:srgbClr val="FBAE40"/>
          </p15:clr>
        </p15:guide>
        <p15:guide id="3" pos="5545">
          <p15:clr>
            <a:srgbClr val="FBAE40"/>
          </p15:clr>
        </p15:guide>
        <p15:guide id="4" pos="5777">
          <p15:clr>
            <a:srgbClr val="FBAE40"/>
          </p15:clr>
        </p15:guide>
        <p15:guide id="5" pos="3720">
          <p15:clr>
            <a:srgbClr val="FBAE40"/>
          </p15:clr>
        </p15:guide>
        <p15:guide id="6" pos="396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our Charts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a:xfrm>
            <a:off x="512063" y="457201"/>
            <a:ext cx="11184423" cy="545670"/>
          </a:xfrm>
        </p:spPr>
        <p:txBody>
          <a:bodyPr vert="horz"/>
          <a:lstStyle>
            <a:lvl1pPr>
              <a:defRPr>
                <a:solidFill>
                  <a:schemeClr val="bg1"/>
                </a:solidFill>
              </a:defRPr>
            </a:lvl1pPr>
          </a:lstStyle>
          <a:p>
            <a:r>
              <a:rPr lang="en-US"/>
              <a:t>Slide title; Arial 32pt bold, sentence case (1 line)</a:t>
            </a:r>
          </a:p>
        </p:txBody>
      </p:sp>
      <p:cxnSp>
        <p:nvCxnSpPr>
          <p:cNvPr id="11" name="Straight Connector 10">
            <a:extLst>
              <a:ext uri="{FF2B5EF4-FFF2-40B4-BE49-F238E27FC236}">
                <a16:creationId xmlns:a16="http://schemas.microsoft.com/office/drawing/2014/main" id="{869F89A7-422D-6E43-B01B-1C31D8C92DF7}"/>
              </a:ext>
            </a:extLst>
          </p:cNvPr>
          <p:cNvCxnSpPr>
            <a:cxnSpLocks/>
          </p:cNvCxnSpPr>
          <p:nvPr/>
        </p:nvCxnSpPr>
        <p:spPr>
          <a:xfrm>
            <a:off x="6096000" y="1245991"/>
            <a:ext cx="0" cy="503722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B854DB1-6F60-374F-85D1-2078301A4756}"/>
              </a:ext>
            </a:extLst>
          </p:cNvPr>
          <p:cNvCxnSpPr>
            <a:cxnSpLocks/>
          </p:cNvCxnSpPr>
          <p:nvPr/>
        </p:nvCxnSpPr>
        <p:spPr>
          <a:xfrm>
            <a:off x="514662" y="3672114"/>
            <a:ext cx="1116267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 name="Chart Placeholder 5">
            <a:extLst>
              <a:ext uri="{FF2B5EF4-FFF2-40B4-BE49-F238E27FC236}">
                <a16:creationId xmlns:a16="http://schemas.microsoft.com/office/drawing/2014/main" id="{2EECEB55-4129-C142-B378-69A5542D932F}"/>
              </a:ext>
            </a:extLst>
          </p:cNvPr>
          <p:cNvSpPr>
            <a:spLocks noGrp="1"/>
          </p:cNvSpPr>
          <p:nvPr>
            <p:ph type="chart" sz="quarter" idx="13"/>
          </p:nvPr>
        </p:nvSpPr>
        <p:spPr>
          <a:xfrm>
            <a:off x="1965882" y="1245991"/>
            <a:ext cx="3772813" cy="2286388"/>
          </a:xfrm>
        </p:spPr>
        <p:txBody>
          <a:bodyPr/>
          <a:lstStyle>
            <a:lvl1pPr>
              <a:defRPr sz="1200">
                <a:solidFill>
                  <a:srgbClr val="FF0000"/>
                </a:solidFill>
              </a:defRPr>
            </a:lvl1pPr>
          </a:lstStyle>
          <a:p>
            <a:r>
              <a:rPr lang="en-US"/>
              <a:t>Click icon to add chart</a:t>
            </a:r>
          </a:p>
        </p:txBody>
      </p:sp>
      <p:sp>
        <p:nvSpPr>
          <p:cNvPr id="16" name="Text Placeholder 15">
            <a:extLst>
              <a:ext uri="{FF2B5EF4-FFF2-40B4-BE49-F238E27FC236}">
                <a16:creationId xmlns:a16="http://schemas.microsoft.com/office/drawing/2014/main" id="{88A2C02F-6913-2B43-A60C-B20E91E2B847}"/>
              </a:ext>
            </a:extLst>
          </p:cNvPr>
          <p:cNvSpPr>
            <a:spLocks noGrp="1"/>
          </p:cNvSpPr>
          <p:nvPr>
            <p:ph type="body" sz="quarter" idx="14" hasCustomPrompt="1"/>
          </p:nvPr>
        </p:nvSpPr>
        <p:spPr>
          <a:xfrm>
            <a:off x="512063" y="1246188"/>
            <a:ext cx="1103106" cy="1073920"/>
          </a:xfrm>
        </p:spPr>
        <p:txBody>
          <a:bodyPr/>
          <a:lstStyle>
            <a:lvl1pPr>
              <a:defRPr b="1">
                <a:solidFill>
                  <a:schemeClr val="bg1"/>
                </a:solidFill>
              </a:defRPr>
            </a:lvl1pPr>
          </a:lstStyle>
          <a:p>
            <a:pPr lvl="0"/>
            <a:r>
              <a:rPr lang="en-US"/>
              <a:t>Chart title</a:t>
            </a:r>
          </a:p>
        </p:txBody>
      </p:sp>
      <p:sp>
        <p:nvSpPr>
          <p:cNvPr id="19" name="Chart Placeholder 5">
            <a:extLst>
              <a:ext uri="{FF2B5EF4-FFF2-40B4-BE49-F238E27FC236}">
                <a16:creationId xmlns:a16="http://schemas.microsoft.com/office/drawing/2014/main" id="{FBED512D-1416-8241-B26E-2C62760A3337}"/>
              </a:ext>
            </a:extLst>
          </p:cNvPr>
          <p:cNvSpPr>
            <a:spLocks noGrp="1"/>
          </p:cNvSpPr>
          <p:nvPr>
            <p:ph type="chart" sz="quarter" idx="15"/>
          </p:nvPr>
        </p:nvSpPr>
        <p:spPr>
          <a:xfrm>
            <a:off x="7900534" y="1245991"/>
            <a:ext cx="3772813" cy="2286388"/>
          </a:xfrm>
        </p:spPr>
        <p:txBody>
          <a:bodyPr/>
          <a:lstStyle>
            <a:lvl1pPr>
              <a:defRPr sz="1200">
                <a:solidFill>
                  <a:srgbClr val="FF0000"/>
                </a:solidFill>
              </a:defRPr>
            </a:lvl1pPr>
          </a:lstStyle>
          <a:p>
            <a:r>
              <a:rPr lang="en-US"/>
              <a:t>Click icon to add chart</a:t>
            </a:r>
          </a:p>
        </p:txBody>
      </p:sp>
      <p:sp>
        <p:nvSpPr>
          <p:cNvPr id="20" name="Text Placeholder 15">
            <a:extLst>
              <a:ext uri="{FF2B5EF4-FFF2-40B4-BE49-F238E27FC236}">
                <a16:creationId xmlns:a16="http://schemas.microsoft.com/office/drawing/2014/main" id="{AA19A0ED-BA56-C641-9FF8-E82F9484CB2A}"/>
              </a:ext>
            </a:extLst>
          </p:cNvPr>
          <p:cNvSpPr>
            <a:spLocks noGrp="1"/>
          </p:cNvSpPr>
          <p:nvPr>
            <p:ph type="body" sz="quarter" idx="16" hasCustomPrompt="1"/>
          </p:nvPr>
        </p:nvSpPr>
        <p:spPr>
          <a:xfrm>
            <a:off x="6446715" y="1246188"/>
            <a:ext cx="1103106" cy="1073920"/>
          </a:xfrm>
        </p:spPr>
        <p:txBody>
          <a:bodyPr/>
          <a:lstStyle>
            <a:lvl1pPr>
              <a:defRPr b="1">
                <a:solidFill>
                  <a:schemeClr val="bg1"/>
                </a:solidFill>
              </a:defRPr>
            </a:lvl1pPr>
          </a:lstStyle>
          <a:p>
            <a:pPr lvl="0"/>
            <a:r>
              <a:rPr lang="en-US"/>
              <a:t>Chart title</a:t>
            </a:r>
          </a:p>
        </p:txBody>
      </p:sp>
      <p:sp>
        <p:nvSpPr>
          <p:cNvPr id="21" name="Chart Placeholder 5">
            <a:extLst>
              <a:ext uri="{FF2B5EF4-FFF2-40B4-BE49-F238E27FC236}">
                <a16:creationId xmlns:a16="http://schemas.microsoft.com/office/drawing/2014/main" id="{411CA850-8503-9541-BEA4-672B310F90A7}"/>
              </a:ext>
            </a:extLst>
          </p:cNvPr>
          <p:cNvSpPr>
            <a:spLocks noGrp="1"/>
          </p:cNvSpPr>
          <p:nvPr>
            <p:ph type="chart" sz="quarter" idx="17"/>
          </p:nvPr>
        </p:nvSpPr>
        <p:spPr>
          <a:xfrm>
            <a:off x="1965882" y="3996819"/>
            <a:ext cx="3772813" cy="2286388"/>
          </a:xfrm>
        </p:spPr>
        <p:txBody>
          <a:bodyPr/>
          <a:lstStyle>
            <a:lvl1pPr>
              <a:defRPr sz="1200">
                <a:solidFill>
                  <a:srgbClr val="FF0000"/>
                </a:solidFill>
              </a:defRPr>
            </a:lvl1pPr>
          </a:lstStyle>
          <a:p>
            <a:r>
              <a:rPr lang="en-US"/>
              <a:t>Click icon to add chart</a:t>
            </a:r>
          </a:p>
        </p:txBody>
      </p:sp>
      <p:sp>
        <p:nvSpPr>
          <p:cNvPr id="22" name="Text Placeholder 15">
            <a:extLst>
              <a:ext uri="{FF2B5EF4-FFF2-40B4-BE49-F238E27FC236}">
                <a16:creationId xmlns:a16="http://schemas.microsoft.com/office/drawing/2014/main" id="{9DAD6729-5DDE-B249-8CA6-D07213AF42CF}"/>
              </a:ext>
            </a:extLst>
          </p:cNvPr>
          <p:cNvSpPr>
            <a:spLocks noGrp="1"/>
          </p:cNvSpPr>
          <p:nvPr>
            <p:ph type="body" sz="quarter" idx="18" hasCustomPrompt="1"/>
          </p:nvPr>
        </p:nvSpPr>
        <p:spPr>
          <a:xfrm>
            <a:off x="512063" y="3997016"/>
            <a:ext cx="1103106" cy="1073920"/>
          </a:xfrm>
        </p:spPr>
        <p:txBody>
          <a:bodyPr/>
          <a:lstStyle>
            <a:lvl1pPr>
              <a:defRPr b="1">
                <a:solidFill>
                  <a:schemeClr val="bg1"/>
                </a:solidFill>
              </a:defRPr>
            </a:lvl1pPr>
          </a:lstStyle>
          <a:p>
            <a:pPr lvl="0"/>
            <a:r>
              <a:rPr lang="en-US"/>
              <a:t>Chart title</a:t>
            </a:r>
          </a:p>
        </p:txBody>
      </p:sp>
      <p:sp>
        <p:nvSpPr>
          <p:cNvPr id="23" name="Chart Placeholder 5">
            <a:extLst>
              <a:ext uri="{FF2B5EF4-FFF2-40B4-BE49-F238E27FC236}">
                <a16:creationId xmlns:a16="http://schemas.microsoft.com/office/drawing/2014/main" id="{CE4A6E97-2092-E146-9440-ACDFA4D9DC57}"/>
              </a:ext>
            </a:extLst>
          </p:cNvPr>
          <p:cNvSpPr>
            <a:spLocks noGrp="1"/>
          </p:cNvSpPr>
          <p:nvPr>
            <p:ph type="chart" sz="quarter" idx="19"/>
          </p:nvPr>
        </p:nvSpPr>
        <p:spPr>
          <a:xfrm>
            <a:off x="7900534" y="3996819"/>
            <a:ext cx="3772813" cy="2286388"/>
          </a:xfrm>
        </p:spPr>
        <p:txBody>
          <a:bodyPr/>
          <a:lstStyle>
            <a:lvl1pPr>
              <a:defRPr sz="1200">
                <a:solidFill>
                  <a:srgbClr val="FF0000"/>
                </a:solidFill>
              </a:defRPr>
            </a:lvl1pPr>
          </a:lstStyle>
          <a:p>
            <a:r>
              <a:rPr lang="en-US"/>
              <a:t>Click icon to add chart</a:t>
            </a:r>
          </a:p>
        </p:txBody>
      </p:sp>
      <p:sp>
        <p:nvSpPr>
          <p:cNvPr id="24" name="Text Placeholder 15">
            <a:extLst>
              <a:ext uri="{FF2B5EF4-FFF2-40B4-BE49-F238E27FC236}">
                <a16:creationId xmlns:a16="http://schemas.microsoft.com/office/drawing/2014/main" id="{D8573F34-F275-3047-800C-0AE4F271C6B8}"/>
              </a:ext>
            </a:extLst>
          </p:cNvPr>
          <p:cNvSpPr>
            <a:spLocks noGrp="1"/>
          </p:cNvSpPr>
          <p:nvPr>
            <p:ph type="body" sz="quarter" idx="20" hasCustomPrompt="1"/>
          </p:nvPr>
        </p:nvSpPr>
        <p:spPr>
          <a:xfrm>
            <a:off x="6446715" y="3997016"/>
            <a:ext cx="1103106" cy="1073920"/>
          </a:xfrm>
        </p:spPr>
        <p:txBody>
          <a:bodyPr/>
          <a:lstStyle>
            <a:lvl1pPr>
              <a:defRPr b="1">
                <a:solidFill>
                  <a:schemeClr val="bg1"/>
                </a:solidFill>
              </a:defRPr>
            </a:lvl1pPr>
          </a:lstStyle>
          <a:p>
            <a:pPr lvl="0"/>
            <a:r>
              <a:rPr lang="en-US"/>
              <a:t>Chart title</a:t>
            </a:r>
          </a:p>
        </p:txBody>
      </p:sp>
    </p:spTree>
    <p:extLst>
      <p:ext uri="{BB962C8B-B14F-4D97-AF65-F5344CB8AC3E}">
        <p14:creationId xmlns:p14="http://schemas.microsoft.com/office/powerpoint/2010/main" val="4239586380"/>
      </p:ext>
    </p:extLst>
  </p:cSld>
  <p:clrMapOvr>
    <a:masterClrMapping/>
  </p:clrMapOvr>
  <p:extLst>
    <p:ext uri="{DCECCB84-F9BA-43D5-87BE-67443E8EF086}">
      <p15:sldGuideLst xmlns:p15="http://schemas.microsoft.com/office/powerpoint/2012/main">
        <p15:guide id="1" pos="3696">
          <p15:clr>
            <a:srgbClr val="FBAE40"/>
          </p15:clr>
        </p15:guide>
        <p15:guide id="2" pos="399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Only Blue">
    <p:bg>
      <p:bgPr>
        <a:solidFill>
          <a:schemeClr val="tx1"/>
        </a:solidFill>
        <a:effectLst/>
      </p:bgPr>
    </p:bg>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p:txBody>
          <a:bodyPr vert="horz"/>
          <a:lstStyle>
            <a:lvl1pPr>
              <a:defRPr>
                <a:solidFill>
                  <a:schemeClr val="bg1"/>
                </a:solidFill>
              </a:defRPr>
            </a:lvl1pPr>
          </a:lstStyle>
          <a:p>
            <a:r>
              <a:rPr lang="en-US"/>
              <a:t>Slide title; Arial 32pt bold, sentence case. This layout accommodates a title that extends downward to a 2nd line.</a:t>
            </a:r>
          </a:p>
        </p:txBody>
      </p:sp>
    </p:spTree>
    <p:extLst>
      <p:ext uri="{BB962C8B-B14F-4D97-AF65-F5344CB8AC3E}">
        <p14:creationId xmlns:p14="http://schemas.microsoft.com/office/powerpoint/2010/main" val="298380776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Blank Blue">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128E978-662F-C447-A394-0BFDCC3348A4}"/>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6" name="Slide Number Placeholder 5">
            <a:extLst>
              <a:ext uri="{FF2B5EF4-FFF2-40B4-BE49-F238E27FC236}">
                <a16:creationId xmlns:a16="http://schemas.microsoft.com/office/drawing/2014/main" id="{BE1BF1AE-67E6-D446-9A89-2B8C3A9901F5}"/>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note Placeholder">
            <a:extLst>
              <a:ext uri="{FF2B5EF4-FFF2-40B4-BE49-F238E27FC236}">
                <a16:creationId xmlns:a16="http://schemas.microsoft.com/office/drawing/2014/main" id="{900719BC-444F-1F41-A58F-CF38F8649706}"/>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Tree>
    <p:extLst>
      <p:ext uri="{BB962C8B-B14F-4D97-AF65-F5344CB8AC3E}">
        <p14:creationId xmlns:p14="http://schemas.microsoft.com/office/powerpoint/2010/main" val="283725780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Title Eyebrow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ZoneTexte 2">
            <a:extLst>
              <a:ext uri="{FF2B5EF4-FFF2-40B4-BE49-F238E27FC236}">
                <a16:creationId xmlns:a16="http://schemas.microsoft.com/office/drawing/2014/main" id="{9187A733-2828-FF4D-A1DC-7E7D7BF66120}"/>
              </a:ext>
            </a:extLst>
          </p:cNvPr>
          <p:cNvSpPr txBox="1"/>
          <p:nvPr/>
        </p:nvSpPr>
        <p:spPr>
          <a:xfrm>
            <a:off x="2" y="1997839"/>
            <a:ext cx="12191999" cy="2862322"/>
          </a:xfrm>
          <a:prstGeom prst="rect">
            <a:avLst/>
          </a:prstGeom>
          <a:noFill/>
        </p:spPr>
        <p:txBody>
          <a:bodyPr wrap="square" lIns="337500" rIns="337500" rtlCol="0" anchor="ctr" anchorCtr="0">
            <a:spAutoFit/>
          </a:bodyPr>
          <a:lstStyle/>
          <a:p>
            <a:pPr algn="ctr"/>
            <a:r>
              <a:rPr lang="en-CA" sz="9000" i="0" noProof="0">
                <a:solidFill>
                  <a:schemeClr val="tx2"/>
                </a:solidFill>
                <a:latin typeface="+mn-lt"/>
              </a:rPr>
              <a:t>Title and Subtitle-Above layouts</a:t>
            </a:r>
          </a:p>
        </p:txBody>
      </p:sp>
    </p:spTree>
    <p:extLst>
      <p:ext uri="{BB962C8B-B14F-4D97-AF65-F5344CB8AC3E}">
        <p14:creationId xmlns:p14="http://schemas.microsoft.com/office/powerpoint/2010/main" val="17607441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ubtitle-A + Content">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00755A1-263A-3047-860B-B811081C9CD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er Placeholder 6">
            <a:extLst>
              <a:ext uri="{FF2B5EF4-FFF2-40B4-BE49-F238E27FC236}">
                <a16:creationId xmlns:a16="http://schemas.microsoft.com/office/drawing/2014/main" id="{AF8D8092-2468-D648-A089-3B1A9527298B}"/>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3" name="Footnote Placeholder">
            <a:extLst>
              <a:ext uri="{FF2B5EF4-FFF2-40B4-BE49-F238E27FC236}">
                <a16:creationId xmlns:a16="http://schemas.microsoft.com/office/drawing/2014/main" id="{5157959E-651B-B14F-BA5B-24DA1DB08587}"/>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a:xfrm>
            <a:off x="512063" y="815787"/>
            <a:ext cx="11184423" cy="555813"/>
          </a:xfrm>
        </p:spPr>
        <p:txBody>
          <a:bodyPr vert="horz"/>
          <a:lstStyle/>
          <a:p>
            <a:r>
              <a:rPr lang="en-US"/>
              <a:t>Slide title; Arial 32pt bold, sentence case (1 line)</a:t>
            </a:r>
          </a:p>
        </p:txBody>
      </p:sp>
      <p:sp>
        <p:nvSpPr>
          <p:cNvPr id="11" name="Text Placeholder 2">
            <a:extLst>
              <a:ext uri="{FF2B5EF4-FFF2-40B4-BE49-F238E27FC236}">
                <a16:creationId xmlns:a16="http://schemas.microsoft.com/office/drawing/2014/main" id="{D6C7144E-2BC5-BB49-A627-9076B48806A8}"/>
              </a:ext>
            </a:extLst>
          </p:cNvPr>
          <p:cNvSpPr>
            <a:spLocks noGrp="1"/>
          </p:cNvSpPr>
          <p:nvPr>
            <p:ph type="body" idx="12" hasCustomPrompt="1"/>
          </p:nvPr>
        </p:nvSpPr>
        <p:spPr>
          <a:xfrm>
            <a:off x="512064" y="42134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Slide subtitle; Arial 20pt bold, sentence case (1 line)</a:t>
            </a:r>
          </a:p>
        </p:txBody>
      </p:sp>
      <p:sp>
        <p:nvSpPr>
          <p:cNvPr id="3" name="Content Placeholder 2"/>
          <p:cNvSpPr>
            <a:spLocks noGrp="1"/>
          </p:cNvSpPr>
          <p:nvPr>
            <p:ph idx="1" hasCustomPrompt="1"/>
          </p:nvPr>
        </p:nvSpPr>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3895716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ubtitle-A + Two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a:xfrm>
            <a:off x="512063" y="815787"/>
            <a:ext cx="11184423" cy="555813"/>
          </a:xfrm>
        </p:spPr>
        <p:txBody>
          <a:bodyPr vert="horz"/>
          <a:lstStyle/>
          <a:p>
            <a:r>
              <a:rPr lang="en-US"/>
              <a:t>Slide title; Arial 32pt bold, sentence case (1 line)</a:t>
            </a:r>
          </a:p>
        </p:txBody>
      </p:sp>
      <p:sp>
        <p:nvSpPr>
          <p:cNvPr id="11" name="Text Placeholder 2">
            <a:extLst>
              <a:ext uri="{FF2B5EF4-FFF2-40B4-BE49-F238E27FC236}">
                <a16:creationId xmlns:a16="http://schemas.microsoft.com/office/drawing/2014/main" id="{D75F0135-B47D-BE40-8017-A3CF8C838B58}"/>
              </a:ext>
            </a:extLst>
          </p:cNvPr>
          <p:cNvSpPr>
            <a:spLocks noGrp="1"/>
          </p:cNvSpPr>
          <p:nvPr>
            <p:ph type="body" idx="13" hasCustomPrompt="1"/>
          </p:nvPr>
        </p:nvSpPr>
        <p:spPr>
          <a:xfrm>
            <a:off x="512064" y="42134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Slide subtitle; Arial 20pt bold, sentence case (1 line)</a:t>
            </a:r>
          </a:p>
        </p:txBody>
      </p:sp>
      <p:sp>
        <p:nvSpPr>
          <p:cNvPr id="3" name="Content Placeholder 2"/>
          <p:cNvSpPr>
            <a:spLocks noGrp="1"/>
          </p:cNvSpPr>
          <p:nvPr>
            <p:ph sz="half" idx="1" hasCustomPrompt="1"/>
          </p:nvPr>
        </p:nvSpPr>
        <p:spPr>
          <a:xfrm>
            <a:off x="512063" y="1698625"/>
            <a:ext cx="5350855" cy="4406900"/>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349019" y="1698625"/>
            <a:ext cx="5350855" cy="4406900"/>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97753384"/>
      </p:ext>
    </p:extLst>
  </p:cSld>
  <p:clrMapOvr>
    <a:masterClrMapping/>
  </p:clrMapOvr>
  <p:extLst>
    <p:ext uri="{DCECCB84-F9BA-43D5-87BE-67443E8EF086}">
      <p15:sldGuideLst xmlns:p15="http://schemas.microsoft.com/office/powerpoint/2012/main">
        <p15:guide id="1" pos="3696">
          <p15:clr>
            <a:srgbClr val="FBAE40"/>
          </p15:clr>
        </p15:guide>
        <p15:guide id="2" pos="399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Subtitle-A + Content Half Pag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A256062-B5BB-6048-9E24-6C230ACEACFF}"/>
              </a:ext>
            </a:extLst>
          </p:cNvPr>
          <p:cNvSpPr/>
          <p:nvPr/>
        </p:nvSpPr>
        <p:spPr>
          <a:xfrm>
            <a:off x="6096001"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riangle 12">
            <a:extLst>
              <a:ext uri="{FF2B5EF4-FFF2-40B4-BE49-F238E27FC236}">
                <a16:creationId xmlns:a16="http://schemas.microsoft.com/office/drawing/2014/main" id="{CD4D23E9-F985-964A-8260-25166ABD836C}"/>
              </a:ext>
            </a:extLst>
          </p:cNvPr>
          <p:cNvSpPr/>
          <p:nvPr/>
        </p:nvSpPr>
        <p:spPr>
          <a:xfrm rot="5400000">
            <a:off x="5899286" y="3271798"/>
            <a:ext cx="685800" cy="31440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5143286"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a:xfrm>
            <a:off x="512064" y="815787"/>
            <a:ext cx="5126736" cy="555813"/>
          </a:xfrm>
        </p:spPr>
        <p:txBody>
          <a:bodyPr vert="horz"/>
          <a:lstStyle/>
          <a:p>
            <a:r>
              <a:rPr lang="en-US"/>
              <a:t>Slide title; short (1 line)</a:t>
            </a:r>
          </a:p>
        </p:txBody>
      </p:sp>
      <p:sp>
        <p:nvSpPr>
          <p:cNvPr id="11" name="Text Placeholder 2">
            <a:extLst>
              <a:ext uri="{FF2B5EF4-FFF2-40B4-BE49-F238E27FC236}">
                <a16:creationId xmlns:a16="http://schemas.microsoft.com/office/drawing/2014/main" id="{D75F0135-B47D-BE40-8017-A3CF8C838B58}"/>
              </a:ext>
            </a:extLst>
          </p:cNvPr>
          <p:cNvSpPr>
            <a:spLocks noGrp="1"/>
          </p:cNvSpPr>
          <p:nvPr>
            <p:ph type="body" idx="13" hasCustomPrompt="1"/>
          </p:nvPr>
        </p:nvSpPr>
        <p:spPr>
          <a:xfrm>
            <a:off x="512064" y="421340"/>
            <a:ext cx="5126736"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Slide subtitle; short (1 line)</a:t>
            </a:r>
          </a:p>
        </p:txBody>
      </p:sp>
      <p:sp>
        <p:nvSpPr>
          <p:cNvPr id="3" name="Content Placeholder 2"/>
          <p:cNvSpPr>
            <a:spLocks noGrp="1"/>
          </p:cNvSpPr>
          <p:nvPr>
            <p:ph sz="half" idx="1" hasCustomPrompt="1"/>
          </p:nvPr>
        </p:nvSpPr>
        <p:spPr>
          <a:xfrm>
            <a:off x="512064" y="1698625"/>
            <a:ext cx="5126736" cy="4406900"/>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32660146"/>
      </p:ext>
    </p:extLst>
  </p:cSld>
  <p:clrMapOvr>
    <a:masterClrMapping/>
  </p:clrMapOvr>
  <p:extLst>
    <p:ext uri="{DCECCB84-F9BA-43D5-87BE-67443E8EF086}">
      <p15:sldGuideLst xmlns:p15="http://schemas.microsoft.com/office/powerpoint/2012/main">
        <p15:guide id="1" pos="3552">
          <p15:clr>
            <a:srgbClr val="FBAE40"/>
          </p15:clr>
        </p15:guide>
        <p15:guide id="2" pos="427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ubtitle-A + Three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a:xfrm>
            <a:off x="512063" y="815787"/>
            <a:ext cx="11184423" cy="555813"/>
          </a:xfrm>
        </p:spPr>
        <p:txBody>
          <a:bodyPr vert="horz"/>
          <a:lstStyle/>
          <a:p>
            <a:r>
              <a:rPr lang="en-US"/>
              <a:t>Slide title; Arial 32pt bold, sentence case (1 line)</a:t>
            </a:r>
          </a:p>
        </p:txBody>
      </p:sp>
      <p:sp>
        <p:nvSpPr>
          <p:cNvPr id="11" name="Text Placeholder 2">
            <a:extLst>
              <a:ext uri="{FF2B5EF4-FFF2-40B4-BE49-F238E27FC236}">
                <a16:creationId xmlns:a16="http://schemas.microsoft.com/office/drawing/2014/main" id="{09B89761-8DE0-C74E-8229-82DCFB7CCA0E}"/>
              </a:ext>
            </a:extLst>
          </p:cNvPr>
          <p:cNvSpPr>
            <a:spLocks noGrp="1"/>
          </p:cNvSpPr>
          <p:nvPr>
            <p:ph type="body" idx="14" hasCustomPrompt="1"/>
          </p:nvPr>
        </p:nvSpPr>
        <p:spPr>
          <a:xfrm>
            <a:off x="512064" y="42134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Slide subtitle; Arial 20pt bold, sentence case (1 line)</a:t>
            </a:r>
          </a:p>
        </p:txBody>
      </p:sp>
      <p:sp>
        <p:nvSpPr>
          <p:cNvPr id="3" name="Content Placeholder 2"/>
          <p:cNvSpPr>
            <a:spLocks noGrp="1"/>
          </p:cNvSpPr>
          <p:nvPr>
            <p:ph sz="half" idx="1" hasCustomPrompt="1"/>
          </p:nvPr>
        </p:nvSpPr>
        <p:spPr>
          <a:xfrm>
            <a:off x="512063" y="1698625"/>
            <a:ext cx="3411513" cy="4406900"/>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4390247" y="1698625"/>
            <a:ext cx="3421479" cy="4406900"/>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8278396" y="1698625"/>
            <a:ext cx="3421479" cy="4406900"/>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5615372"/>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3" pos="4920">
          <p15:clr>
            <a:srgbClr val="FBAE40"/>
          </p15:clr>
        </p15:guide>
        <p15:guide id="4" pos="5208">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ubtitle-A + Four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a:xfrm>
            <a:off x="512063" y="815787"/>
            <a:ext cx="11184423" cy="555813"/>
          </a:xfrm>
        </p:spPr>
        <p:txBody>
          <a:bodyPr vert="horz"/>
          <a:lstStyle/>
          <a:p>
            <a:r>
              <a:rPr lang="en-US"/>
              <a:t>Slide title; Arial 32pt bold, sentence case (1 line)</a:t>
            </a:r>
          </a:p>
        </p:txBody>
      </p:sp>
      <p:sp>
        <p:nvSpPr>
          <p:cNvPr id="13" name="Text Placeholder 2">
            <a:extLst>
              <a:ext uri="{FF2B5EF4-FFF2-40B4-BE49-F238E27FC236}">
                <a16:creationId xmlns:a16="http://schemas.microsoft.com/office/drawing/2014/main" id="{8F05DDA7-2CBD-E44C-A62E-E1C57509DCA3}"/>
              </a:ext>
            </a:extLst>
          </p:cNvPr>
          <p:cNvSpPr>
            <a:spLocks noGrp="1"/>
          </p:cNvSpPr>
          <p:nvPr>
            <p:ph type="body" idx="15" hasCustomPrompt="1"/>
          </p:nvPr>
        </p:nvSpPr>
        <p:spPr>
          <a:xfrm>
            <a:off x="512064" y="42134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Slide subtitle; Arial 20pt bold, sentence case (1 line)</a:t>
            </a:r>
          </a:p>
        </p:txBody>
      </p:sp>
      <p:sp>
        <p:nvSpPr>
          <p:cNvPr id="3" name="Content Placeholder 2"/>
          <p:cNvSpPr>
            <a:spLocks noGrp="1"/>
          </p:cNvSpPr>
          <p:nvPr>
            <p:ph sz="half" idx="1" hasCustomPrompt="1"/>
          </p:nvPr>
        </p:nvSpPr>
        <p:spPr>
          <a:xfrm>
            <a:off x="512063" y="1698625"/>
            <a:ext cx="2512665" cy="4406900"/>
          </a:xfrm>
        </p:spPr>
        <p:txBody>
          <a:bodyPr/>
          <a:lstStyle>
            <a:lvl1pPr>
              <a:defRPr sz="1400"/>
            </a:lvl1pPr>
            <a:lvl2pPr>
              <a:defRPr sz="1400"/>
            </a:lvl2pPr>
            <a:lvl3pPr>
              <a:defRPr sz="1400"/>
            </a:lvl3pPr>
            <a:lvl4pPr>
              <a:defRPr sz="1400"/>
            </a:lvl4pPr>
            <a:lvl5pPr>
              <a:defRPr sz="1400"/>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3394922" y="1698625"/>
            <a:ext cx="2522219" cy="4406900"/>
          </a:xfrm>
        </p:spPr>
        <p:txBody>
          <a:bodyPr/>
          <a:lstStyle>
            <a:lvl1pPr>
              <a:defRPr sz="1400"/>
            </a:lvl1pPr>
            <a:lvl2pPr>
              <a:defRPr sz="1400"/>
            </a:lvl2pPr>
            <a:lvl3pPr>
              <a:defRPr sz="1400"/>
            </a:lvl3pPr>
            <a:lvl4pPr>
              <a:defRPr sz="1400"/>
            </a:lvl4pPr>
            <a:lvl5pPr>
              <a:defRPr sz="1400"/>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6287335" y="1698625"/>
            <a:ext cx="2516188" cy="4406900"/>
          </a:xfrm>
        </p:spPr>
        <p:txBody>
          <a:bodyPr/>
          <a:lstStyle>
            <a:lvl1pPr>
              <a:defRPr sz="1400"/>
            </a:lvl1pPr>
            <a:lvl2pPr>
              <a:defRPr sz="1400"/>
            </a:lvl2pPr>
            <a:lvl3pPr>
              <a:defRPr sz="1400"/>
            </a:lvl3pPr>
            <a:lvl4pPr>
              <a:defRPr sz="1400"/>
            </a:lvl4pPr>
            <a:lvl5pPr>
              <a:defRPr sz="1400"/>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19" name="Content Placeholder 3">
            <a:extLst>
              <a:ext uri="{FF2B5EF4-FFF2-40B4-BE49-F238E27FC236}">
                <a16:creationId xmlns:a16="http://schemas.microsoft.com/office/drawing/2014/main" id="{5723D646-D659-4940-866D-282EF0E20D7A}"/>
              </a:ext>
            </a:extLst>
          </p:cNvPr>
          <p:cNvSpPr>
            <a:spLocks noGrp="1"/>
          </p:cNvSpPr>
          <p:nvPr>
            <p:ph sz="half" idx="14" hasCustomPrompt="1"/>
          </p:nvPr>
        </p:nvSpPr>
        <p:spPr>
          <a:xfrm>
            <a:off x="9173716" y="1698625"/>
            <a:ext cx="2516188" cy="4406900"/>
          </a:xfrm>
        </p:spPr>
        <p:txBody>
          <a:bodyPr/>
          <a:lstStyle>
            <a:lvl1pPr>
              <a:defRPr sz="1400"/>
            </a:lvl1pPr>
            <a:lvl2pPr>
              <a:defRPr sz="1400"/>
            </a:lvl2pPr>
            <a:lvl3pPr>
              <a:defRPr sz="1400"/>
            </a:lvl3pPr>
            <a:lvl4pPr>
              <a:defRPr sz="1400"/>
            </a:lvl4pPr>
            <a:lvl5pPr>
              <a:defRPr sz="1400"/>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14481441"/>
      </p:ext>
    </p:extLst>
  </p:cSld>
  <p:clrMapOvr>
    <a:masterClrMapping/>
  </p:clrMapOvr>
  <p:extLst>
    <p:ext uri="{DCECCB84-F9BA-43D5-87BE-67443E8EF086}">
      <p15:sldGuideLst xmlns:p15="http://schemas.microsoft.com/office/powerpoint/2012/main">
        <p15:guide id="1" pos="1896">
          <p15:clr>
            <a:srgbClr val="FBAE40"/>
          </p15:clr>
        </p15:guide>
        <p15:guide id="2" pos="2136">
          <p15:clr>
            <a:srgbClr val="FBAE40"/>
          </p15:clr>
        </p15:guide>
        <p15:guide id="3" pos="5545">
          <p15:clr>
            <a:srgbClr val="FBAE40"/>
          </p15:clr>
        </p15:guide>
        <p15:guide id="4" pos="5777">
          <p15:clr>
            <a:srgbClr val="FBAE40"/>
          </p15:clr>
        </p15:guide>
        <p15:guide id="5" pos="3720">
          <p15:clr>
            <a:srgbClr val="FBAE40"/>
          </p15:clr>
        </p15:guide>
        <p15:guide id="6" pos="396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ubtitle-A + Title Only">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a:xfrm>
            <a:off x="512063" y="815787"/>
            <a:ext cx="11184423" cy="555813"/>
          </a:xfrm>
        </p:spPr>
        <p:txBody>
          <a:bodyPr vert="horz"/>
          <a:lstStyle/>
          <a:p>
            <a:r>
              <a:rPr lang="en-US"/>
              <a:t>Slide title; Arial 32pt bold, sentence case (1 line)</a:t>
            </a:r>
          </a:p>
        </p:txBody>
      </p:sp>
      <p:sp>
        <p:nvSpPr>
          <p:cNvPr id="10" name="Text Placeholder 2">
            <a:extLst>
              <a:ext uri="{FF2B5EF4-FFF2-40B4-BE49-F238E27FC236}">
                <a16:creationId xmlns:a16="http://schemas.microsoft.com/office/drawing/2014/main" id="{A96AF473-C2CF-6B47-84F7-6E0E41A10BCD}"/>
              </a:ext>
            </a:extLst>
          </p:cNvPr>
          <p:cNvSpPr>
            <a:spLocks noGrp="1"/>
          </p:cNvSpPr>
          <p:nvPr>
            <p:ph type="body" idx="12" hasCustomPrompt="1"/>
          </p:nvPr>
        </p:nvSpPr>
        <p:spPr>
          <a:xfrm>
            <a:off x="512064" y="42134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Slide subtitle; Arial 20pt bold, sentence case (1 line)</a:t>
            </a:r>
          </a:p>
        </p:txBody>
      </p:sp>
    </p:spTree>
    <p:extLst>
      <p:ext uri="{BB962C8B-B14F-4D97-AF65-F5344CB8AC3E}">
        <p14:creationId xmlns:p14="http://schemas.microsoft.com/office/powerpoint/2010/main" val="320923290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ubtitle-A + Title Only Light Blue">
    <p:bg>
      <p:bgPr>
        <a:solidFill>
          <a:srgbClr val="F0F7FF"/>
        </a:solidFill>
        <a:effectLst/>
      </p:bgPr>
    </p:bg>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a:xfrm>
            <a:off x="512063" y="815787"/>
            <a:ext cx="11184423" cy="555813"/>
          </a:xfrm>
        </p:spPr>
        <p:txBody>
          <a:bodyPr vert="horz"/>
          <a:lstStyle/>
          <a:p>
            <a:r>
              <a:rPr lang="en-US"/>
              <a:t>Slide title; Arial 32pt bold, sentence case (1 line)</a:t>
            </a:r>
          </a:p>
        </p:txBody>
      </p:sp>
      <p:sp>
        <p:nvSpPr>
          <p:cNvPr id="10" name="Text Placeholder 2">
            <a:extLst>
              <a:ext uri="{FF2B5EF4-FFF2-40B4-BE49-F238E27FC236}">
                <a16:creationId xmlns:a16="http://schemas.microsoft.com/office/drawing/2014/main" id="{A96AF473-C2CF-6B47-84F7-6E0E41A10BCD}"/>
              </a:ext>
            </a:extLst>
          </p:cNvPr>
          <p:cNvSpPr>
            <a:spLocks noGrp="1"/>
          </p:cNvSpPr>
          <p:nvPr>
            <p:ph type="body" idx="12" hasCustomPrompt="1"/>
          </p:nvPr>
        </p:nvSpPr>
        <p:spPr>
          <a:xfrm>
            <a:off x="512064" y="42134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Slide subtitle; Arial 20pt bold, sentence case (1 line)</a:t>
            </a:r>
          </a:p>
        </p:txBody>
      </p:sp>
    </p:spTree>
    <p:extLst>
      <p:ext uri="{BB962C8B-B14F-4D97-AF65-F5344CB8AC3E}">
        <p14:creationId xmlns:p14="http://schemas.microsoft.com/office/powerpoint/2010/main" val="1750535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ubtitle-A + Content on Blue Lef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73B866B-F8DF-9344-BC29-1D15C9490777}"/>
              </a:ext>
            </a:extLst>
          </p:cNvPr>
          <p:cNvSpPr/>
          <p:nvPr/>
        </p:nvSpPr>
        <p:spPr>
          <a:xfrm>
            <a:off x="-8965" y="0"/>
            <a:ext cx="4382814" cy="685800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4838700" y="6374651"/>
            <a:ext cx="3839134"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a:xfrm>
            <a:off x="512064" y="815786"/>
            <a:ext cx="3412236" cy="1429677"/>
          </a:xfrm>
        </p:spPr>
        <p:txBody>
          <a:bodyPr vert="horz"/>
          <a:lstStyle>
            <a:lvl1pPr>
              <a:defRPr>
                <a:solidFill>
                  <a:schemeClr val="bg1"/>
                </a:solidFill>
              </a:defRPr>
            </a:lvl1pPr>
          </a:lstStyle>
          <a:p>
            <a:r>
              <a:rPr lang="en-US"/>
              <a:t>Short slide title; Arial 32pt bold</a:t>
            </a:r>
          </a:p>
        </p:txBody>
      </p:sp>
      <p:sp>
        <p:nvSpPr>
          <p:cNvPr id="11" name="Text Placeholder 2">
            <a:extLst>
              <a:ext uri="{FF2B5EF4-FFF2-40B4-BE49-F238E27FC236}">
                <a16:creationId xmlns:a16="http://schemas.microsoft.com/office/drawing/2014/main" id="{09B89761-8DE0-C74E-8229-82DCFB7CCA0E}"/>
              </a:ext>
            </a:extLst>
          </p:cNvPr>
          <p:cNvSpPr>
            <a:spLocks noGrp="1"/>
          </p:cNvSpPr>
          <p:nvPr>
            <p:ph type="body" idx="14" hasCustomPrompt="1"/>
          </p:nvPr>
        </p:nvSpPr>
        <p:spPr>
          <a:xfrm>
            <a:off x="512064" y="421340"/>
            <a:ext cx="3412236"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Short subtitle</a:t>
            </a:r>
          </a:p>
        </p:txBody>
      </p:sp>
      <p:sp>
        <p:nvSpPr>
          <p:cNvPr id="20" name="Text Placeholder 19">
            <a:extLst>
              <a:ext uri="{FF2B5EF4-FFF2-40B4-BE49-F238E27FC236}">
                <a16:creationId xmlns:a16="http://schemas.microsoft.com/office/drawing/2014/main" id="{FA4A34C6-AA67-B74C-9387-5C2077CE6A33}"/>
              </a:ext>
            </a:extLst>
          </p:cNvPr>
          <p:cNvSpPr>
            <a:spLocks noGrp="1"/>
          </p:cNvSpPr>
          <p:nvPr>
            <p:ph type="body" sz="quarter" idx="15" hasCustomPrompt="1"/>
          </p:nvPr>
        </p:nvSpPr>
        <p:spPr>
          <a:xfrm>
            <a:off x="512064" y="2514590"/>
            <a:ext cx="3411537" cy="359093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type text. To activate sub-level formatting, place cursor at beginning of text/line and hit tab or shift tab.</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p:cNvSpPr>
            <a:spLocks noGrp="1"/>
          </p:cNvSpPr>
          <p:nvPr>
            <p:ph sz="half" idx="1" hasCustomPrompt="1"/>
          </p:nvPr>
        </p:nvSpPr>
        <p:spPr>
          <a:xfrm>
            <a:off x="4838700" y="470636"/>
            <a:ext cx="6861175" cy="5634889"/>
          </a:xfrm>
        </p:spPr>
        <p:txBody>
          <a:bodyPr/>
          <a:lstStyle>
            <a:lvl1pPr>
              <a:defRPr>
                <a:solidFill>
                  <a:srgbClr val="272524"/>
                </a:solidFill>
              </a:defRPr>
            </a:lvl1pPr>
            <a:lvl2pPr>
              <a:defRPr>
                <a:solidFill>
                  <a:srgbClr val="272524"/>
                </a:solidFill>
              </a:defRPr>
            </a:lvl2pPr>
            <a:lvl3pPr>
              <a:defRPr>
                <a:solidFill>
                  <a:srgbClr val="272524"/>
                </a:solidFill>
              </a:defRPr>
            </a:lvl3pPr>
            <a:lvl4pPr>
              <a:defRPr>
                <a:solidFill>
                  <a:srgbClr val="272524"/>
                </a:solidFill>
              </a:defRPr>
            </a:lvl4pPr>
            <a:lvl5pPr>
              <a:defRPr>
                <a:solidFill>
                  <a:srgbClr val="272524"/>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09113631"/>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4" pos="3048">
          <p15:clr>
            <a:srgbClr val="FBAE40"/>
          </p15:clr>
        </p15:guide>
        <p15:guide id="5" orient="horz" pos="157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ubtitle-A + Content on Blue Righ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73B866B-F8DF-9344-BC29-1D15C9490777}"/>
              </a:ext>
            </a:extLst>
          </p:cNvPr>
          <p:cNvSpPr/>
          <p:nvPr/>
        </p:nvSpPr>
        <p:spPr>
          <a:xfrm>
            <a:off x="4381500" y="0"/>
            <a:ext cx="7810500" cy="685800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4838700" y="6374651"/>
            <a:ext cx="3839134"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a:xfrm>
            <a:off x="512064" y="815786"/>
            <a:ext cx="3412236" cy="1429677"/>
          </a:xfrm>
        </p:spPr>
        <p:txBody>
          <a:bodyPr vert="horz"/>
          <a:lstStyle>
            <a:lvl1pPr>
              <a:defRPr>
                <a:solidFill>
                  <a:schemeClr val="tx1"/>
                </a:solidFill>
              </a:defRPr>
            </a:lvl1pPr>
          </a:lstStyle>
          <a:p>
            <a:r>
              <a:rPr lang="en-US"/>
              <a:t>Short slide title; Arial 32pt bold</a:t>
            </a:r>
          </a:p>
        </p:txBody>
      </p:sp>
      <p:sp>
        <p:nvSpPr>
          <p:cNvPr id="11" name="Text Placeholder 2">
            <a:extLst>
              <a:ext uri="{FF2B5EF4-FFF2-40B4-BE49-F238E27FC236}">
                <a16:creationId xmlns:a16="http://schemas.microsoft.com/office/drawing/2014/main" id="{09B89761-8DE0-C74E-8229-82DCFB7CCA0E}"/>
              </a:ext>
            </a:extLst>
          </p:cNvPr>
          <p:cNvSpPr>
            <a:spLocks noGrp="1"/>
          </p:cNvSpPr>
          <p:nvPr>
            <p:ph type="body" idx="14" hasCustomPrompt="1"/>
          </p:nvPr>
        </p:nvSpPr>
        <p:spPr>
          <a:xfrm>
            <a:off x="512064" y="421340"/>
            <a:ext cx="3412236"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Short subtitle</a:t>
            </a:r>
          </a:p>
        </p:txBody>
      </p:sp>
      <p:sp>
        <p:nvSpPr>
          <p:cNvPr id="14" name="Text Placeholder 19">
            <a:extLst>
              <a:ext uri="{FF2B5EF4-FFF2-40B4-BE49-F238E27FC236}">
                <a16:creationId xmlns:a16="http://schemas.microsoft.com/office/drawing/2014/main" id="{063F2128-9DD7-7445-8E1E-1AA47BED6A54}"/>
              </a:ext>
            </a:extLst>
          </p:cNvPr>
          <p:cNvSpPr>
            <a:spLocks noGrp="1"/>
          </p:cNvSpPr>
          <p:nvPr>
            <p:ph type="body" sz="quarter" idx="15" hasCustomPrompt="1"/>
          </p:nvPr>
        </p:nvSpPr>
        <p:spPr>
          <a:xfrm>
            <a:off x="512064" y="2514590"/>
            <a:ext cx="3411537" cy="3590935"/>
          </a:xfrm>
        </p:spPr>
        <p:txBody>
          <a:bodyPr/>
          <a:lstStyle>
            <a:lvl1pPr>
              <a:defRPr>
                <a:solidFill>
                  <a:srgbClr val="272524"/>
                </a:solidFill>
              </a:defRPr>
            </a:lvl1pPr>
            <a:lvl2pPr>
              <a:defRPr>
                <a:solidFill>
                  <a:srgbClr val="272524"/>
                </a:solidFill>
              </a:defRPr>
            </a:lvl2pPr>
            <a:lvl3pPr>
              <a:defRPr>
                <a:solidFill>
                  <a:srgbClr val="272524"/>
                </a:solidFill>
              </a:defRPr>
            </a:lvl3pPr>
            <a:lvl4pPr>
              <a:defRPr>
                <a:solidFill>
                  <a:srgbClr val="272524"/>
                </a:solidFill>
              </a:defRPr>
            </a:lvl4pPr>
            <a:lvl5pPr>
              <a:defRPr>
                <a:solidFill>
                  <a:srgbClr val="272524"/>
                </a:solidFill>
              </a:defRPr>
            </a:lvl5pPr>
          </a:lstStyle>
          <a:p>
            <a:pPr lvl="0"/>
            <a:r>
              <a:rPr lang="en-US"/>
              <a:t>Click to type text. To activate sub-level formatting, place cursor at beginning of text/line and hit tab or shift tab.</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05BA47CF-4C75-114D-925E-3DEE36B0B108}"/>
              </a:ext>
            </a:extLst>
          </p:cNvPr>
          <p:cNvSpPr>
            <a:spLocks noGrp="1"/>
          </p:cNvSpPr>
          <p:nvPr>
            <p:ph sz="half" idx="1" hasCustomPrompt="1"/>
          </p:nvPr>
        </p:nvSpPr>
        <p:spPr>
          <a:xfrm>
            <a:off x="4838700" y="470636"/>
            <a:ext cx="6861175" cy="563488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0171857"/>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4" pos="3048">
          <p15:clr>
            <a:srgbClr val="FBAE40"/>
          </p15:clr>
        </p15:guide>
        <p15:guide id="5" orient="horz" pos="1576">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ubtitle-A +  Content Blue">
    <p:bg>
      <p:bgPr>
        <a:solidFill>
          <a:schemeClr val="tx1"/>
        </a:solidFill>
        <a:effectLst/>
      </p:bgPr>
    </p:bg>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00755A1-263A-3047-860B-B811081C9CD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er Placeholder 6">
            <a:extLst>
              <a:ext uri="{FF2B5EF4-FFF2-40B4-BE49-F238E27FC236}">
                <a16:creationId xmlns:a16="http://schemas.microsoft.com/office/drawing/2014/main" id="{AF8D8092-2468-D648-A089-3B1A9527298B}"/>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3" name="Footnote Placeholder">
            <a:extLst>
              <a:ext uri="{FF2B5EF4-FFF2-40B4-BE49-F238E27FC236}">
                <a16:creationId xmlns:a16="http://schemas.microsoft.com/office/drawing/2014/main" id="{5157959E-651B-B14F-BA5B-24DA1DB08587}"/>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a:xfrm>
            <a:off x="512063" y="815787"/>
            <a:ext cx="11184423" cy="555813"/>
          </a:xfrm>
        </p:spPr>
        <p:txBody>
          <a:bodyPr vert="horz"/>
          <a:lstStyle>
            <a:lvl1pPr>
              <a:defRPr>
                <a:solidFill>
                  <a:schemeClr val="bg1"/>
                </a:solidFill>
              </a:defRPr>
            </a:lvl1pPr>
          </a:lstStyle>
          <a:p>
            <a:r>
              <a:rPr lang="en-US"/>
              <a:t>Slide title; Arial 32pt bold, sentence case (1 line)</a:t>
            </a:r>
          </a:p>
        </p:txBody>
      </p:sp>
      <p:sp>
        <p:nvSpPr>
          <p:cNvPr id="10" name="Text Placeholder 2">
            <a:extLst>
              <a:ext uri="{FF2B5EF4-FFF2-40B4-BE49-F238E27FC236}">
                <a16:creationId xmlns:a16="http://schemas.microsoft.com/office/drawing/2014/main" id="{F29F3FD6-A58A-E748-A11A-7D0F672AD0A7}"/>
              </a:ext>
            </a:extLst>
          </p:cNvPr>
          <p:cNvSpPr>
            <a:spLocks noGrp="1"/>
          </p:cNvSpPr>
          <p:nvPr>
            <p:ph type="body" idx="12" hasCustomPrompt="1"/>
          </p:nvPr>
        </p:nvSpPr>
        <p:spPr>
          <a:xfrm>
            <a:off x="512064" y="421340"/>
            <a:ext cx="11184422" cy="295276"/>
          </a:xfrm>
        </p:spPr>
        <p:txBody>
          <a:bodyPr anchor="b"/>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Slide subtitle; Arial 20pt bold, sentence case (1 line)</a:t>
            </a:r>
          </a:p>
        </p:txBody>
      </p:sp>
      <p:sp>
        <p:nvSpPr>
          <p:cNvPr id="3" name="Content Placeholder 2"/>
          <p:cNvSpPr>
            <a:spLocks noGrp="1"/>
          </p:cNvSpPr>
          <p:nvPr>
            <p:ph idx="1" hasCustomPrompt="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833581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ubtitle-A + Two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a:xfrm>
            <a:off x="512063" y="815787"/>
            <a:ext cx="11184423" cy="555813"/>
          </a:xfrm>
        </p:spPr>
        <p:txBody>
          <a:bodyPr vert="horz"/>
          <a:lstStyle>
            <a:lvl1pPr>
              <a:defRPr>
                <a:solidFill>
                  <a:schemeClr val="bg1"/>
                </a:solidFill>
              </a:defRPr>
            </a:lvl1pPr>
          </a:lstStyle>
          <a:p>
            <a:r>
              <a:rPr lang="en-US"/>
              <a:t>Slide title; Arial 32pt bold, sentence case (1 line)</a:t>
            </a:r>
          </a:p>
        </p:txBody>
      </p:sp>
      <p:sp>
        <p:nvSpPr>
          <p:cNvPr id="11" name="Text Placeholder 2">
            <a:extLst>
              <a:ext uri="{FF2B5EF4-FFF2-40B4-BE49-F238E27FC236}">
                <a16:creationId xmlns:a16="http://schemas.microsoft.com/office/drawing/2014/main" id="{4F286C39-0E82-734F-AB13-0063DC613DC8}"/>
              </a:ext>
            </a:extLst>
          </p:cNvPr>
          <p:cNvSpPr>
            <a:spLocks noGrp="1"/>
          </p:cNvSpPr>
          <p:nvPr>
            <p:ph type="body" idx="13" hasCustomPrompt="1"/>
          </p:nvPr>
        </p:nvSpPr>
        <p:spPr>
          <a:xfrm>
            <a:off x="512064" y="42134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Slide subtitle; Arial 20pt bold, sentence case (1 line)</a:t>
            </a:r>
          </a:p>
        </p:txBody>
      </p:sp>
      <p:sp>
        <p:nvSpPr>
          <p:cNvPr id="3" name="Content Placeholder 2"/>
          <p:cNvSpPr>
            <a:spLocks noGrp="1"/>
          </p:cNvSpPr>
          <p:nvPr>
            <p:ph sz="half" idx="1" hasCustomPrompt="1"/>
          </p:nvPr>
        </p:nvSpPr>
        <p:spPr>
          <a:xfrm>
            <a:off x="512063" y="1698625"/>
            <a:ext cx="5350855"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349019" y="1698625"/>
            <a:ext cx="5350855"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75479859"/>
      </p:ext>
    </p:extLst>
  </p:cSld>
  <p:clrMapOvr>
    <a:masterClrMapping/>
  </p:clrMapOvr>
  <p:extLst>
    <p:ext uri="{DCECCB84-F9BA-43D5-87BE-67443E8EF086}">
      <p15:sldGuideLst xmlns:p15="http://schemas.microsoft.com/office/powerpoint/2012/main">
        <p15:guide id="1" pos="3696">
          <p15:clr>
            <a:srgbClr val="FBAE40"/>
          </p15:clr>
        </p15:guide>
        <p15:guide id="2" pos="3994">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ubtitle-A + Three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a:xfrm>
            <a:off x="512063" y="815787"/>
            <a:ext cx="11184423" cy="555813"/>
          </a:xfrm>
        </p:spPr>
        <p:txBody>
          <a:bodyPr vert="horz"/>
          <a:lstStyle>
            <a:lvl1pPr>
              <a:defRPr>
                <a:solidFill>
                  <a:schemeClr val="bg1"/>
                </a:solidFill>
              </a:defRPr>
            </a:lvl1pPr>
          </a:lstStyle>
          <a:p>
            <a:r>
              <a:rPr lang="en-US"/>
              <a:t>Slide title; Arial 32pt bold, sentence case (1 line)</a:t>
            </a:r>
          </a:p>
        </p:txBody>
      </p:sp>
      <p:sp>
        <p:nvSpPr>
          <p:cNvPr id="11" name="Text Placeholder 2">
            <a:extLst>
              <a:ext uri="{FF2B5EF4-FFF2-40B4-BE49-F238E27FC236}">
                <a16:creationId xmlns:a16="http://schemas.microsoft.com/office/drawing/2014/main" id="{6474099B-156D-7348-B7A4-5FB85DB30944}"/>
              </a:ext>
            </a:extLst>
          </p:cNvPr>
          <p:cNvSpPr>
            <a:spLocks noGrp="1"/>
          </p:cNvSpPr>
          <p:nvPr>
            <p:ph type="body" idx="14" hasCustomPrompt="1"/>
          </p:nvPr>
        </p:nvSpPr>
        <p:spPr>
          <a:xfrm>
            <a:off x="512064" y="42134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Slide subtitle; Arial 20pt bold, sentence case (1 line)</a:t>
            </a:r>
          </a:p>
        </p:txBody>
      </p:sp>
      <p:sp>
        <p:nvSpPr>
          <p:cNvPr id="3" name="Content Placeholder 2"/>
          <p:cNvSpPr>
            <a:spLocks noGrp="1"/>
          </p:cNvSpPr>
          <p:nvPr>
            <p:ph sz="half" idx="1" hasCustomPrompt="1"/>
          </p:nvPr>
        </p:nvSpPr>
        <p:spPr>
          <a:xfrm>
            <a:off x="512063" y="1698625"/>
            <a:ext cx="3411513"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4390247" y="1698625"/>
            <a:ext cx="3421479"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8278396" y="1698625"/>
            <a:ext cx="3421479"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84852635"/>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3" pos="4920">
          <p15:clr>
            <a:srgbClr val="FBAE40"/>
          </p15:clr>
        </p15:guide>
        <p15:guide id="4" pos="5208">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ubtitle-A + Four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a:xfrm>
            <a:off x="512063" y="815787"/>
            <a:ext cx="11184423" cy="555813"/>
          </a:xfrm>
        </p:spPr>
        <p:txBody>
          <a:bodyPr vert="horz"/>
          <a:lstStyle>
            <a:lvl1pPr>
              <a:defRPr>
                <a:solidFill>
                  <a:schemeClr val="bg1"/>
                </a:solidFill>
              </a:defRPr>
            </a:lvl1pPr>
          </a:lstStyle>
          <a:p>
            <a:r>
              <a:rPr lang="en-US"/>
              <a:t>Slide title; Arial 32pt bold, sentence case (1 line)</a:t>
            </a:r>
          </a:p>
        </p:txBody>
      </p:sp>
      <p:sp>
        <p:nvSpPr>
          <p:cNvPr id="13" name="Text Placeholder 2">
            <a:extLst>
              <a:ext uri="{FF2B5EF4-FFF2-40B4-BE49-F238E27FC236}">
                <a16:creationId xmlns:a16="http://schemas.microsoft.com/office/drawing/2014/main" id="{804B53DC-1086-544D-9442-160B5564CE8C}"/>
              </a:ext>
            </a:extLst>
          </p:cNvPr>
          <p:cNvSpPr>
            <a:spLocks noGrp="1"/>
          </p:cNvSpPr>
          <p:nvPr>
            <p:ph type="body" idx="15" hasCustomPrompt="1"/>
          </p:nvPr>
        </p:nvSpPr>
        <p:spPr>
          <a:xfrm>
            <a:off x="512064" y="42134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Slide subtitle; Arial 20pt bold, sentence case (1 line)</a:t>
            </a:r>
          </a:p>
        </p:txBody>
      </p:sp>
      <p:sp>
        <p:nvSpPr>
          <p:cNvPr id="3" name="Content Placeholder 2"/>
          <p:cNvSpPr>
            <a:spLocks noGrp="1"/>
          </p:cNvSpPr>
          <p:nvPr>
            <p:ph sz="half" idx="1" hasCustomPrompt="1"/>
          </p:nvPr>
        </p:nvSpPr>
        <p:spPr>
          <a:xfrm>
            <a:off x="512063" y="1698625"/>
            <a:ext cx="2512665"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3394922" y="1698625"/>
            <a:ext cx="2522219"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6287335" y="1698625"/>
            <a:ext cx="2516188"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19" name="Content Placeholder 3">
            <a:extLst>
              <a:ext uri="{FF2B5EF4-FFF2-40B4-BE49-F238E27FC236}">
                <a16:creationId xmlns:a16="http://schemas.microsoft.com/office/drawing/2014/main" id="{5723D646-D659-4940-866D-282EF0E20D7A}"/>
              </a:ext>
            </a:extLst>
          </p:cNvPr>
          <p:cNvSpPr>
            <a:spLocks noGrp="1"/>
          </p:cNvSpPr>
          <p:nvPr>
            <p:ph sz="half" idx="14" hasCustomPrompt="1"/>
          </p:nvPr>
        </p:nvSpPr>
        <p:spPr>
          <a:xfrm>
            <a:off x="9173716" y="1698625"/>
            <a:ext cx="2516188"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51650005"/>
      </p:ext>
    </p:extLst>
  </p:cSld>
  <p:clrMapOvr>
    <a:masterClrMapping/>
  </p:clrMapOvr>
  <p:extLst>
    <p:ext uri="{DCECCB84-F9BA-43D5-87BE-67443E8EF086}">
      <p15:sldGuideLst xmlns:p15="http://schemas.microsoft.com/office/powerpoint/2012/main">
        <p15:guide id="1" pos="1896">
          <p15:clr>
            <a:srgbClr val="FBAE40"/>
          </p15:clr>
        </p15:guide>
        <p15:guide id="2" pos="2136">
          <p15:clr>
            <a:srgbClr val="FBAE40"/>
          </p15:clr>
        </p15:guide>
        <p15:guide id="3" pos="5545">
          <p15:clr>
            <a:srgbClr val="FBAE40"/>
          </p15:clr>
        </p15:guide>
        <p15:guide id="4" pos="5777">
          <p15:clr>
            <a:srgbClr val="FBAE40"/>
          </p15:clr>
        </p15:guide>
        <p15:guide id="5" pos="3720">
          <p15:clr>
            <a:srgbClr val="FBAE40"/>
          </p15:clr>
        </p15:guide>
        <p15:guide id="6" pos="396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ubtitle-A + Title Only Blue">
    <p:bg>
      <p:bgPr>
        <a:solidFill>
          <a:schemeClr val="tx1"/>
        </a:solidFill>
        <a:effectLst/>
      </p:bgPr>
    </p:bg>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a:xfrm>
            <a:off x="512063" y="815787"/>
            <a:ext cx="11184423" cy="555813"/>
          </a:xfrm>
        </p:spPr>
        <p:txBody>
          <a:bodyPr vert="horz"/>
          <a:lstStyle>
            <a:lvl1pPr>
              <a:defRPr>
                <a:solidFill>
                  <a:schemeClr val="bg1"/>
                </a:solidFill>
              </a:defRPr>
            </a:lvl1pPr>
          </a:lstStyle>
          <a:p>
            <a:r>
              <a:rPr lang="en-US"/>
              <a:t>Slide title; Arial 32pt bold, sentence case (1 line)</a:t>
            </a:r>
          </a:p>
        </p:txBody>
      </p:sp>
      <p:sp>
        <p:nvSpPr>
          <p:cNvPr id="10" name="Text Placeholder 2">
            <a:extLst>
              <a:ext uri="{FF2B5EF4-FFF2-40B4-BE49-F238E27FC236}">
                <a16:creationId xmlns:a16="http://schemas.microsoft.com/office/drawing/2014/main" id="{4E3BD865-48DE-664B-B59C-69BE9486EDEB}"/>
              </a:ext>
            </a:extLst>
          </p:cNvPr>
          <p:cNvSpPr>
            <a:spLocks noGrp="1"/>
          </p:cNvSpPr>
          <p:nvPr>
            <p:ph type="body" idx="12" hasCustomPrompt="1"/>
          </p:nvPr>
        </p:nvSpPr>
        <p:spPr>
          <a:xfrm>
            <a:off x="512064" y="42134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Slide subtitle; Arial 20pt bold, sentence case (1 line)</a:t>
            </a:r>
          </a:p>
        </p:txBody>
      </p:sp>
    </p:spTree>
    <p:extLst>
      <p:ext uri="{BB962C8B-B14F-4D97-AF65-F5344CB8AC3E}">
        <p14:creationId xmlns:p14="http://schemas.microsoft.com/office/powerpoint/2010/main" val="310078707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ontent Title and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ZoneTexte 2">
            <a:extLst>
              <a:ext uri="{FF2B5EF4-FFF2-40B4-BE49-F238E27FC236}">
                <a16:creationId xmlns:a16="http://schemas.microsoft.com/office/drawing/2014/main" id="{9187A733-2828-FF4D-A1DC-7E7D7BF66120}"/>
              </a:ext>
            </a:extLst>
          </p:cNvPr>
          <p:cNvSpPr txBox="1"/>
          <p:nvPr/>
        </p:nvSpPr>
        <p:spPr>
          <a:xfrm>
            <a:off x="2" y="1997839"/>
            <a:ext cx="12191999" cy="2862322"/>
          </a:xfrm>
          <a:prstGeom prst="rect">
            <a:avLst/>
          </a:prstGeom>
          <a:noFill/>
        </p:spPr>
        <p:txBody>
          <a:bodyPr wrap="square" lIns="337500" rIns="337500" rtlCol="0" anchor="ctr" anchorCtr="0">
            <a:spAutoFit/>
          </a:bodyPr>
          <a:lstStyle/>
          <a:p>
            <a:pPr algn="ctr"/>
            <a:r>
              <a:rPr lang="en-CA" sz="9000" i="0" noProof="0">
                <a:solidFill>
                  <a:schemeClr val="tx2"/>
                </a:solidFill>
                <a:latin typeface="+mn-lt"/>
              </a:rPr>
              <a:t>Title and Subtitle-Below layouts</a:t>
            </a:r>
          </a:p>
        </p:txBody>
      </p:sp>
    </p:spTree>
    <p:extLst>
      <p:ext uri="{BB962C8B-B14F-4D97-AF65-F5344CB8AC3E}">
        <p14:creationId xmlns:p14="http://schemas.microsoft.com/office/powerpoint/2010/main" val="49317434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ubtitle-B + Content">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00755A1-263A-3047-860B-B811081C9CD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er Placeholder 6">
            <a:extLst>
              <a:ext uri="{FF2B5EF4-FFF2-40B4-BE49-F238E27FC236}">
                <a16:creationId xmlns:a16="http://schemas.microsoft.com/office/drawing/2014/main" id="{AF8D8092-2468-D648-A089-3B1A9527298B}"/>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3" name="Footnote Placeholder">
            <a:extLst>
              <a:ext uri="{FF2B5EF4-FFF2-40B4-BE49-F238E27FC236}">
                <a16:creationId xmlns:a16="http://schemas.microsoft.com/office/drawing/2014/main" id="{5157959E-651B-B14F-BA5B-24DA1DB08587}"/>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5" name="Title 4">
            <a:extLst>
              <a:ext uri="{FF2B5EF4-FFF2-40B4-BE49-F238E27FC236}">
                <a16:creationId xmlns:a16="http://schemas.microsoft.com/office/drawing/2014/main" id="{39313C93-2B4C-9844-9284-03EC104B15BA}"/>
              </a:ext>
            </a:extLst>
          </p:cNvPr>
          <p:cNvSpPr>
            <a:spLocks noGrp="1"/>
          </p:cNvSpPr>
          <p:nvPr>
            <p:ph type="title" hasCustomPrompt="1"/>
          </p:nvPr>
        </p:nvSpPr>
        <p:spPr>
          <a:xfrm>
            <a:off x="512063" y="457201"/>
            <a:ext cx="11184423" cy="557784"/>
          </a:xfrm>
        </p:spPr>
        <p:txBody>
          <a:bodyPr vert="horz"/>
          <a:lstStyle/>
          <a:p>
            <a:r>
              <a:rPr lang="en-US"/>
              <a:t>Slide title; Arial 32pt bold, sentence case (1 line)</a:t>
            </a:r>
          </a:p>
        </p:txBody>
      </p:sp>
      <p:sp>
        <p:nvSpPr>
          <p:cNvPr id="11" name="Text Placeholder 2">
            <a:extLst>
              <a:ext uri="{FF2B5EF4-FFF2-40B4-BE49-F238E27FC236}">
                <a16:creationId xmlns:a16="http://schemas.microsoft.com/office/drawing/2014/main" id="{D6C7144E-2BC5-BB49-A627-9076B48806A8}"/>
              </a:ext>
            </a:extLst>
          </p:cNvPr>
          <p:cNvSpPr>
            <a:spLocks noGrp="1"/>
          </p:cNvSpPr>
          <p:nvPr>
            <p:ph type="body" idx="12" hasCustomPrompt="1"/>
          </p:nvPr>
        </p:nvSpPr>
        <p:spPr>
          <a:xfrm>
            <a:off x="512064" y="105156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Slide subtitle; Arial 20pt bold, sentence case (1 line)</a:t>
            </a:r>
          </a:p>
        </p:txBody>
      </p:sp>
      <p:sp>
        <p:nvSpPr>
          <p:cNvPr id="3" name="Content Placeholder 2"/>
          <p:cNvSpPr>
            <a:spLocks noGrp="1"/>
          </p:cNvSpPr>
          <p:nvPr>
            <p:ph idx="1" hasCustomPrompt="1"/>
          </p:nvPr>
        </p:nvSpPr>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3064674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ubtitle-B + Two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a:xfrm>
            <a:off x="512063" y="457200"/>
            <a:ext cx="11184423" cy="555813"/>
          </a:xfrm>
        </p:spPr>
        <p:txBody>
          <a:bodyPr vert="horz"/>
          <a:lstStyle/>
          <a:p>
            <a:r>
              <a:rPr lang="en-US"/>
              <a:t>Slide title; Arial 32pt bold, sentence case (1 line)</a:t>
            </a:r>
          </a:p>
        </p:txBody>
      </p:sp>
      <p:sp>
        <p:nvSpPr>
          <p:cNvPr id="11" name="Text Placeholder 2">
            <a:extLst>
              <a:ext uri="{FF2B5EF4-FFF2-40B4-BE49-F238E27FC236}">
                <a16:creationId xmlns:a16="http://schemas.microsoft.com/office/drawing/2014/main" id="{D75F0135-B47D-BE40-8017-A3CF8C838B58}"/>
              </a:ext>
            </a:extLst>
          </p:cNvPr>
          <p:cNvSpPr>
            <a:spLocks noGrp="1"/>
          </p:cNvSpPr>
          <p:nvPr>
            <p:ph type="body" idx="13" hasCustomPrompt="1"/>
          </p:nvPr>
        </p:nvSpPr>
        <p:spPr>
          <a:xfrm>
            <a:off x="512064" y="105156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Slide subtitle; Arial 20pt bold, sentence case (1 line)</a:t>
            </a:r>
          </a:p>
        </p:txBody>
      </p:sp>
      <p:sp>
        <p:nvSpPr>
          <p:cNvPr id="3" name="Content Placeholder 2"/>
          <p:cNvSpPr>
            <a:spLocks noGrp="1"/>
          </p:cNvSpPr>
          <p:nvPr>
            <p:ph sz="half" idx="1" hasCustomPrompt="1"/>
          </p:nvPr>
        </p:nvSpPr>
        <p:spPr>
          <a:xfrm>
            <a:off x="512063" y="1698625"/>
            <a:ext cx="5350855" cy="4406900"/>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349019" y="1698625"/>
            <a:ext cx="5350855" cy="4406900"/>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62582284"/>
      </p:ext>
    </p:extLst>
  </p:cSld>
  <p:clrMapOvr>
    <a:masterClrMapping/>
  </p:clrMapOvr>
  <p:extLst>
    <p:ext uri="{DCECCB84-F9BA-43D5-87BE-67443E8EF086}">
      <p15:sldGuideLst xmlns:p15="http://schemas.microsoft.com/office/powerpoint/2012/main">
        <p15:guide id="1" pos="3696">
          <p15:clr>
            <a:srgbClr val="FBAE40"/>
          </p15:clr>
        </p15:guide>
        <p15:guide id="2" pos="3994">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Subtitle-B + Content Half Pag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A256062-B5BB-6048-9E24-6C230ACEACFF}"/>
              </a:ext>
            </a:extLst>
          </p:cNvPr>
          <p:cNvSpPr/>
          <p:nvPr/>
        </p:nvSpPr>
        <p:spPr>
          <a:xfrm>
            <a:off x="6096001"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riangle 12">
            <a:extLst>
              <a:ext uri="{FF2B5EF4-FFF2-40B4-BE49-F238E27FC236}">
                <a16:creationId xmlns:a16="http://schemas.microsoft.com/office/drawing/2014/main" id="{CD4D23E9-F985-964A-8260-25166ABD836C}"/>
              </a:ext>
            </a:extLst>
          </p:cNvPr>
          <p:cNvSpPr/>
          <p:nvPr/>
        </p:nvSpPr>
        <p:spPr>
          <a:xfrm rot="5400000">
            <a:off x="5899286" y="3271798"/>
            <a:ext cx="685800" cy="31440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5143286"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a:xfrm>
            <a:off x="512064" y="457200"/>
            <a:ext cx="5126736" cy="555813"/>
          </a:xfrm>
        </p:spPr>
        <p:txBody>
          <a:bodyPr vert="horz"/>
          <a:lstStyle/>
          <a:p>
            <a:r>
              <a:rPr lang="en-US"/>
              <a:t>Slide title; short (1 line)</a:t>
            </a:r>
          </a:p>
        </p:txBody>
      </p:sp>
      <p:sp>
        <p:nvSpPr>
          <p:cNvPr id="11" name="Text Placeholder 2">
            <a:extLst>
              <a:ext uri="{FF2B5EF4-FFF2-40B4-BE49-F238E27FC236}">
                <a16:creationId xmlns:a16="http://schemas.microsoft.com/office/drawing/2014/main" id="{D75F0135-B47D-BE40-8017-A3CF8C838B58}"/>
              </a:ext>
            </a:extLst>
          </p:cNvPr>
          <p:cNvSpPr>
            <a:spLocks noGrp="1"/>
          </p:cNvSpPr>
          <p:nvPr>
            <p:ph type="body" idx="13" hasCustomPrompt="1"/>
          </p:nvPr>
        </p:nvSpPr>
        <p:spPr>
          <a:xfrm>
            <a:off x="512064" y="1051560"/>
            <a:ext cx="5126736"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Slide subtitle; short (1 line)</a:t>
            </a:r>
          </a:p>
        </p:txBody>
      </p:sp>
      <p:sp>
        <p:nvSpPr>
          <p:cNvPr id="3" name="Content Placeholder 2"/>
          <p:cNvSpPr>
            <a:spLocks noGrp="1"/>
          </p:cNvSpPr>
          <p:nvPr>
            <p:ph sz="half" idx="1" hasCustomPrompt="1"/>
          </p:nvPr>
        </p:nvSpPr>
        <p:spPr>
          <a:xfrm>
            <a:off x="512064" y="1698625"/>
            <a:ext cx="5126736" cy="4406900"/>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41739946"/>
      </p:ext>
    </p:extLst>
  </p:cSld>
  <p:clrMapOvr>
    <a:masterClrMapping/>
  </p:clrMapOvr>
  <p:extLst>
    <p:ext uri="{DCECCB84-F9BA-43D5-87BE-67443E8EF086}">
      <p15:sldGuideLst xmlns:p15="http://schemas.microsoft.com/office/powerpoint/2012/main">
        <p15:guide id="1" pos="3552">
          <p15:clr>
            <a:srgbClr val="FBAE40"/>
          </p15:clr>
        </p15:guide>
        <p15:guide id="2" pos="4272">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ubtitle-B + Three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a:xfrm>
            <a:off x="512063" y="457200"/>
            <a:ext cx="11184423" cy="555813"/>
          </a:xfrm>
        </p:spPr>
        <p:txBody>
          <a:bodyPr vert="horz"/>
          <a:lstStyle/>
          <a:p>
            <a:r>
              <a:rPr lang="en-US"/>
              <a:t>Slide title; Arial 32pt bold, sentence case (1 line)</a:t>
            </a:r>
          </a:p>
        </p:txBody>
      </p:sp>
      <p:sp>
        <p:nvSpPr>
          <p:cNvPr id="11" name="Text Placeholder 2">
            <a:extLst>
              <a:ext uri="{FF2B5EF4-FFF2-40B4-BE49-F238E27FC236}">
                <a16:creationId xmlns:a16="http://schemas.microsoft.com/office/drawing/2014/main" id="{09B89761-8DE0-C74E-8229-82DCFB7CCA0E}"/>
              </a:ext>
            </a:extLst>
          </p:cNvPr>
          <p:cNvSpPr>
            <a:spLocks noGrp="1"/>
          </p:cNvSpPr>
          <p:nvPr>
            <p:ph type="body" idx="14" hasCustomPrompt="1"/>
          </p:nvPr>
        </p:nvSpPr>
        <p:spPr>
          <a:xfrm>
            <a:off x="512064" y="105156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Slide subtitle; Arial 20pt bold, sentence case (1 line)</a:t>
            </a:r>
          </a:p>
        </p:txBody>
      </p:sp>
      <p:sp>
        <p:nvSpPr>
          <p:cNvPr id="3" name="Content Placeholder 2"/>
          <p:cNvSpPr>
            <a:spLocks noGrp="1"/>
          </p:cNvSpPr>
          <p:nvPr>
            <p:ph sz="half" idx="1" hasCustomPrompt="1"/>
          </p:nvPr>
        </p:nvSpPr>
        <p:spPr>
          <a:xfrm>
            <a:off x="512063" y="1698625"/>
            <a:ext cx="3411513" cy="4406900"/>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4390247" y="1698625"/>
            <a:ext cx="3421479" cy="4406900"/>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8278396" y="1698625"/>
            <a:ext cx="3421479" cy="4406900"/>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20558265"/>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3" pos="4920">
          <p15:clr>
            <a:srgbClr val="FBAE40"/>
          </p15:clr>
        </p15:guide>
        <p15:guide id="4" pos="5208">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ubtitle-B + Four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a:xfrm>
            <a:off x="512063" y="457200"/>
            <a:ext cx="11184423" cy="555813"/>
          </a:xfrm>
        </p:spPr>
        <p:txBody>
          <a:bodyPr vert="horz"/>
          <a:lstStyle/>
          <a:p>
            <a:r>
              <a:rPr lang="en-US"/>
              <a:t>Slide title; Arial 32pt bold, sentence case (1 line)</a:t>
            </a:r>
          </a:p>
        </p:txBody>
      </p:sp>
      <p:sp>
        <p:nvSpPr>
          <p:cNvPr id="13" name="Text Placeholder 2">
            <a:extLst>
              <a:ext uri="{FF2B5EF4-FFF2-40B4-BE49-F238E27FC236}">
                <a16:creationId xmlns:a16="http://schemas.microsoft.com/office/drawing/2014/main" id="{8F05DDA7-2CBD-E44C-A62E-E1C57509DCA3}"/>
              </a:ext>
            </a:extLst>
          </p:cNvPr>
          <p:cNvSpPr>
            <a:spLocks noGrp="1"/>
          </p:cNvSpPr>
          <p:nvPr>
            <p:ph type="body" idx="15" hasCustomPrompt="1"/>
          </p:nvPr>
        </p:nvSpPr>
        <p:spPr>
          <a:xfrm>
            <a:off x="512064" y="105156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Slide subtitle; Arial 20pt bold, sentence case (1 line)</a:t>
            </a:r>
          </a:p>
        </p:txBody>
      </p:sp>
      <p:sp>
        <p:nvSpPr>
          <p:cNvPr id="3" name="Content Placeholder 2"/>
          <p:cNvSpPr>
            <a:spLocks noGrp="1"/>
          </p:cNvSpPr>
          <p:nvPr>
            <p:ph sz="half" idx="1" hasCustomPrompt="1"/>
          </p:nvPr>
        </p:nvSpPr>
        <p:spPr>
          <a:xfrm>
            <a:off x="512063" y="1698625"/>
            <a:ext cx="2512665" cy="4406900"/>
          </a:xfrm>
        </p:spPr>
        <p:txBody>
          <a:bodyPr/>
          <a:lstStyle>
            <a:lvl1pPr>
              <a:defRPr sz="1400"/>
            </a:lvl1pPr>
            <a:lvl2pPr>
              <a:defRPr sz="1400"/>
            </a:lvl2pPr>
            <a:lvl3pPr>
              <a:defRPr sz="1400"/>
            </a:lvl3pPr>
            <a:lvl4pPr>
              <a:defRPr sz="1400"/>
            </a:lvl4pPr>
            <a:lvl5pPr>
              <a:defRPr sz="1400"/>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3394922" y="1698625"/>
            <a:ext cx="2522219" cy="4406900"/>
          </a:xfrm>
        </p:spPr>
        <p:txBody>
          <a:bodyPr/>
          <a:lstStyle>
            <a:lvl1pPr>
              <a:defRPr sz="1400"/>
            </a:lvl1pPr>
            <a:lvl2pPr>
              <a:defRPr sz="1400"/>
            </a:lvl2pPr>
            <a:lvl3pPr>
              <a:defRPr sz="1400"/>
            </a:lvl3pPr>
            <a:lvl4pPr>
              <a:defRPr sz="1400"/>
            </a:lvl4pPr>
            <a:lvl5pPr>
              <a:defRPr sz="1400"/>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6287335" y="1698625"/>
            <a:ext cx="2516188" cy="4406900"/>
          </a:xfrm>
        </p:spPr>
        <p:txBody>
          <a:bodyPr/>
          <a:lstStyle>
            <a:lvl1pPr>
              <a:defRPr sz="1400"/>
            </a:lvl1pPr>
            <a:lvl2pPr>
              <a:defRPr sz="1400"/>
            </a:lvl2pPr>
            <a:lvl3pPr>
              <a:defRPr sz="1400"/>
            </a:lvl3pPr>
            <a:lvl4pPr>
              <a:defRPr sz="1400"/>
            </a:lvl4pPr>
            <a:lvl5pPr>
              <a:defRPr sz="1400"/>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19" name="Content Placeholder 3">
            <a:extLst>
              <a:ext uri="{FF2B5EF4-FFF2-40B4-BE49-F238E27FC236}">
                <a16:creationId xmlns:a16="http://schemas.microsoft.com/office/drawing/2014/main" id="{5723D646-D659-4940-866D-282EF0E20D7A}"/>
              </a:ext>
            </a:extLst>
          </p:cNvPr>
          <p:cNvSpPr>
            <a:spLocks noGrp="1"/>
          </p:cNvSpPr>
          <p:nvPr>
            <p:ph sz="half" idx="14" hasCustomPrompt="1"/>
          </p:nvPr>
        </p:nvSpPr>
        <p:spPr>
          <a:xfrm>
            <a:off x="9173716" y="1698625"/>
            <a:ext cx="2516188" cy="4406900"/>
          </a:xfrm>
        </p:spPr>
        <p:txBody>
          <a:bodyPr/>
          <a:lstStyle>
            <a:lvl1pPr>
              <a:defRPr sz="1400"/>
            </a:lvl1pPr>
            <a:lvl2pPr>
              <a:defRPr sz="1400"/>
            </a:lvl2pPr>
            <a:lvl3pPr>
              <a:defRPr sz="1400"/>
            </a:lvl3pPr>
            <a:lvl4pPr>
              <a:defRPr sz="1400"/>
            </a:lvl4pPr>
            <a:lvl5pPr>
              <a:defRPr sz="1400"/>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08535582"/>
      </p:ext>
    </p:extLst>
  </p:cSld>
  <p:clrMapOvr>
    <a:masterClrMapping/>
  </p:clrMapOvr>
  <p:extLst>
    <p:ext uri="{DCECCB84-F9BA-43D5-87BE-67443E8EF086}">
      <p15:sldGuideLst xmlns:p15="http://schemas.microsoft.com/office/powerpoint/2012/main">
        <p15:guide id="1" pos="1896">
          <p15:clr>
            <a:srgbClr val="FBAE40"/>
          </p15:clr>
        </p15:guide>
        <p15:guide id="2" pos="2136">
          <p15:clr>
            <a:srgbClr val="FBAE40"/>
          </p15:clr>
        </p15:guide>
        <p15:guide id="3" pos="5545">
          <p15:clr>
            <a:srgbClr val="FBAE40"/>
          </p15:clr>
        </p15:guide>
        <p15:guide id="4" pos="5777">
          <p15:clr>
            <a:srgbClr val="FBAE40"/>
          </p15:clr>
        </p15:guide>
        <p15:guide id="5" pos="3720">
          <p15:clr>
            <a:srgbClr val="FBAE40"/>
          </p15:clr>
        </p15:guide>
        <p15:guide id="6" pos="396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ubtitle-B + Title Only">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a:xfrm>
            <a:off x="512063" y="457200"/>
            <a:ext cx="11184423" cy="555813"/>
          </a:xfrm>
        </p:spPr>
        <p:txBody>
          <a:bodyPr vert="horz"/>
          <a:lstStyle/>
          <a:p>
            <a:r>
              <a:rPr lang="en-US"/>
              <a:t>Slide title; Arial 32pt bold, sentence case (1 line)</a:t>
            </a:r>
          </a:p>
        </p:txBody>
      </p:sp>
      <p:sp>
        <p:nvSpPr>
          <p:cNvPr id="10" name="Text Placeholder 2">
            <a:extLst>
              <a:ext uri="{FF2B5EF4-FFF2-40B4-BE49-F238E27FC236}">
                <a16:creationId xmlns:a16="http://schemas.microsoft.com/office/drawing/2014/main" id="{A96AF473-C2CF-6B47-84F7-6E0E41A10BCD}"/>
              </a:ext>
            </a:extLst>
          </p:cNvPr>
          <p:cNvSpPr>
            <a:spLocks noGrp="1"/>
          </p:cNvSpPr>
          <p:nvPr>
            <p:ph type="body" idx="12" hasCustomPrompt="1"/>
          </p:nvPr>
        </p:nvSpPr>
        <p:spPr>
          <a:xfrm>
            <a:off x="512064" y="105156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Slide subtitle; Arial 20pt bold, sentence case (1 line)</a:t>
            </a:r>
          </a:p>
        </p:txBody>
      </p:sp>
    </p:spTree>
    <p:extLst>
      <p:ext uri="{BB962C8B-B14F-4D97-AF65-F5344CB8AC3E}">
        <p14:creationId xmlns:p14="http://schemas.microsoft.com/office/powerpoint/2010/main" val="425122222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ubtitle-B + Title Only Light Blue">
    <p:bg>
      <p:bgPr>
        <a:solidFill>
          <a:srgbClr val="F0F7FF"/>
        </a:solidFill>
        <a:effectLst/>
      </p:bgPr>
    </p:bg>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a:xfrm>
            <a:off x="512063" y="457200"/>
            <a:ext cx="11184423" cy="555813"/>
          </a:xfrm>
        </p:spPr>
        <p:txBody>
          <a:bodyPr vert="horz"/>
          <a:lstStyle/>
          <a:p>
            <a:r>
              <a:rPr lang="en-US"/>
              <a:t>Slide title; Arial 32pt bold, sentence case (1 line)</a:t>
            </a:r>
          </a:p>
        </p:txBody>
      </p:sp>
      <p:sp>
        <p:nvSpPr>
          <p:cNvPr id="10" name="Text Placeholder 2">
            <a:extLst>
              <a:ext uri="{FF2B5EF4-FFF2-40B4-BE49-F238E27FC236}">
                <a16:creationId xmlns:a16="http://schemas.microsoft.com/office/drawing/2014/main" id="{A96AF473-C2CF-6B47-84F7-6E0E41A10BCD}"/>
              </a:ext>
            </a:extLst>
          </p:cNvPr>
          <p:cNvSpPr>
            <a:spLocks noGrp="1"/>
          </p:cNvSpPr>
          <p:nvPr>
            <p:ph type="body" idx="12" hasCustomPrompt="1"/>
          </p:nvPr>
        </p:nvSpPr>
        <p:spPr>
          <a:xfrm>
            <a:off x="512064" y="105156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Slide subtitle; Arial 20pt bold, sentence case (1 line)</a:t>
            </a:r>
          </a:p>
        </p:txBody>
      </p:sp>
    </p:spTree>
    <p:extLst>
      <p:ext uri="{BB962C8B-B14F-4D97-AF65-F5344CB8AC3E}">
        <p14:creationId xmlns:p14="http://schemas.microsoft.com/office/powerpoint/2010/main" val="69326211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ubtitle-B + Content on Blue Lef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73B866B-F8DF-9344-BC29-1D15C9490777}"/>
              </a:ext>
            </a:extLst>
          </p:cNvPr>
          <p:cNvSpPr/>
          <p:nvPr/>
        </p:nvSpPr>
        <p:spPr>
          <a:xfrm>
            <a:off x="0" y="0"/>
            <a:ext cx="4382814" cy="685800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4838700" y="6374651"/>
            <a:ext cx="3839134"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a:xfrm>
            <a:off x="512064" y="457201"/>
            <a:ext cx="3412236" cy="594360"/>
          </a:xfrm>
        </p:spPr>
        <p:txBody>
          <a:bodyPr vert="horz"/>
          <a:lstStyle>
            <a:lvl1pPr>
              <a:defRPr>
                <a:solidFill>
                  <a:schemeClr val="bg1"/>
                </a:solidFill>
              </a:defRPr>
            </a:lvl1pPr>
          </a:lstStyle>
          <a:p>
            <a:r>
              <a:rPr lang="en-US"/>
              <a:t>Short slide title</a:t>
            </a:r>
          </a:p>
        </p:txBody>
      </p:sp>
      <p:sp>
        <p:nvSpPr>
          <p:cNvPr id="11" name="Text Placeholder 2">
            <a:extLst>
              <a:ext uri="{FF2B5EF4-FFF2-40B4-BE49-F238E27FC236}">
                <a16:creationId xmlns:a16="http://schemas.microsoft.com/office/drawing/2014/main" id="{09B89761-8DE0-C74E-8229-82DCFB7CCA0E}"/>
              </a:ext>
            </a:extLst>
          </p:cNvPr>
          <p:cNvSpPr>
            <a:spLocks noGrp="1"/>
          </p:cNvSpPr>
          <p:nvPr>
            <p:ph type="body" idx="14" hasCustomPrompt="1"/>
          </p:nvPr>
        </p:nvSpPr>
        <p:spPr>
          <a:xfrm>
            <a:off x="512064" y="1051560"/>
            <a:ext cx="3412236"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Short slide subtitle</a:t>
            </a:r>
          </a:p>
        </p:txBody>
      </p:sp>
      <p:sp>
        <p:nvSpPr>
          <p:cNvPr id="20" name="Text Placeholder 19">
            <a:extLst>
              <a:ext uri="{FF2B5EF4-FFF2-40B4-BE49-F238E27FC236}">
                <a16:creationId xmlns:a16="http://schemas.microsoft.com/office/drawing/2014/main" id="{FA4A34C6-AA67-B74C-9387-5C2077CE6A33}"/>
              </a:ext>
            </a:extLst>
          </p:cNvPr>
          <p:cNvSpPr>
            <a:spLocks noGrp="1"/>
          </p:cNvSpPr>
          <p:nvPr>
            <p:ph type="body" sz="quarter" idx="15" hasCustomPrompt="1"/>
          </p:nvPr>
        </p:nvSpPr>
        <p:spPr>
          <a:xfrm>
            <a:off x="512064" y="2514590"/>
            <a:ext cx="3411537" cy="359093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type text. To activate sub-level formatting, place cursor at beginning of text/line and hit tab or shift tab.</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p:cNvSpPr>
            <a:spLocks noGrp="1"/>
          </p:cNvSpPr>
          <p:nvPr>
            <p:ph sz="half" idx="1" hasCustomPrompt="1"/>
          </p:nvPr>
        </p:nvSpPr>
        <p:spPr>
          <a:xfrm>
            <a:off x="4838700" y="470636"/>
            <a:ext cx="6861175" cy="5634889"/>
          </a:xfrm>
        </p:spPr>
        <p:txBody>
          <a:bodyPr/>
          <a:lstStyle>
            <a:lvl1pPr>
              <a:defRPr>
                <a:solidFill>
                  <a:srgbClr val="272524"/>
                </a:solidFill>
              </a:defRPr>
            </a:lvl1pPr>
            <a:lvl2pPr>
              <a:defRPr>
                <a:solidFill>
                  <a:srgbClr val="272524"/>
                </a:solidFill>
              </a:defRPr>
            </a:lvl2pPr>
            <a:lvl3pPr>
              <a:defRPr>
                <a:solidFill>
                  <a:srgbClr val="272524"/>
                </a:solidFill>
              </a:defRPr>
            </a:lvl3pPr>
            <a:lvl4pPr>
              <a:defRPr>
                <a:solidFill>
                  <a:srgbClr val="272524"/>
                </a:solidFill>
              </a:defRPr>
            </a:lvl4pPr>
            <a:lvl5pPr>
              <a:defRPr>
                <a:solidFill>
                  <a:srgbClr val="272524"/>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8289368"/>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4" pos="3048">
          <p15:clr>
            <a:srgbClr val="FBAE40"/>
          </p15:clr>
        </p15:guide>
        <p15:guide id="5" orient="horz" pos="1576">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ubtitle-B + Content on Blue Righ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73B866B-F8DF-9344-BC29-1D15C9490777}"/>
              </a:ext>
            </a:extLst>
          </p:cNvPr>
          <p:cNvSpPr/>
          <p:nvPr/>
        </p:nvSpPr>
        <p:spPr>
          <a:xfrm>
            <a:off x="4381500" y="0"/>
            <a:ext cx="7810500" cy="685800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4838700" y="6374651"/>
            <a:ext cx="3839134"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a:xfrm>
            <a:off x="512064" y="457201"/>
            <a:ext cx="3412236" cy="594360"/>
          </a:xfrm>
        </p:spPr>
        <p:txBody>
          <a:bodyPr vert="horz"/>
          <a:lstStyle>
            <a:lvl1pPr>
              <a:defRPr>
                <a:solidFill>
                  <a:schemeClr val="tx1"/>
                </a:solidFill>
              </a:defRPr>
            </a:lvl1pPr>
          </a:lstStyle>
          <a:p>
            <a:r>
              <a:rPr lang="en-US"/>
              <a:t>Short slide title</a:t>
            </a:r>
          </a:p>
        </p:txBody>
      </p:sp>
      <p:sp>
        <p:nvSpPr>
          <p:cNvPr id="11" name="Text Placeholder 2">
            <a:extLst>
              <a:ext uri="{FF2B5EF4-FFF2-40B4-BE49-F238E27FC236}">
                <a16:creationId xmlns:a16="http://schemas.microsoft.com/office/drawing/2014/main" id="{09B89761-8DE0-C74E-8229-82DCFB7CCA0E}"/>
              </a:ext>
            </a:extLst>
          </p:cNvPr>
          <p:cNvSpPr>
            <a:spLocks noGrp="1"/>
          </p:cNvSpPr>
          <p:nvPr>
            <p:ph type="body" idx="14" hasCustomPrompt="1"/>
          </p:nvPr>
        </p:nvSpPr>
        <p:spPr>
          <a:xfrm>
            <a:off x="512064" y="1051560"/>
            <a:ext cx="3412236"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Short slide subtitle</a:t>
            </a:r>
          </a:p>
        </p:txBody>
      </p:sp>
      <p:sp>
        <p:nvSpPr>
          <p:cNvPr id="14" name="Text Placeholder 19">
            <a:extLst>
              <a:ext uri="{FF2B5EF4-FFF2-40B4-BE49-F238E27FC236}">
                <a16:creationId xmlns:a16="http://schemas.microsoft.com/office/drawing/2014/main" id="{063F2128-9DD7-7445-8E1E-1AA47BED6A54}"/>
              </a:ext>
            </a:extLst>
          </p:cNvPr>
          <p:cNvSpPr>
            <a:spLocks noGrp="1"/>
          </p:cNvSpPr>
          <p:nvPr>
            <p:ph type="body" sz="quarter" idx="15" hasCustomPrompt="1"/>
          </p:nvPr>
        </p:nvSpPr>
        <p:spPr>
          <a:xfrm>
            <a:off x="512064" y="2514590"/>
            <a:ext cx="3411537" cy="3590935"/>
          </a:xfrm>
        </p:spPr>
        <p:txBody>
          <a:bodyPr/>
          <a:lstStyle>
            <a:lvl1pPr>
              <a:defRPr>
                <a:solidFill>
                  <a:srgbClr val="272524"/>
                </a:solidFill>
              </a:defRPr>
            </a:lvl1pPr>
            <a:lvl2pPr>
              <a:defRPr>
                <a:solidFill>
                  <a:srgbClr val="272524"/>
                </a:solidFill>
              </a:defRPr>
            </a:lvl2pPr>
            <a:lvl3pPr>
              <a:defRPr>
                <a:solidFill>
                  <a:srgbClr val="272524"/>
                </a:solidFill>
              </a:defRPr>
            </a:lvl3pPr>
            <a:lvl4pPr>
              <a:defRPr>
                <a:solidFill>
                  <a:srgbClr val="272524"/>
                </a:solidFill>
              </a:defRPr>
            </a:lvl4pPr>
            <a:lvl5pPr>
              <a:defRPr>
                <a:solidFill>
                  <a:srgbClr val="272524"/>
                </a:solidFill>
              </a:defRPr>
            </a:lvl5pPr>
          </a:lstStyle>
          <a:p>
            <a:pPr lvl="0"/>
            <a:r>
              <a:rPr lang="en-US"/>
              <a:t>Click to type text. To activate sub-level formatting, place cursor at beginning of text/line and hit tab or shift tab.</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05BA47CF-4C75-114D-925E-3DEE36B0B108}"/>
              </a:ext>
            </a:extLst>
          </p:cNvPr>
          <p:cNvSpPr>
            <a:spLocks noGrp="1"/>
          </p:cNvSpPr>
          <p:nvPr>
            <p:ph sz="half" idx="1" hasCustomPrompt="1"/>
          </p:nvPr>
        </p:nvSpPr>
        <p:spPr>
          <a:xfrm>
            <a:off x="4838700" y="470636"/>
            <a:ext cx="6861175" cy="563488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74259784"/>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4" pos="3048">
          <p15:clr>
            <a:srgbClr val="FBAE40"/>
          </p15:clr>
        </p15:guide>
        <p15:guide id="5" orient="horz" pos="1576">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Subtitle-B +  Content Blue">
    <p:bg>
      <p:bgPr>
        <a:solidFill>
          <a:schemeClr val="tx1"/>
        </a:solidFill>
        <a:effectLst/>
      </p:bgPr>
    </p:bg>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00755A1-263A-3047-860B-B811081C9CD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er Placeholder 6">
            <a:extLst>
              <a:ext uri="{FF2B5EF4-FFF2-40B4-BE49-F238E27FC236}">
                <a16:creationId xmlns:a16="http://schemas.microsoft.com/office/drawing/2014/main" id="{AF8D8092-2468-D648-A089-3B1A9527298B}"/>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3" name="Footnote Placeholder">
            <a:extLst>
              <a:ext uri="{FF2B5EF4-FFF2-40B4-BE49-F238E27FC236}">
                <a16:creationId xmlns:a16="http://schemas.microsoft.com/office/drawing/2014/main" id="{5157959E-651B-B14F-BA5B-24DA1DB08587}"/>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a:xfrm>
            <a:off x="512063" y="457200"/>
            <a:ext cx="11184423" cy="555813"/>
          </a:xfrm>
        </p:spPr>
        <p:txBody>
          <a:bodyPr vert="horz"/>
          <a:lstStyle>
            <a:lvl1pPr>
              <a:defRPr>
                <a:solidFill>
                  <a:schemeClr val="bg1"/>
                </a:solidFill>
              </a:defRPr>
            </a:lvl1pPr>
          </a:lstStyle>
          <a:p>
            <a:r>
              <a:rPr lang="en-US"/>
              <a:t>Slide title; Arial 32pt bold, sentence case (1 line)</a:t>
            </a:r>
          </a:p>
        </p:txBody>
      </p:sp>
      <p:sp>
        <p:nvSpPr>
          <p:cNvPr id="10" name="Text Placeholder 2">
            <a:extLst>
              <a:ext uri="{FF2B5EF4-FFF2-40B4-BE49-F238E27FC236}">
                <a16:creationId xmlns:a16="http://schemas.microsoft.com/office/drawing/2014/main" id="{F29F3FD6-A58A-E748-A11A-7D0F672AD0A7}"/>
              </a:ext>
            </a:extLst>
          </p:cNvPr>
          <p:cNvSpPr>
            <a:spLocks noGrp="1"/>
          </p:cNvSpPr>
          <p:nvPr>
            <p:ph type="body" idx="12" hasCustomPrompt="1"/>
          </p:nvPr>
        </p:nvSpPr>
        <p:spPr>
          <a:xfrm>
            <a:off x="512064" y="105156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Slide subtitle; Arial 20pt bold, sentence case (1 line)</a:t>
            </a:r>
          </a:p>
        </p:txBody>
      </p:sp>
      <p:sp>
        <p:nvSpPr>
          <p:cNvPr id="3" name="Content Placeholder 2"/>
          <p:cNvSpPr>
            <a:spLocks noGrp="1"/>
          </p:cNvSpPr>
          <p:nvPr>
            <p:ph idx="1" hasCustomPrompt="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927050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ubtitle-B + Two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a:xfrm>
            <a:off x="512063" y="457200"/>
            <a:ext cx="11184423" cy="555813"/>
          </a:xfrm>
        </p:spPr>
        <p:txBody>
          <a:bodyPr vert="horz"/>
          <a:lstStyle>
            <a:lvl1pPr>
              <a:defRPr>
                <a:solidFill>
                  <a:schemeClr val="bg1"/>
                </a:solidFill>
              </a:defRPr>
            </a:lvl1pPr>
          </a:lstStyle>
          <a:p>
            <a:r>
              <a:rPr lang="en-US"/>
              <a:t>Slide title; Arial 32pt bold, sentence case (1 line)</a:t>
            </a:r>
          </a:p>
        </p:txBody>
      </p:sp>
      <p:sp>
        <p:nvSpPr>
          <p:cNvPr id="11" name="Text Placeholder 2">
            <a:extLst>
              <a:ext uri="{FF2B5EF4-FFF2-40B4-BE49-F238E27FC236}">
                <a16:creationId xmlns:a16="http://schemas.microsoft.com/office/drawing/2014/main" id="{4F286C39-0E82-734F-AB13-0063DC613DC8}"/>
              </a:ext>
            </a:extLst>
          </p:cNvPr>
          <p:cNvSpPr>
            <a:spLocks noGrp="1"/>
          </p:cNvSpPr>
          <p:nvPr>
            <p:ph type="body" idx="13" hasCustomPrompt="1"/>
          </p:nvPr>
        </p:nvSpPr>
        <p:spPr>
          <a:xfrm>
            <a:off x="512064" y="105156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Slide subtitle; Arial 20pt bold, sentence case (1 line)</a:t>
            </a:r>
          </a:p>
        </p:txBody>
      </p:sp>
      <p:sp>
        <p:nvSpPr>
          <p:cNvPr id="3" name="Content Placeholder 2"/>
          <p:cNvSpPr>
            <a:spLocks noGrp="1"/>
          </p:cNvSpPr>
          <p:nvPr>
            <p:ph sz="half" idx="1" hasCustomPrompt="1"/>
          </p:nvPr>
        </p:nvSpPr>
        <p:spPr>
          <a:xfrm>
            <a:off x="512063" y="1698625"/>
            <a:ext cx="5350855"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349019" y="1698625"/>
            <a:ext cx="5350855"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98693906"/>
      </p:ext>
    </p:extLst>
  </p:cSld>
  <p:clrMapOvr>
    <a:masterClrMapping/>
  </p:clrMapOvr>
  <p:extLst>
    <p:ext uri="{DCECCB84-F9BA-43D5-87BE-67443E8EF086}">
      <p15:sldGuideLst xmlns:p15="http://schemas.microsoft.com/office/powerpoint/2012/main">
        <p15:guide id="1" pos="3696">
          <p15:clr>
            <a:srgbClr val="FBAE40"/>
          </p15:clr>
        </p15:guide>
        <p15:guide id="2" pos="3994">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Subtitle-B + Three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a:xfrm>
            <a:off x="512063" y="457200"/>
            <a:ext cx="11184423" cy="555813"/>
          </a:xfrm>
        </p:spPr>
        <p:txBody>
          <a:bodyPr vert="horz"/>
          <a:lstStyle>
            <a:lvl1pPr>
              <a:defRPr>
                <a:solidFill>
                  <a:schemeClr val="bg1"/>
                </a:solidFill>
              </a:defRPr>
            </a:lvl1pPr>
          </a:lstStyle>
          <a:p>
            <a:r>
              <a:rPr lang="en-US"/>
              <a:t>Slide title; Arial 32pt bold, sentence case (1 line)</a:t>
            </a:r>
          </a:p>
        </p:txBody>
      </p:sp>
      <p:sp>
        <p:nvSpPr>
          <p:cNvPr id="11" name="Text Placeholder 2">
            <a:extLst>
              <a:ext uri="{FF2B5EF4-FFF2-40B4-BE49-F238E27FC236}">
                <a16:creationId xmlns:a16="http://schemas.microsoft.com/office/drawing/2014/main" id="{6474099B-156D-7348-B7A4-5FB85DB30944}"/>
              </a:ext>
            </a:extLst>
          </p:cNvPr>
          <p:cNvSpPr>
            <a:spLocks noGrp="1"/>
          </p:cNvSpPr>
          <p:nvPr>
            <p:ph type="body" idx="14" hasCustomPrompt="1"/>
          </p:nvPr>
        </p:nvSpPr>
        <p:spPr>
          <a:xfrm>
            <a:off x="512064" y="105156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Slide subtitle; Arial 20pt bold, sentence case (1 line)</a:t>
            </a:r>
          </a:p>
        </p:txBody>
      </p:sp>
      <p:sp>
        <p:nvSpPr>
          <p:cNvPr id="3" name="Content Placeholder 2"/>
          <p:cNvSpPr>
            <a:spLocks noGrp="1"/>
          </p:cNvSpPr>
          <p:nvPr>
            <p:ph sz="half" idx="1" hasCustomPrompt="1"/>
          </p:nvPr>
        </p:nvSpPr>
        <p:spPr>
          <a:xfrm>
            <a:off x="512063" y="1698625"/>
            <a:ext cx="3411513"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4390247" y="1698625"/>
            <a:ext cx="3421479"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8278396" y="1698625"/>
            <a:ext cx="3421479"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726091"/>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3" pos="4920">
          <p15:clr>
            <a:srgbClr val="FBAE40"/>
          </p15:clr>
        </p15:guide>
        <p15:guide id="4" pos="5208">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Subtitle-B + Four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a:xfrm>
            <a:off x="512063" y="457200"/>
            <a:ext cx="11184423" cy="555813"/>
          </a:xfrm>
        </p:spPr>
        <p:txBody>
          <a:bodyPr vert="horz"/>
          <a:lstStyle>
            <a:lvl1pPr>
              <a:defRPr>
                <a:solidFill>
                  <a:schemeClr val="bg1"/>
                </a:solidFill>
              </a:defRPr>
            </a:lvl1pPr>
          </a:lstStyle>
          <a:p>
            <a:r>
              <a:rPr lang="en-US"/>
              <a:t>Slide title; Arial 32pt bold, sentence case (1 line)</a:t>
            </a:r>
          </a:p>
        </p:txBody>
      </p:sp>
      <p:sp>
        <p:nvSpPr>
          <p:cNvPr id="13" name="Text Placeholder 2">
            <a:extLst>
              <a:ext uri="{FF2B5EF4-FFF2-40B4-BE49-F238E27FC236}">
                <a16:creationId xmlns:a16="http://schemas.microsoft.com/office/drawing/2014/main" id="{804B53DC-1086-544D-9442-160B5564CE8C}"/>
              </a:ext>
            </a:extLst>
          </p:cNvPr>
          <p:cNvSpPr>
            <a:spLocks noGrp="1"/>
          </p:cNvSpPr>
          <p:nvPr>
            <p:ph type="body" idx="15" hasCustomPrompt="1"/>
          </p:nvPr>
        </p:nvSpPr>
        <p:spPr>
          <a:xfrm>
            <a:off x="512064" y="105156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Slide subtitle; Arial 20pt bold, sentence case (1 line)</a:t>
            </a:r>
          </a:p>
        </p:txBody>
      </p:sp>
      <p:sp>
        <p:nvSpPr>
          <p:cNvPr id="3" name="Content Placeholder 2"/>
          <p:cNvSpPr>
            <a:spLocks noGrp="1"/>
          </p:cNvSpPr>
          <p:nvPr>
            <p:ph sz="half" idx="1" hasCustomPrompt="1"/>
          </p:nvPr>
        </p:nvSpPr>
        <p:spPr>
          <a:xfrm>
            <a:off x="512063" y="1698625"/>
            <a:ext cx="2512665"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3394922" y="1698625"/>
            <a:ext cx="2522219"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6287335" y="1698625"/>
            <a:ext cx="2516188"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19" name="Content Placeholder 3">
            <a:extLst>
              <a:ext uri="{FF2B5EF4-FFF2-40B4-BE49-F238E27FC236}">
                <a16:creationId xmlns:a16="http://schemas.microsoft.com/office/drawing/2014/main" id="{5723D646-D659-4940-866D-282EF0E20D7A}"/>
              </a:ext>
            </a:extLst>
          </p:cNvPr>
          <p:cNvSpPr>
            <a:spLocks noGrp="1"/>
          </p:cNvSpPr>
          <p:nvPr>
            <p:ph sz="half" idx="14" hasCustomPrompt="1"/>
          </p:nvPr>
        </p:nvSpPr>
        <p:spPr>
          <a:xfrm>
            <a:off x="9173716" y="1698625"/>
            <a:ext cx="2516188"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69534253"/>
      </p:ext>
    </p:extLst>
  </p:cSld>
  <p:clrMapOvr>
    <a:masterClrMapping/>
  </p:clrMapOvr>
  <p:extLst>
    <p:ext uri="{DCECCB84-F9BA-43D5-87BE-67443E8EF086}">
      <p15:sldGuideLst xmlns:p15="http://schemas.microsoft.com/office/powerpoint/2012/main">
        <p15:guide id="1" pos="1896">
          <p15:clr>
            <a:srgbClr val="FBAE40"/>
          </p15:clr>
        </p15:guide>
        <p15:guide id="2" pos="2136">
          <p15:clr>
            <a:srgbClr val="FBAE40"/>
          </p15:clr>
        </p15:guide>
        <p15:guide id="3" pos="5545">
          <p15:clr>
            <a:srgbClr val="FBAE40"/>
          </p15:clr>
        </p15:guide>
        <p15:guide id="4" pos="5777">
          <p15:clr>
            <a:srgbClr val="FBAE40"/>
          </p15:clr>
        </p15:guide>
        <p15:guide id="5" pos="3720">
          <p15:clr>
            <a:srgbClr val="FBAE40"/>
          </p15:clr>
        </p15:guide>
        <p15:guide id="6" pos="396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Subtitle-B + Title Only Blue">
    <p:bg>
      <p:bgPr>
        <a:solidFill>
          <a:schemeClr val="tx1"/>
        </a:solidFill>
        <a:effectLst/>
      </p:bgPr>
    </p:bg>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a:xfrm>
            <a:off x="512063" y="457200"/>
            <a:ext cx="11184423" cy="555813"/>
          </a:xfrm>
        </p:spPr>
        <p:txBody>
          <a:bodyPr vert="horz"/>
          <a:lstStyle>
            <a:lvl1pPr>
              <a:defRPr>
                <a:solidFill>
                  <a:schemeClr val="bg1"/>
                </a:solidFill>
              </a:defRPr>
            </a:lvl1pPr>
          </a:lstStyle>
          <a:p>
            <a:r>
              <a:rPr lang="en-US"/>
              <a:t>Slide title; Arial 32pt bold, sentence case (1 line)</a:t>
            </a:r>
          </a:p>
        </p:txBody>
      </p:sp>
      <p:sp>
        <p:nvSpPr>
          <p:cNvPr id="10" name="Text Placeholder 2">
            <a:extLst>
              <a:ext uri="{FF2B5EF4-FFF2-40B4-BE49-F238E27FC236}">
                <a16:creationId xmlns:a16="http://schemas.microsoft.com/office/drawing/2014/main" id="{4E3BD865-48DE-664B-B59C-69BE9486EDEB}"/>
              </a:ext>
            </a:extLst>
          </p:cNvPr>
          <p:cNvSpPr>
            <a:spLocks noGrp="1"/>
          </p:cNvSpPr>
          <p:nvPr>
            <p:ph type="body" idx="12" hasCustomPrompt="1"/>
          </p:nvPr>
        </p:nvSpPr>
        <p:spPr>
          <a:xfrm>
            <a:off x="512064" y="105156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Slide subtitle; Arial 20pt bold, sentence case (1 line)</a:t>
            </a:r>
          </a:p>
        </p:txBody>
      </p:sp>
    </p:spTree>
    <p:extLst>
      <p:ext uri="{BB962C8B-B14F-4D97-AF65-F5344CB8AC3E}">
        <p14:creationId xmlns:p14="http://schemas.microsoft.com/office/powerpoint/2010/main" val="44146129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Special layou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ZoneTexte 2">
            <a:extLst>
              <a:ext uri="{FF2B5EF4-FFF2-40B4-BE49-F238E27FC236}">
                <a16:creationId xmlns:a16="http://schemas.microsoft.com/office/drawing/2014/main" id="{9187A733-2828-FF4D-A1DC-7E7D7BF66120}"/>
              </a:ext>
            </a:extLst>
          </p:cNvPr>
          <p:cNvSpPr txBox="1"/>
          <p:nvPr/>
        </p:nvSpPr>
        <p:spPr>
          <a:xfrm>
            <a:off x="2" y="2690337"/>
            <a:ext cx="12191999" cy="1477328"/>
          </a:xfrm>
          <a:prstGeom prst="rect">
            <a:avLst/>
          </a:prstGeom>
          <a:noFill/>
        </p:spPr>
        <p:txBody>
          <a:bodyPr wrap="square" lIns="337500" rIns="337500" rtlCol="0" anchor="ctr" anchorCtr="0">
            <a:spAutoFit/>
          </a:bodyPr>
          <a:lstStyle/>
          <a:p>
            <a:pPr algn="ctr"/>
            <a:r>
              <a:rPr lang="en-CA" sz="9000" i="0" noProof="0">
                <a:solidFill>
                  <a:schemeClr val="tx2"/>
                </a:solidFill>
                <a:latin typeface="+mn-lt"/>
              </a:rPr>
              <a:t>Special layouts</a:t>
            </a:r>
          </a:p>
        </p:txBody>
      </p:sp>
    </p:spTree>
    <p:extLst>
      <p:ext uri="{BB962C8B-B14F-4D97-AF65-F5344CB8AC3E}">
        <p14:creationId xmlns:p14="http://schemas.microsoft.com/office/powerpoint/2010/main" val="95783000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Intro 2 Presenter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AEAF8F1-C826-6F47-BE7A-44717A37D861}"/>
              </a:ext>
            </a:extLst>
          </p:cNvPr>
          <p:cNvSpPr/>
          <p:nvPr/>
        </p:nvSpPr>
        <p:spPr>
          <a:xfrm>
            <a:off x="0" y="3666565"/>
            <a:ext cx="12192000" cy="3191436"/>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b"/>
          <a:lstStyle/>
          <a:p>
            <a:pPr algn="ctr"/>
            <a:endParaRPr lang="en-US">
              <a:latin typeface="Arial" panose="020B0604020202020204" pitchFamily="34" charset="0"/>
              <a:cs typeface="Arial" panose="020B0604020202020204" pitchFamily="34" charset="0"/>
            </a:endParaRPr>
          </a:p>
        </p:txBody>
      </p:sp>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0" name="Text Placeholder 2">
            <a:extLst>
              <a:ext uri="{FF2B5EF4-FFF2-40B4-BE49-F238E27FC236}">
                <a16:creationId xmlns:a16="http://schemas.microsoft.com/office/drawing/2014/main" id="{A96AF473-C2CF-6B47-84F7-6E0E41A10BCD}"/>
              </a:ext>
            </a:extLst>
          </p:cNvPr>
          <p:cNvSpPr>
            <a:spLocks noGrp="1"/>
          </p:cNvSpPr>
          <p:nvPr>
            <p:ph type="body" idx="12" hasCustomPrompt="1"/>
          </p:nvPr>
        </p:nvSpPr>
        <p:spPr>
          <a:xfrm>
            <a:off x="512064" y="42134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Slide title; Arial 20pt bold, sentence case (1 line)</a:t>
            </a:r>
          </a:p>
        </p:txBody>
      </p:sp>
      <p:sp>
        <p:nvSpPr>
          <p:cNvPr id="21" name="Text Placeholder 20">
            <a:extLst>
              <a:ext uri="{FF2B5EF4-FFF2-40B4-BE49-F238E27FC236}">
                <a16:creationId xmlns:a16="http://schemas.microsoft.com/office/drawing/2014/main" id="{83520AB0-B15D-4644-8232-A1DA7A34C60E}"/>
              </a:ext>
            </a:extLst>
          </p:cNvPr>
          <p:cNvSpPr>
            <a:spLocks noGrp="1"/>
          </p:cNvSpPr>
          <p:nvPr>
            <p:ph type="body" sz="quarter" idx="15" hasCustomPrompt="1"/>
          </p:nvPr>
        </p:nvSpPr>
        <p:spPr>
          <a:xfrm>
            <a:off x="2549141" y="1909334"/>
            <a:ext cx="2740035" cy="1102154"/>
          </a:xfrm>
        </p:spPr>
        <p:txBody>
          <a:bodyPr/>
          <a:lstStyle>
            <a:lvl1pPr>
              <a:defRPr sz="2400" b="1"/>
            </a:lvl1pPr>
            <a:lvl2pPr marL="0" indent="0">
              <a:buNone/>
              <a:defRPr sz="1400">
                <a:solidFill>
                  <a:schemeClr val="accent1"/>
                </a:solidFill>
              </a:defRPr>
            </a:lvl2pPr>
          </a:lstStyle>
          <a:p>
            <a:pPr lvl="0"/>
            <a:r>
              <a:rPr lang="en-US"/>
              <a:t>First </a:t>
            </a:r>
            <a:r>
              <a:rPr lang="en-US" err="1"/>
              <a:t>Lastname</a:t>
            </a:r>
            <a:endParaRPr lang="en-US"/>
          </a:p>
          <a:p>
            <a:pPr lvl="1"/>
            <a:r>
              <a:rPr lang="en-US"/>
              <a:t>Add title</a:t>
            </a:r>
          </a:p>
        </p:txBody>
      </p:sp>
      <p:sp>
        <p:nvSpPr>
          <p:cNvPr id="23" name="Text Placeholder 20">
            <a:extLst>
              <a:ext uri="{FF2B5EF4-FFF2-40B4-BE49-F238E27FC236}">
                <a16:creationId xmlns:a16="http://schemas.microsoft.com/office/drawing/2014/main" id="{A186D89A-9D30-6C4F-925D-4091D0F3D93A}"/>
              </a:ext>
            </a:extLst>
          </p:cNvPr>
          <p:cNvSpPr>
            <a:spLocks noGrp="1"/>
          </p:cNvSpPr>
          <p:nvPr>
            <p:ph type="body" sz="quarter" idx="17" hasCustomPrompt="1"/>
          </p:nvPr>
        </p:nvSpPr>
        <p:spPr>
          <a:xfrm>
            <a:off x="8501706" y="1909334"/>
            <a:ext cx="2740035" cy="1102154"/>
          </a:xfrm>
        </p:spPr>
        <p:txBody>
          <a:bodyPr/>
          <a:lstStyle>
            <a:lvl1pPr>
              <a:defRPr sz="2400" b="1"/>
            </a:lvl1pPr>
            <a:lvl2pPr marL="0" indent="0">
              <a:buNone/>
              <a:defRPr sz="1400">
                <a:solidFill>
                  <a:schemeClr val="accent1"/>
                </a:solidFill>
              </a:defRPr>
            </a:lvl2pPr>
          </a:lstStyle>
          <a:p>
            <a:pPr lvl="0"/>
            <a:r>
              <a:rPr lang="en-US"/>
              <a:t>First </a:t>
            </a:r>
            <a:r>
              <a:rPr lang="en-US" err="1"/>
              <a:t>Lastname</a:t>
            </a:r>
            <a:endParaRPr lang="en-US"/>
          </a:p>
          <a:p>
            <a:pPr lvl="1"/>
            <a:r>
              <a:rPr lang="en-US"/>
              <a:t>Add title</a:t>
            </a:r>
          </a:p>
        </p:txBody>
      </p:sp>
      <p:sp>
        <p:nvSpPr>
          <p:cNvPr id="18" name="Picture Placeholder 17">
            <a:extLst>
              <a:ext uri="{FF2B5EF4-FFF2-40B4-BE49-F238E27FC236}">
                <a16:creationId xmlns:a16="http://schemas.microsoft.com/office/drawing/2014/main" id="{E68A2CBF-6F30-2D4C-BD65-7D6157EA8B3A}"/>
              </a:ext>
            </a:extLst>
          </p:cNvPr>
          <p:cNvSpPr>
            <a:spLocks noGrp="1"/>
          </p:cNvSpPr>
          <p:nvPr>
            <p:ph type="pic" sz="quarter" idx="13" hasCustomPrompt="1"/>
          </p:nvPr>
        </p:nvSpPr>
        <p:spPr>
          <a:xfrm>
            <a:off x="471702" y="1255958"/>
            <a:ext cx="1793168" cy="2014784"/>
          </a:xfrm>
          <a:custGeom>
            <a:avLst/>
            <a:gdLst>
              <a:gd name="connsiteX0" fmla="*/ 896584 w 1793168"/>
              <a:gd name="connsiteY0" fmla="*/ 0 h 2014784"/>
              <a:gd name="connsiteX1" fmla="*/ 1569239 w 1793168"/>
              <a:gd name="connsiteY1" fmla="*/ 261487 h 2014784"/>
              <a:gd name="connsiteX2" fmla="*/ 1793168 w 1793168"/>
              <a:gd name="connsiteY2" fmla="*/ 1007392 h 2014784"/>
              <a:gd name="connsiteX3" fmla="*/ 1569239 w 1793168"/>
              <a:gd name="connsiteY3" fmla="*/ 1753297 h 2014784"/>
              <a:gd name="connsiteX4" fmla="*/ 896584 w 1793168"/>
              <a:gd name="connsiteY4" fmla="*/ 2014784 h 2014784"/>
              <a:gd name="connsiteX5" fmla="*/ 223928 w 1793168"/>
              <a:gd name="connsiteY5" fmla="*/ 1753297 h 2014784"/>
              <a:gd name="connsiteX6" fmla="*/ 0 w 1793168"/>
              <a:gd name="connsiteY6" fmla="*/ 1007392 h 2014784"/>
              <a:gd name="connsiteX7" fmla="*/ 223928 w 1793168"/>
              <a:gd name="connsiteY7" fmla="*/ 261487 h 2014784"/>
              <a:gd name="connsiteX8" fmla="*/ 896584 w 1793168"/>
              <a:gd name="connsiteY8" fmla="*/ 0 h 201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3168" h="2014784">
                <a:moveTo>
                  <a:pt x="896584" y="0"/>
                </a:moveTo>
                <a:cubicBezTo>
                  <a:pt x="1190802" y="0"/>
                  <a:pt x="1417125" y="87983"/>
                  <a:pt x="1569239" y="261487"/>
                </a:cubicBezTo>
                <a:cubicBezTo>
                  <a:pt x="1717872" y="430859"/>
                  <a:pt x="1793168" y="681837"/>
                  <a:pt x="1793168" y="1007392"/>
                </a:cubicBezTo>
                <a:cubicBezTo>
                  <a:pt x="1793168" y="1332946"/>
                  <a:pt x="1717799" y="1583925"/>
                  <a:pt x="1569239" y="1753297"/>
                </a:cubicBezTo>
                <a:cubicBezTo>
                  <a:pt x="1417052" y="1926800"/>
                  <a:pt x="1191093" y="2014784"/>
                  <a:pt x="896584" y="2014784"/>
                </a:cubicBezTo>
                <a:cubicBezTo>
                  <a:pt x="602075" y="2014784"/>
                  <a:pt x="376043" y="1926800"/>
                  <a:pt x="223928" y="1753297"/>
                </a:cubicBezTo>
                <a:cubicBezTo>
                  <a:pt x="75295" y="1583852"/>
                  <a:pt x="0" y="1332946"/>
                  <a:pt x="0" y="1007392"/>
                </a:cubicBezTo>
                <a:cubicBezTo>
                  <a:pt x="0" y="681837"/>
                  <a:pt x="75368" y="430859"/>
                  <a:pt x="223928" y="261487"/>
                </a:cubicBezTo>
                <a:cubicBezTo>
                  <a:pt x="376115" y="87983"/>
                  <a:pt x="602365" y="0"/>
                  <a:pt x="896584" y="0"/>
                </a:cubicBezTo>
                <a:close/>
              </a:path>
            </a:pathLst>
          </a:custGeom>
          <a:solidFill>
            <a:schemeClr val="bg1">
              <a:lumMod val="95000"/>
            </a:schemeClr>
          </a:solidFill>
        </p:spPr>
        <p:txBody>
          <a:bodyPr wrap="square" lIns="0" tIns="457200" anchor="t">
            <a:noAutofit/>
          </a:bodyPr>
          <a:lstStyle>
            <a:lvl1pPr algn="ctr">
              <a:defRPr sz="1200">
                <a:solidFill>
                  <a:srgbClr val="FF0000"/>
                </a:solidFill>
              </a:defRPr>
            </a:lvl1pPr>
          </a:lstStyle>
          <a:p>
            <a:r>
              <a:rPr lang="en-US"/>
              <a:t>Insert person’s photo</a:t>
            </a:r>
          </a:p>
        </p:txBody>
      </p:sp>
      <p:sp>
        <p:nvSpPr>
          <p:cNvPr id="19" name="Picture Placeholder 18">
            <a:extLst>
              <a:ext uri="{FF2B5EF4-FFF2-40B4-BE49-F238E27FC236}">
                <a16:creationId xmlns:a16="http://schemas.microsoft.com/office/drawing/2014/main" id="{1AA6058B-210D-DD48-8898-100F31B78D58}"/>
              </a:ext>
            </a:extLst>
          </p:cNvPr>
          <p:cNvSpPr>
            <a:spLocks noGrp="1"/>
          </p:cNvSpPr>
          <p:nvPr>
            <p:ph type="pic" sz="quarter" idx="14" hasCustomPrompt="1"/>
          </p:nvPr>
        </p:nvSpPr>
        <p:spPr>
          <a:xfrm>
            <a:off x="6447798" y="1255958"/>
            <a:ext cx="1793168" cy="2014784"/>
          </a:xfrm>
          <a:custGeom>
            <a:avLst/>
            <a:gdLst>
              <a:gd name="connsiteX0" fmla="*/ 896584 w 1793168"/>
              <a:gd name="connsiteY0" fmla="*/ 0 h 2014784"/>
              <a:gd name="connsiteX1" fmla="*/ 1569239 w 1793168"/>
              <a:gd name="connsiteY1" fmla="*/ 261487 h 2014784"/>
              <a:gd name="connsiteX2" fmla="*/ 1793168 w 1793168"/>
              <a:gd name="connsiteY2" fmla="*/ 1007392 h 2014784"/>
              <a:gd name="connsiteX3" fmla="*/ 1569239 w 1793168"/>
              <a:gd name="connsiteY3" fmla="*/ 1753297 h 2014784"/>
              <a:gd name="connsiteX4" fmla="*/ 896584 w 1793168"/>
              <a:gd name="connsiteY4" fmla="*/ 2014784 h 2014784"/>
              <a:gd name="connsiteX5" fmla="*/ 223928 w 1793168"/>
              <a:gd name="connsiteY5" fmla="*/ 1753297 h 2014784"/>
              <a:gd name="connsiteX6" fmla="*/ 0 w 1793168"/>
              <a:gd name="connsiteY6" fmla="*/ 1007392 h 2014784"/>
              <a:gd name="connsiteX7" fmla="*/ 223928 w 1793168"/>
              <a:gd name="connsiteY7" fmla="*/ 261487 h 2014784"/>
              <a:gd name="connsiteX8" fmla="*/ 896584 w 1793168"/>
              <a:gd name="connsiteY8" fmla="*/ 0 h 201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3168" h="2014784">
                <a:moveTo>
                  <a:pt x="896584" y="0"/>
                </a:moveTo>
                <a:cubicBezTo>
                  <a:pt x="1190802" y="0"/>
                  <a:pt x="1417125" y="87983"/>
                  <a:pt x="1569239" y="261487"/>
                </a:cubicBezTo>
                <a:cubicBezTo>
                  <a:pt x="1717872" y="430859"/>
                  <a:pt x="1793168" y="681837"/>
                  <a:pt x="1793168" y="1007392"/>
                </a:cubicBezTo>
                <a:cubicBezTo>
                  <a:pt x="1793168" y="1332946"/>
                  <a:pt x="1717799" y="1583925"/>
                  <a:pt x="1569239" y="1753297"/>
                </a:cubicBezTo>
                <a:cubicBezTo>
                  <a:pt x="1417052" y="1926800"/>
                  <a:pt x="1191093" y="2014784"/>
                  <a:pt x="896584" y="2014784"/>
                </a:cubicBezTo>
                <a:cubicBezTo>
                  <a:pt x="602075" y="2014784"/>
                  <a:pt x="376043" y="1926800"/>
                  <a:pt x="223928" y="1753297"/>
                </a:cubicBezTo>
                <a:cubicBezTo>
                  <a:pt x="75295" y="1583852"/>
                  <a:pt x="0" y="1332946"/>
                  <a:pt x="0" y="1007392"/>
                </a:cubicBezTo>
                <a:cubicBezTo>
                  <a:pt x="0" y="681837"/>
                  <a:pt x="75368" y="430859"/>
                  <a:pt x="223928" y="261487"/>
                </a:cubicBezTo>
                <a:cubicBezTo>
                  <a:pt x="376115" y="87983"/>
                  <a:pt x="602365" y="0"/>
                  <a:pt x="896584" y="0"/>
                </a:cubicBezTo>
                <a:close/>
              </a:path>
            </a:pathLst>
          </a:custGeom>
          <a:solidFill>
            <a:schemeClr val="bg1">
              <a:lumMod val="95000"/>
            </a:schemeClr>
          </a:solidFill>
        </p:spPr>
        <p:txBody>
          <a:bodyPr wrap="square" tIns="457200" anchor="t">
            <a:noAutofit/>
          </a:bodyPr>
          <a:lstStyle>
            <a:lvl1pPr algn="ctr">
              <a:defRPr sz="1200">
                <a:solidFill>
                  <a:srgbClr val="FF0000"/>
                </a:solidFill>
              </a:defRPr>
            </a:lvl1pPr>
          </a:lstStyle>
          <a:p>
            <a:r>
              <a:rPr lang="en-US"/>
              <a:t>Insert person’s photo</a:t>
            </a:r>
          </a:p>
        </p:txBody>
      </p:sp>
      <p:sp>
        <p:nvSpPr>
          <p:cNvPr id="25" name="Text Placeholder 24">
            <a:extLst>
              <a:ext uri="{FF2B5EF4-FFF2-40B4-BE49-F238E27FC236}">
                <a16:creationId xmlns:a16="http://schemas.microsoft.com/office/drawing/2014/main" id="{67ECDB41-474A-6442-AFDC-C46B467A134A}"/>
              </a:ext>
            </a:extLst>
          </p:cNvPr>
          <p:cNvSpPr>
            <a:spLocks noGrp="1"/>
          </p:cNvSpPr>
          <p:nvPr>
            <p:ph type="body" sz="quarter" idx="18" hasCustomPrompt="1"/>
          </p:nvPr>
        </p:nvSpPr>
        <p:spPr>
          <a:xfrm>
            <a:off x="512763" y="4016187"/>
            <a:ext cx="11187112" cy="2089337"/>
          </a:xfrm>
        </p:spPr>
        <p:txBody>
          <a:bodyPr/>
          <a:lstStyle>
            <a:lvl1pPr marL="231775" indent="-231775">
              <a:spcBef>
                <a:spcPts val="1000"/>
              </a:spcBef>
              <a:buFont typeface="Arial" panose="020B0604020202020204" pitchFamily="34" charset="0"/>
              <a:buChar char="•"/>
              <a:tabLs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bullet points</a:t>
            </a:r>
          </a:p>
        </p:txBody>
      </p:sp>
    </p:spTree>
    <p:extLst>
      <p:ext uri="{BB962C8B-B14F-4D97-AF65-F5344CB8AC3E}">
        <p14:creationId xmlns:p14="http://schemas.microsoft.com/office/powerpoint/2010/main" val="253744081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Statement with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B008058-B9DB-5E41-ADFA-69BE9568002B}"/>
              </a:ext>
            </a:extLst>
          </p:cNvPr>
          <p:cNvSpPr>
            <a:spLocks noGrp="1"/>
          </p:cNvSpPr>
          <p:nvPr>
            <p:ph type="pic" sz="quarter" idx="13" hasCustomPrompt="1"/>
          </p:nvPr>
        </p:nvSpPr>
        <p:spPr>
          <a:xfrm>
            <a:off x="0" y="0"/>
            <a:ext cx="12192000" cy="6858000"/>
          </a:xfrm>
          <a:solidFill>
            <a:schemeClr val="bg1">
              <a:lumMod val="95000"/>
            </a:schemeClr>
          </a:solidFill>
        </p:spPr>
        <p:txBody>
          <a:bodyPr/>
          <a:lstStyle>
            <a:lvl1pPr>
              <a:defRPr sz="1200">
                <a:solidFill>
                  <a:srgbClr val="FF0000"/>
                </a:solidFill>
              </a:defRPr>
            </a:lvl1pPr>
          </a:lstStyle>
          <a:p>
            <a:r>
              <a:rPr lang="en-US"/>
              <a:t>Bring placeholder to front. Drag picture to placeholder or click icon to add. Send placeholder to back. </a:t>
            </a:r>
            <a:br>
              <a:rPr lang="en-US"/>
            </a:br>
            <a:r>
              <a:rPr lang="en-US"/>
              <a:t>Note that the overlay sits on top of the slide; it will need to be pasted onto any new slide using this layout.</a:t>
            </a:r>
          </a:p>
        </p:txBody>
      </p:sp>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a:xfrm>
            <a:off x="512063" y="815787"/>
            <a:ext cx="6961399" cy="2519084"/>
          </a:xfrm>
        </p:spPr>
        <p:txBody>
          <a:bodyPr vert="horz"/>
          <a:lstStyle>
            <a:lvl1pPr>
              <a:defRPr>
                <a:solidFill>
                  <a:schemeClr val="bg1"/>
                </a:solidFill>
              </a:defRPr>
            </a:lvl1pPr>
          </a:lstStyle>
          <a:p>
            <a:r>
              <a:rPr lang="en-US"/>
              <a:t>Large statement; Arial 32pt bold, sentence case</a:t>
            </a:r>
          </a:p>
        </p:txBody>
      </p:sp>
      <p:sp>
        <p:nvSpPr>
          <p:cNvPr id="10" name="Text Placeholder 2">
            <a:extLst>
              <a:ext uri="{FF2B5EF4-FFF2-40B4-BE49-F238E27FC236}">
                <a16:creationId xmlns:a16="http://schemas.microsoft.com/office/drawing/2014/main" id="{A96AF473-C2CF-6B47-84F7-6E0E41A10BCD}"/>
              </a:ext>
            </a:extLst>
          </p:cNvPr>
          <p:cNvSpPr>
            <a:spLocks noGrp="1"/>
          </p:cNvSpPr>
          <p:nvPr>
            <p:ph type="body" idx="12" hasCustomPrompt="1"/>
          </p:nvPr>
        </p:nvSpPr>
        <p:spPr>
          <a:xfrm>
            <a:off x="512064" y="421340"/>
            <a:ext cx="6961398" cy="295276"/>
          </a:xfrm>
        </p:spPr>
        <p:txBody>
          <a:bodyPr anchor="b"/>
          <a:lstStyle>
            <a:lvl1pPr marL="0" inden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Slide subtitle; Arial 20pt bold, sentence case (1 line)</a:t>
            </a:r>
          </a:p>
        </p:txBody>
      </p:sp>
    </p:spTree>
    <p:extLst>
      <p:ext uri="{BB962C8B-B14F-4D97-AF65-F5344CB8AC3E}">
        <p14:creationId xmlns:p14="http://schemas.microsoft.com/office/powerpoint/2010/main" val="261124920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Quote with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64D66BA-EC5A-D945-99FE-DA74D720C612}"/>
              </a:ext>
            </a:extLst>
          </p:cNvPr>
          <p:cNvSpPr>
            <a:spLocks noGrp="1"/>
          </p:cNvSpPr>
          <p:nvPr>
            <p:ph type="pic" sz="quarter" idx="12" hasCustomPrompt="1"/>
          </p:nvPr>
        </p:nvSpPr>
        <p:spPr>
          <a:xfrm>
            <a:off x="0" y="0"/>
            <a:ext cx="12192000" cy="6858000"/>
          </a:xfrm>
          <a:solidFill>
            <a:schemeClr val="bg1">
              <a:lumMod val="95000"/>
            </a:schemeClr>
          </a:solidFill>
        </p:spPr>
        <p:txBody>
          <a:bodyPr/>
          <a:lstStyle>
            <a:lvl1pPr>
              <a:defRPr sz="1200">
                <a:solidFill>
                  <a:srgbClr val="FF0000"/>
                </a:solidFill>
              </a:defRPr>
            </a:lvl1pPr>
          </a:lstStyle>
          <a:p>
            <a:r>
              <a:rPr lang="en-US"/>
              <a:t>Drag picture to placeholder or click icon to add. Send placeholder to back.</a:t>
            </a:r>
          </a:p>
        </p:txBody>
      </p:sp>
      <p:sp>
        <p:nvSpPr>
          <p:cNvPr id="4" name="Slide Number Placeholder 3">
            <a:extLst>
              <a:ext uri="{FF2B5EF4-FFF2-40B4-BE49-F238E27FC236}">
                <a16:creationId xmlns:a16="http://schemas.microsoft.com/office/drawing/2014/main" id="{E044F558-9BFF-B14B-8BE9-C6BBD3865858}"/>
              </a:ext>
            </a:extLst>
          </p:cNvPr>
          <p:cNvSpPr>
            <a:spLocks noGrp="1"/>
          </p:cNvSpPr>
          <p:nvPr>
            <p:ph type="sldNum" sz="quarter" idx="11"/>
          </p:nvPr>
        </p:nvSpPr>
        <p:spPr/>
        <p:txBody>
          <a:bodyPr/>
          <a:lstStyle>
            <a:lvl1pPr>
              <a:defRPr>
                <a:solidFill>
                  <a:schemeClr val="bg1"/>
                </a:solidFill>
              </a:defRPr>
            </a:lvl1pPr>
          </a:lstStyle>
          <a:p>
            <a:fld id="{523A240F-EAFE-E84F-B44C-6D7A08E0E409}" type="slidenum">
              <a:rPr lang="en-US" smtClean="0"/>
              <a:t>‹#›</a:t>
            </a:fld>
            <a:endParaRPr lang="en-US"/>
          </a:p>
        </p:txBody>
      </p:sp>
      <p:sp>
        <p:nvSpPr>
          <p:cNvPr id="3" name="Footer Placeholder 2">
            <a:extLst>
              <a:ext uri="{FF2B5EF4-FFF2-40B4-BE49-F238E27FC236}">
                <a16:creationId xmlns:a16="http://schemas.microsoft.com/office/drawing/2014/main" id="{E3BBCD08-FF08-374A-9A06-80B682368766}"/>
              </a:ext>
            </a:extLst>
          </p:cNvPr>
          <p:cNvSpPr>
            <a:spLocks noGrp="1"/>
          </p:cNvSpPr>
          <p:nvPr>
            <p:ph type="ftr" sz="quarter" idx="10"/>
          </p:nvPr>
        </p:nvSpPr>
        <p:spPr/>
        <p:txBody>
          <a:bodyPr/>
          <a:lstStyle>
            <a:lvl1pPr>
              <a:defRPr>
                <a:solidFill>
                  <a:schemeClr val="bg1"/>
                </a:solidFill>
              </a:defRPr>
            </a:lvl1pPr>
          </a:lstStyle>
          <a:p>
            <a:r>
              <a:rPr lang="en-US"/>
              <a:t>MSK Confidential — do not distribute</a:t>
            </a:r>
          </a:p>
        </p:txBody>
      </p:sp>
      <p:sp>
        <p:nvSpPr>
          <p:cNvPr id="13" name="Text Placeholder 12">
            <a:extLst>
              <a:ext uri="{FF2B5EF4-FFF2-40B4-BE49-F238E27FC236}">
                <a16:creationId xmlns:a16="http://schemas.microsoft.com/office/drawing/2014/main" id="{04CC9F91-EFE4-A54B-B9C5-6BBAE3D75CC2}"/>
              </a:ext>
            </a:extLst>
          </p:cNvPr>
          <p:cNvSpPr>
            <a:spLocks noGrp="1"/>
          </p:cNvSpPr>
          <p:nvPr>
            <p:ph type="body" sz="quarter" idx="13" hasCustomPrompt="1"/>
          </p:nvPr>
        </p:nvSpPr>
        <p:spPr>
          <a:xfrm>
            <a:off x="0" y="1039089"/>
            <a:ext cx="5029200" cy="5029200"/>
          </a:xfrm>
          <a:solidFill>
            <a:schemeClr val="bg1"/>
          </a:solidFill>
        </p:spPr>
        <p:txBody>
          <a:bodyPr lIns="457200" tIns="1097280" rIns="457200"/>
          <a:lstStyle>
            <a:lvl1pPr>
              <a:defRPr sz="2400"/>
            </a:lvl1pPr>
            <a:lvl2pPr marL="0" indent="0">
              <a:buNone/>
              <a:defRPr>
                <a:solidFill>
                  <a:schemeClr val="accent1"/>
                </a:solidFill>
              </a:defRPr>
            </a:lvl2pPr>
          </a:lstStyle>
          <a:p>
            <a:pPr lvl="0"/>
            <a:r>
              <a:rPr lang="en-US"/>
              <a:t>Use this box to include quote. To activate sub-level formatting of attribution, place cursor at beginning of text/line and hit tab or shift tab. Do not modify size or placement of textbox.</a:t>
            </a:r>
          </a:p>
          <a:p>
            <a:pPr lvl="1"/>
            <a:r>
              <a:rPr lang="en-US"/>
              <a:t>Attribution name</a:t>
            </a:r>
          </a:p>
        </p:txBody>
      </p:sp>
    </p:spTree>
    <p:extLst>
      <p:ext uri="{BB962C8B-B14F-4D97-AF65-F5344CB8AC3E}">
        <p14:creationId xmlns:p14="http://schemas.microsoft.com/office/powerpoint/2010/main" val="107610015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itle and Large Quote">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7" name="Freeform 16">
            <a:extLst>
              <a:ext uri="{FF2B5EF4-FFF2-40B4-BE49-F238E27FC236}">
                <a16:creationId xmlns:a16="http://schemas.microsoft.com/office/drawing/2014/main" id="{2A7B38F7-2661-CE4A-817E-73C2E2DCC1FB}"/>
              </a:ext>
            </a:extLst>
          </p:cNvPr>
          <p:cNvSpPr/>
          <p:nvPr/>
        </p:nvSpPr>
        <p:spPr>
          <a:xfrm>
            <a:off x="502080" y="1067823"/>
            <a:ext cx="553045" cy="409575"/>
          </a:xfrm>
          <a:custGeom>
            <a:avLst/>
            <a:gdLst/>
            <a:ahLst/>
            <a:cxnLst/>
            <a:rect l="l" t="t" r="r" b="b"/>
            <a:pathLst>
              <a:path w="553045" h="409575">
                <a:moveTo>
                  <a:pt x="530423" y="0"/>
                </a:moveTo>
                <a:lnTo>
                  <a:pt x="544711" y="26789"/>
                </a:lnTo>
                <a:cubicBezTo>
                  <a:pt x="508992" y="51792"/>
                  <a:pt x="481607" y="73819"/>
                  <a:pt x="462557" y="92869"/>
                </a:cubicBezTo>
                <a:cubicBezTo>
                  <a:pt x="428823" y="126603"/>
                  <a:pt x="411956" y="157956"/>
                  <a:pt x="411956" y="186928"/>
                </a:cubicBezTo>
                <a:cubicBezTo>
                  <a:pt x="411956" y="195262"/>
                  <a:pt x="414139" y="202009"/>
                  <a:pt x="418504" y="207169"/>
                </a:cubicBezTo>
                <a:cubicBezTo>
                  <a:pt x="422870" y="212328"/>
                  <a:pt x="428823" y="214908"/>
                  <a:pt x="436364" y="214908"/>
                </a:cubicBezTo>
                <a:cubicBezTo>
                  <a:pt x="451445" y="212923"/>
                  <a:pt x="461367" y="211931"/>
                  <a:pt x="466129" y="211931"/>
                </a:cubicBezTo>
                <a:cubicBezTo>
                  <a:pt x="491132" y="211931"/>
                  <a:pt x="511869" y="221059"/>
                  <a:pt x="528339" y="239316"/>
                </a:cubicBezTo>
                <a:cubicBezTo>
                  <a:pt x="544810" y="257572"/>
                  <a:pt x="553045" y="279995"/>
                  <a:pt x="553045" y="306586"/>
                </a:cubicBezTo>
                <a:cubicBezTo>
                  <a:pt x="553045" y="337542"/>
                  <a:pt x="543917" y="362446"/>
                  <a:pt x="525661" y="381298"/>
                </a:cubicBezTo>
                <a:cubicBezTo>
                  <a:pt x="507404" y="400149"/>
                  <a:pt x="482600" y="409575"/>
                  <a:pt x="451247" y="409575"/>
                </a:cubicBezTo>
                <a:cubicBezTo>
                  <a:pt x="415528" y="409575"/>
                  <a:pt x="386159" y="396379"/>
                  <a:pt x="363140" y="369987"/>
                </a:cubicBezTo>
                <a:cubicBezTo>
                  <a:pt x="340122" y="343594"/>
                  <a:pt x="328612" y="308372"/>
                  <a:pt x="328612" y="264319"/>
                </a:cubicBezTo>
                <a:cubicBezTo>
                  <a:pt x="328612" y="219869"/>
                  <a:pt x="344090" y="174030"/>
                  <a:pt x="375047" y="126801"/>
                </a:cubicBezTo>
                <a:cubicBezTo>
                  <a:pt x="406003" y="79573"/>
                  <a:pt x="457795" y="37306"/>
                  <a:pt x="530423" y="0"/>
                </a:cubicBezTo>
                <a:close/>
                <a:moveTo>
                  <a:pt x="201811" y="0"/>
                </a:moveTo>
                <a:lnTo>
                  <a:pt x="216098" y="26789"/>
                </a:lnTo>
                <a:cubicBezTo>
                  <a:pt x="177998" y="53776"/>
                  <a:pt x="149820" y="76398"/>
                  <a:pt x="131564" y="94655"/>
                </a:cubicBezTo>
                <a:cubicBezTo>
                  <a:pt x="99417" y="127595"/>
                  <a:pt x="83343" y="159147"/>
                  <a:pt x="83343" y="189309"/>
                </a:cubicBezTo>
                <a:cubicBezTo>
                  <a:pt x="83343" y="199628"/>
                  <a:pt x="86320" y="206375"/>
                  <a:pt x="92273" y="209550"/>
                </a:cubicBezTo>
                <a:cubicBezTo>
                  <a:pt x="98226" y="213122"/>
                  <a:pt x="103386" y="214908"/>
                  <a:pt x="107751" y="214908"/>
                </a:cubicBezTo>
                <a:cubicBezTo>
                  <a:pt x="122832" y="212923"/>
                  <a:pt x="132754" y="211931"/>
                  <a:pt x="137517" y="211931"/>
                </a:cubicBezTo>
                <a:cubicBezTo>
                  <a:pt x="162917" y="211931"/>
                  <a:pt x="183753" y="221158"/>
                  <a:pt x="200025" y="239613"/>
                </a:cubicBezTo>
                <a:cubicBezTo>
                  <a:pt x="216297" y="258068"/>
                  <a:pt x="224433" y="280392"/>
                  <a:pt x="224433" y="306586"/>
                </a:cubicBezTo>
                <a:cubicBezTo>
                  <a:pt x="224433" y="335955"/>
                  <a:pt x="215503" y="360462"/>
                  <a:pt x="197643" y="380107"/>
                </a:cubicBezTo>
                <a:cubicBezTo>
                  <a:pt x="179784" y="399752"/>
                  <a:pt x="155178" y="409575"/>
                  <a:pt x="123825" y="409575"/>
                </a:cubicBezTo>
                <a:cubicBezTo>
                  <a:pt x="86915" y="409575"/>
                  <a:pt x="57050" y="396379"/>
                  <a:pt x="34230" y="369987"/>
                </a:cubicBezTo>
                <a:cubicBezTo>
                  <a:pt x="11410" y="343594"/>
                  <a:pt x="0" y="308372"/>
                  <a:pt x="0" y="264319"/>
                </a:cubicBezTo>
                <a:cubicBezTo>
                  <a:pt x="0" y="222250"/>
                  <a:pt x="14585" y="177502"/>
                  <a:pt x="43755" y="130076"/>
                </a:cubicBezTo>
                <a:cubicBezTo>
                  <a:pt x="72925" y="82649"/>
                  <a:pt x="125611" y="39291"/>
                  <a:pt x="201811" y="0"/>
                </a:cubicBez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600" b="1" i="0" u="none" strike="noStrike" kern="1200" cap="none" spc="0" normalizeH="0" baseline="0" noProof="0">
              <a:ln>
                <a:noFill/>
              </a:ln>
              <a:solidFill>
                <a:srgbClr val="2E5FF4"/>
              </a:solidFill>
              <a:effectLst/>
              <a:uLnTx/>
              <a:uFillTx/>
              <a:latin typeface="Times" pitchFamily="2" charset="0"/>
              <a:ea typeface="+mn-ea"/>
              <a:cs typeface="Arial" panose="020B0604020202020204" pitchFamily="34" charset="0"/>
            </a:endParaRPr>
          </a:p>
        </p:txBody>
      </p:sp>
      <p:sp>
        <p:nvSpPr>
          <p:cNvPr id="2" name="Title 1"/>
          <p:cNvSpPr>
            <a:spLocks noGrp="1"/>
          </p:cNvSpPr>
          <p:nvPr>
            <p:ph type="title" hasCustomPrompt="1"/>
          </p:nvPr>
        </p:nvSpPr>
        <p:spPr>
          <a:xfrm>
            <a:off x="512063" y="405743"/>
            <a:ext cx="11184423" cy="307226"/>
          </a:xfrm>
        </p:spPr>
        <p:txBody>
          <a:bodyPr vert="horz" lIns="0" tIns="0" rIns="0" bIns="0" rtlCol="0" anchor="b">
            <a:noAutofit/>
          </a:bodyPr>
          <a:lstStyle>
            <a:lvl1pPr>
              <a:defRPr lang="en-US" sz="2000" b="1" dirty="0">
                <a:solidFill>
                  <a:schemeClr val="accent1"/>
                </a:solidFill>
                <a:latin typeface="+mn-lt"/>
                <a:ea typeface="+mn-ea"/>
                <a:cs typeface="+mn-cs"/>
              </a:defRPr>
            </a:lvl1pPr>
          </a:lstStyle>
          <a:p>
            <a:pPr lvl="0"/>
            <a:r>
              <a:rPr lang="en-US"/>
              <a:t>Slide title; Arial 20pt bold, sentence case (1 line)</a:t>
            </a:r>
          </a:p>
        </p:txBody>
      </p:sp>
      <p:sp>
        <p:nvSpPr>
          <p:cNvPr id="19" name="Text Placeholder 18">
            <a:extLst>
              <a:ext uri="{FF2B5EF4-FFF2-40B4-BE49-F238E27FC236}">
                <a16:creationId xmlns:a16="http://schemas.microsoft.com/office/drawing/2014/main" id="{1CEC1C1C-7C15-B146-89D1-4673F3599949}"/>
              </a:ext>
            </a:extLst>
          </p:cNvPr>
          <p:cNvSpPr>
            <a:spLocks noGrp="1"/>
          </p:cNvSpPr>
          <p:nvPr>
            <p:ph type="body" sz="quarter" idx="12" hasCustomPrompt="1"/>
          </p:nvPr>
        </p:nvSpPr>
        <p:spPr>
          <a:xfrm>
            <a:off x="1312863" y="1175491"/>
            <a:ext cx="8928100" cy="3870325"/>
          </a:xfrm>
        </p:spPr>
        <p:txBody>
          <a:bodyPr/>
          <a:lstStyle>
            <a:lvl1pPr>
              <a:defRPr sz="2800" b="1"/>
            </a:lvl1pPr>
            <a:lvl2pPr marL="285750" indent="-285750">
              <a:buFont typeface="System Font Regular"/>
              <a:buChar char="–"/>
              <a:defRPr i="1"/>
            </a:lvl2pPr>
          </a:lstStyle>
          <a:p>
            <a:pPr lvl="0"/>
            <a:r>
              <a:rPr lang="en-US"/>
              <a:t>Use this box to include quote. To activate sub-level formatting of attribution, place cursor at beginning of text/line and hit tab or shift tab. Do not modify size or placement of textbox.</a:t>
            </a:r>
          </a:p>
          <a:p>
            <a:pPr lvl="1"/>
            <a:r>
              <a:rPr lang="en-US"/>
              <a:t>Attribution name</a:t>
            </a:r>
          </a:p>
        </p:txBody>
      </p:sp>
    </p:spTree>
    <p:extLst>
      <p:ext uri="{BB962C8B-B14F-4D97-AF65-F5344CB8AC3E}">
        <p14:creationId xmlns:p14="http://schemas.microsoft.com/office/powerpoint/2010/main" val="294589579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Content + 1/3 Image Lef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8B5636C5-BFB6-2342-91CC-8DC10C4A16DD}"/>
              </a:ext>
            </a:extLst>
          </p:cNvPr>
          <p:cNvSpPr>
            <a:spLocks noGrp="1"/>
          </p:cNvSpPr>
          <p:nvPr>
            <p:ph type="pic" sz="quarter" idx="12"/>
          </p:nvPr>
        </p:nvSpPr>
        <p:spPr>
          <a:xfrm>
            <a:off x="0" y="0"/>
            <a:ext cx="4381500" cy="6858000"/>
          </a:xfrm>
          <a:solidFill>
            <a:schemeClr val="bg1">
              <a:lumMod val="95000"/>
            </a:schemeClr>
          </a:solidFill>
        </p:spPr>
        <p:txBody>
          <a:bodyPr/>
          <a:lstStyle>
            <a:lvl1pPr>
              <a:defRPr sz="1200">
                <a:solidFill>
                  <a:srgbClr val="FF0000"/>
                </a:solidFill>
              </a:defRPr>
            </a:lvl1pPr>
          </a:lstStyle>
          <a:p>
            <a:r>
              <a:rPr lang="en-US"/>
              <a:t>Click icon to add picture</a:t>
            </a: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2" name="Title 1"/>
          <p:cNvSpPr>
            <a:spLocks noGrp="1"/>
          </p:cNvSpPr>
          <p:nvPr>
            <p:ph type="title" hasCustomPrompt="1"/>
          </p:nvPr>
        </p:nvSpPr>
        <p:spPr>
          <a:xfrm>
            <a:off x="4847761" y="457201"/>
            <a:ext cx="6848725" cy="324444"/>
          </a:xfrm>
          <a:noFill/>
        </p:spPr>
        <p:txBody>
          <a:bodyPr vert="horz"/>
          <a:lstStyle>
            <a:lvl1pPr>
              <a:defRPr sz="2000" b="1">
                <a:solidFill>
                  <a:schemeClr val="accent1"/>
                </a:solidFill>
              </a:defRPr>
            </a:lvl1pPr>
          </a:lstStyle>
          <a:p>
            <a:pPr lvl="0"/>
            <a:r>
              <a:rPr lang="en-US"/>
              <a:t>Slide title; Arial 20pt bold, sentence case (1 line)</a:t>
            </a:r>
          </a:p>
        </p:txBody>
      </p:sp>
      <p:sp>
        <p:nvSpPr>
          <p:cNvPr id="4" name="Content Placeholder 3"/>
          <p:cNvSpPr>
            <a:spLocks noGrp="1"/>
          </p:cNvSpPr>
          <p:nvPr>
            <p:ph sz="half" idx="2" hasCustomPrompt="1"/>
          </p:nvPr>
        </p:nvSpPr>
        <p:spPr>
          <a:xfrm>
            <a:off x="4846638" y="1011250"/>
            <a:ext cx="6853236" cy="5094275"/>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52234672"/>
      </p:ext>
    </p:extLst>
  </p:cSld>
  <p:clrMapOvr>
    <a:masterClrMapping/>
  </p:clrMapOvr>
  <p:extLst>
    <p:ext uri="{DCECCB84-F9BA-43D5-87BE-67443E8EF086}">
      <p15:sldGuideLst xmlns:p15="http://schemas.microsoft.com/office/powerpoint/2012/main">
        <p15:guide id="1" pos="2763">
          <p15:clr>
            <a:srgbClr val="FBAE40"/>
          </p15:clr>
        </p15:guide>
        <p15:guide id="2" pos="3053">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Content + 1/2 Image Lef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8B5636C5-BFB6-2342-91CC-8DC10C4A16DD}"/>
              </a:ext>
            </a:extLst>
          </p:cNvPr>
          <p:cNvSpPr>
            <a:spLocks noGrp="1"/>
          </p:cNvSpPr>
          <p:nvPr>
            <p:ph type="pic" sz="quarter" idx="12"/>
          </p:nvPr>
        </p:nvSpPr>
        <p:spPr>
          <a:xfrm>
            <a:off x="0" y="0"/>
            <a:ext cx="6096000" cy="6858000"/>
          </a:xfrm>
          <a:solidFill>
            <a:schemeClr val="bg1">
              <a:lumMod val="95000"/>
            </a:schemeClr>
          </a:solidFill>
        </p:spPr>
        <p:txBody>
          <a:bodyPr/>
          <a:lstStyle>
            <a:lvl1pPr>
              <a:defRPr sz="1200">
                <a:solidFill>
                  <a:srgbClr val="FF0000"/>
                </a:solidFill>
              </a:defRPr>
            </a:lvl1pPr>
          </a:lstStyle>
          <a:p>
            <a:r>
              <a:rPr lang="en-US"/>
              <a:t>Click icon to add picture</a:t>
            </a: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2" name="Title 1"/>
          <p:cNvSpPr>
            <a:spLocks noGrp="1"/>
          </p:cNvSpPr>
          <p:nvPr>
            <p:ph type="title" hasCustomPrompt="1"/>
          </p:nvPr>
        </p:nvSpPr>
        <p:spPr>
          <a:xfrm>
            <a:off x="6553200" y="457201"/>
            <a:ext cx="5143286" cy="324444"/>
          </a:xfrm>
        </p:spPr>
        <p:txBody>
          <a:bodyPr vert="horz"/>
          <a:lstStyle>
            <a:lvl1pPr>
              <a:defRPr sz="2000" b="1">
                <a:solidFill>
                  <a:schemeClr val="accent1"/>
                </a:solidFill>
              </a:defRPr>
            </a:lvl1pPr>
          </a:lstStyle>
          <a:p>
            <a:pPr lvl="0"/>
            <a:r>
              <a:rPr lang="en-US"/>
              <a:t>Slide title; Arial 20pt bold, short (1 line)</a:t>
            </a:r>
          </a:p>
        </p:txBody>
      </p:sp>
      <p:sp>
        <p:nvSpPr>
          <p:cNvPr id="4" name="Content Placeholder 3"/>
          <p:cNvSpPr>
            <a:spLocks noGrp="1"/>
          </p:cNvSpPr>
          <p:nvPr>
            <p:ph sz="half" idx="2" hasCustomPrompt="1"/>
          </p:nvPr>
        </p:nvSpPr>
        <p:spPr>
          <a:xfrm>
            <a:off x="6553200" y="1011250"/>
            <a:ext cx="5146674" cy="5094275"/>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19097546"/>
      </p:ext>
    </p:extLst>
  </p:cSld>
  <p:clrMapOvr>
    <a:masterClrMapping/>
  </p:clrMapOvr>
  <p:extLst>
    <p:ext uri="{DCECCB84-F9BA-43D5-87BE-67443E8EF086}">
      <p15:sldGuideLst xmlns:p15="http://schemas.microsoft.com/office/powerpoint/2012/main">
        <p15:guide id="1" pos="3840">
          <p15:clr>
            <a:srgbClr val="FBAE40"/>
          </p15:clr>
        </p15:guide>
        <p15:guide id="2" pos="4128">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Content + 2/3 Image Lef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8B5636C5-BFB6-2342-91CC-8DC10C4A16DD}"/>
              </a:ext>
            </a:extLst>
          </p:cNvPr>
          <p:cNvSpPr>
            <a:spLocks noGrp="1"/>
          </p:cNvSpPr>
          <p:nvPr>
            <p:ph type="pic" sz="quarter" idx="12"/>
          </p:nvPr>
        </p:nvSpPr>
        <p:spPr>
          <a:xfrm>
            <a:off x="0" y="0"/>
            <a:ext cx="7810500" cy="6858000"/>
          </a:xfrm>
          <a:solidFill>
            <a:schemeClr val="bg1">
              <a:lumMod val="95000"/>
            </a:schemeClr>
          </a:solidFill>
        </p:spPr>
        <p:txBody>
          <a:bodyPr/>
          <a:lstStyle>
            <a:lvl1pPr>
              <a:defRPr sz="1200">
                <a:solidFill>
                  <a:srgbClr val="FF0000"/>
                </a:solidFill>
              </a:defRPr>
            </a:lvl1pPr>
          </a:lstStyle>
          <a:p>
            <a:r>
              <a:rPr lang="en-US"/>
              <a:t>Click icon to add picture</a:t>
            </a: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2" name="Title 1"/>
          <p:cNvSpPr>
            <a:spLocks noGrp="1"/>
          </p:cNvSpPr>
          <p:nvPr>
            <p:ph type="title" hasCustomPrompt="1"/>
          </p:nvPr>
        </p:nvSpPr>
        <p:spPr>
          <a:xfrm>
            <a:off x="8284948" y="457201"/>
            <a:ext cx="3411538" cy="324444"/>
          </a:xfrm>
        </p:spPr>
        <p:txBody>
          <a:bodyPr vert="horz"/>
          <a:lstStyle>
            <a:lvl1pPr>
              <a:defRPr sz="2000" b="1">
                <a:solidFill>
                  <a:schemeClr val="accent1"/>
                </a:solidFill>
              </a:defRPr>
            </a:lvl1pPr>
          </a:lstStyle>
          <a:p>
            <a:pPr lvl="0"/>
            <a:r>
              <a:rPr lang="en-US"/>
              <a:t>Slide title; short (1 line)</a:t>
            </a:r>
          </a:p>
        </p:txBody>
      </p:sp>
      <p:sp>
        <p:nvSpPr>
          <p:cNvPr id="4" name="Content Placeholder 3"/>
          <p:cNvSpPr>
            <a:spLocks noGrp="1"/>
          </p:cNvSpPr>
          <p:nvPr>
            <p:ph sz="half" idx="2" hasCustomPrompt="1"/>
          </p:nvPr>
        </p:nvSpPr>
        <p:spPr>
          <a:xfrm>
            <a:off x="8284948" y="1011250"/>
            <a:ext cx="3411538" cy="5094275"/>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02875700"/>
      </p:ext>
    </p:extLst>
  </p:cSld>
  <p:clrMapOvr>
    <a:masterClrMapping/>
  </p:clrMapOvr>
  <p:extLst>
    <p:ext uri="{DCECCB84-F9BA-43D5-87BE-67443E8EF086}">
      <p15:sldGuideLst xmlns:p15="http://schemas.microsoft.com/office/powerpoint/2012/main">
        <p15:guide id="1" pos="5209">
          <p15:clr>
            <a:srgbClr val="FBAE40"/>
          </p15:clr>
        </p15:guide>
        <p15:guide id="2" pos="4924">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Content +1/3 Image Right">
    <p:spTree>
      <p:nvGrpSpPr>
        <p:cNvPr id="1" name=""/>
        <p:cNvGrpSpPr/>
        <p:nvPr/>
      </p:nvGrpSpPr>
      <p:grpSpPr>
        <a:xfrm>
          <a:off x="0" y="0"/>
          <a:ext cx="0" cy="0"/>
          <a:chOff x="0" y="0"/>
          <a:chExt cx="0" cy="0"/>
        </a:xfrm>
      </p:grpSpPr>
      <p:sp>
        <p:nvSpPr>
          <p:cNvPr id="12" name="Picture Placeholder 12">
            <a:extLst>
              <a:ext uri="{FF2B5EF4-FFF2-40B4-BE49-F238E27FC236}">
                <a16:creationId xmlns:a16="http://schemas.microsoft.com/office/drawing/2014/main" id="{D5400A53-EBCB-4C45-958D-0060F4E1C0AE}"/>
              </a:ext>
            </a:extLst>
          </p:cNvPr>
          <p:cNvSpPr>
            <a:spLocks noGrp="1"/>
          </p:cNvSpPr>
          <p:nvPr>
            <p:ph type="pic" sz="quarter" idx="14"/>
          </p:nvPr>
        </p:nvSpPr>
        <p:spPr>
          <a:xfrm>
            <a:off x="7810500" y="0"/>
            <a:ext cx="4381500" cy="6858000"/>
          </a:xfrm>
          <a:solidFill>
            <a:schemeClr val="bg1">
              <a:lumMod val="95000"/>
            </a:schemeClr>
          </a:solidFill>
        </p:spPr>
        <p:txBody>
          <a:bodyPr/>
          <a:lstStyle>
            <a:lvl1pPr>
              <a:defRPr sz="1200">
                <a:solidFill>
                  <a:srgbClr val="FF0000"/>
                </a:solidFill>
              </a:defRPr>
            </a:lvl1pPr>
          </a:lstStyle>
          <a:p>
            <a:r>
              <a:rPr lang="en-US"/>
              <a:t>Click icon to add picture</a:t>
            </a: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solidFill>
              </a:defRPr>
            </a:lvl1pPr>
          </a:lstStyle>
          <a:p>
            <a:r>
              <a:rPr lang="en-US"/>
              <a:t>MSK Confidential — do not distribute</a:t>
            </a:r>
          </a:p>
        </p:txBody>
      </p:sp>
      <p:sp>
        <p:nvSpPr>
          <p:cNvPr id="11" name="Footnote Placeholder">
            <a:extLst>
              <a:ext uri="{FF2B5EF4-FFF2-40B4-BE49-F238E27FC236}">
                <a16:creationId xmlns:a16="http://schemas.microsoft.com/office/drawing/2014/main" id="{F20ACA8E-6072-8043-8EC3-B4E2FDB9B091}"/>
              </a:ext>
            </a:extLst>
          </p:cNvPr>
          <p:cNvSpPr>
            <a:spLocks noGrp="1"/>
          </p:cNvSpPr>
          <p:nvPr>
            <p:ph type="body" sz="half" idx="13"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a:xfrm>
            <a:off x="512064" y="457201"/>
            <a:ext cx="6829689" cy="324444"/>
          </a:xfrm>
        </p:spPr>
        <p:txBody>
          <a:bodyPr vert="horz"/>
          <a:lstStyle>
            <a:lvl1pPr>
              <a:defRPr sz="2000" b="1">
                <a:solidFill>
                  <a:schemeClr val="accent1"/>
                </a:solidFill>
              </a:defRPr>
            </a:lvl1pPr>
          </a:lstStyle>
          <a:p>
            <a:pPr lvl="0"/>
            <a:r>
              <a:rPr lang="en-US"/>
              <a:t>Slide title; Arial 20pt bold, sentence case (1 line)</a:t>
            </a:r>
          </a:p>
        </p:txBody>
      </p:sp>
      <p:sp>
        <p:nvSpPr>
          <p:cNvPr id="4" name="Content Placeholder 3"/>
          <p:cNvSpPr>
            <a:spLocks noGrp="1"/>
          </p:cNvSpPr>
          <p:nvPr>
            <p:ph sz="half" idx="2" hasCustomPrompt="1"/>
          </p:nvPr>
        </p:nvSpPr>
        <p:spPr>
          <a:xfrm>
            <a:off x="512064" y="1011250"/>
            <a:ext cx="6834188" cy="5094275"/>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49587521"/>
      </p:ext>
    </p:extLst>
  </p:cSld>
  <p:clrMapOvr>
    <a:masterClrMapping/>
  </p:clrMapOvr>
  <p:extLst>
    <p:ext uri="{DCECCB84-F9BA-43D5-87BE-67443E8EF086}">
      <p15:sldGuideLst xmlns:p15="http://schemas.microsoft.com/office/powerpoint/2012/main">
        <p15:guide id="1" pos="4914">
          <p15:clr>
            <a:srgbClr val="FBAE40"/>
          </p15:clr>
        </p15:guide>
        <p15:guide id="2" pos="4623">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Content + 1/2 Image Righ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8B5636C5-BFB6-2342-91CC-8DC10C4A16DD}"/>
              </a:ext>
            </a:extLst>
          </p:cNvPr>
          <p:cNvSpPr>
            <a:spLocks noGrp="1"/>
          </p:cNvSpPr>
          <p:nvPr>
            <p:ph type="pic" sz="quarter" idx="12"/>
          </p:nvPr>
        </p:nvSpPr>
        <p:spPr>
          <a:xfrm>
            <a:off x="6096000" y="0"/>
            <a:ext cx="6096000" cy="6858000"/>
          </a:xfrm>
          <a:solidFill>
            <a:schemeClr val="bg1">
              <a:lumMod val="95000"/>
            </a:schemeClr>
          </a:solidFill>
        </p:spPr>
        <p:txBody>
          <a:bodyPr/>
          <a:lstStyle>
            <a:lvl1pPr>
              <a:defRPr sz="1200">
                <a:solidFill>
                  <a:srgbClr val="FF0000"/>
                </a:solidFill>
              </a:defRPr>
            </a:lvl1pPr>
          </a:lstStyle>
          <a:p>
            <a:r>
              <a:rPr lang="en-US"/>
              <a:t>Click icon to add picture</a:t>
            </a: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solidFill>
              </a:defRPr>
            </a:lvl1pPr>
          </a:lstStyle>
          <a:p>
            <a:r>
              <a:rPr lang="en-US"/>
              <a:t>MSK Confidential — do not distribute</a:t>
            </a:r>
          </a:p>
        </p:txBody>
      </p:sp>
      <p:sp>
        <p:nvSpPr>
          <p:cNvPr id="11" name="Footnote Placeholder">
            <a:extLst>
              <a:ext uri="{FF2B5EF4-FFF2-40B4-BE49-F238E27FC236}">
                <a16:creationId xmlns:a16="http://schemas.microsoft.com/office/drawing/2014/main" id="{F20ACA8E-6072-8043-8EC3-B4E2FDB9B091}"/>
              </a:ext>
            </a:extLst>
          </p:cNvPr>
          <p:cNvSpPr>
            <a:spLocks noGrp="1"/>
          </p:cNvSpPr>
          <p:nvPr>
            <p:ph type="body" sz="half" idx="13" hasCustomPrompt="1"/>
          </p:nvPr>
        </p:nvSpPr>
        <p:spPr>
          <a:xfrm>
            <a:off x="512064" y="6374651"/>
            <a:ext cx="5152597"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a:xfrm>
            <a:off x="512064" y="457201"/>
            <a:ext cx="5143286" cy="324444"/>
          </a:xfrm>
        </p:spPr>
        <p:txBody>
          <a:bodyPr vert="horz"/>
          <a:lstStyle>
            <a:lvl1pPr>
              <a:defRPr sz="2000" b="1">
                <a:solidFill>
                  <a:schemeClr val="accent1"/>
                </a:solidFill>
              </a:defRPr>
            </a:lvl1pPr>
          </a:lstStyle>
          <a:p>
            <a:pPr lvl="0"/>
            <a:r>
              <a:rPr lang="en-US"/>
              <a:t>Slide title; Arial 20pt bold, short (1 line)</a:t>
            </a:r>
          </a:p>
        </p:txBody>
      </p:sp>
      <p:sp>
        <p:nvSpPr>
          <p:cNvPr id="4" name="Content Placeholder 3"/>
          <p:cNvSpPr>
            <a:spLocks noGrp="1"/>
          </p:cNvSpPr>
          <p:nvPr>
            <p:ph sz="half" idx="2" hasCustomPrompt="1"/>
          </p:nvPr>
        </p:nvSpPr>
        <p:spPr>
          <a:xfrm>
            <a:off x="512064" y="1011250"/>
            <a:ext cx="5146674" cy="5094275"/>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24022555"/>
      </p:ext>
    </p:extLst>
  </p:cSld>
  <p:clrMapOvr>
    <a:masterClrMapping/>
  </p:clrMapOvr>
  <p:extLst>
    <p:ext uri="{DCECCB84-F9BA-43D5-87BE-67443E8EF086}">
      <p15:sldGuideLst xmlns:p15="http://schemas.microsoft.com/office/powerpoint/2012/main">
        <p15:guide id="1" pos="3840">
          <p15:clr>
            <a:srgbClr val="FBAE40"/>
          </p15:clr>
        </p15:guide>
        <p15:guide id="2" pos="3552">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Content + 2/3 Image Righ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8B5636C5-BFB6-2342-91CC-8DC10C4A16DD}"/>
              </a:ext>
            </a:extLst>
          </p:cNvPr>
          <p:cNvSpPr>
            <a:spLocks noGrp="1"/>
          </p:cNvSpPr>
          <p:nvPr>
            <p:ph type="pic" sz="quarter" idx="12"/>
          </p:nvPr>
        </p:nvSpPr>
        <p:spPr>
          <a:xfrm>
            <a:off x="4381500" y="0"/>
            <a:ext cx="7810500" cy="6858000"/>
          </a:xfrm>
          <a:solidFill>
            <a:schemeClr val="bg1">
              <a:lumMod val="95000"/>
            </a:schemeClr>
          </a:solidFill>
        </p:spPr>
        <p:txBody>
          <a:bodyPr/>
          <a:lstStyle>
            <a:lvl1pPr>
              <a:defRPr sz="1200">
                <a:solidFill>
                  <a:srgbClr val="FF0000"/>
                </a:solidFill>
              </a:defRPr>
            </a:lvl1pPr>
          </a:lstStyle>
          <a:p>
            <a:r>
              <a:rPr lang="en-US"/>
              <a:t>Click icon to add picture</a:t>
            </a: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solidFill>
              </a:defRPr>
            </a:lvl1pPr>
          </a:lstStyle>
          <a:p>
            <a:r>
              <a:rPr lang="en-US"/>
              <a:t>MSK Confidential — do not distribute</a:t>
            </a:r>
          </a:p>
        </p:txBody>
      </p:sp>
      <p:sp>
        <p:nvSpPr>
          <p:cNvPr id="11" name="Footnote Placeholder">
            <a:extLst>
              <a:ext uri="{FF2B5EF4-FFF2-40B4-BE49-F238E27FC236}">
                <a16:creationId xmlns:a16="http://schemas.microsoft.com/office/drawing/2014/main" id="{F20ACA8E-6072-8043-8EC3-B4E2FDB9B091}"/>
              </a:ext>
            </a:extLst>
          </p:cNvPr>
          <p:cNvSpPr>
            <a:spLocks noGrp="1"/>
          </p:cNvSpPr>
          <p:nvPr>
            <p:ph type="body" sz="half" idx="13" hasCustomPrompt="1"/>
          </p:nvPr>
        </p:nvSpPr>
        <p:spPr>
          <a:xfrm>
            <a:off x="512064" y="6374651"/>
            <a:ext cx="3411539"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a footnote</a:t>
            </a:r>
          </a:p>
        </p:txBody>
      </p:sp>
      <p:sp>
        <p:nvSpPr>
          <p:cNvPr id="2" name="Title 1"/>
          <p:cNvSpPr>
            <a:spLocks noGrp="1"/>
          </p:cNvSpPr>
          <p:nvPr>
            <p:ph type="title" hasCustomPrompt="1"/>
          </p:nvPr>
        </p:nvSpPr>
        <p:spPr>
          <a:xfrm>
            <a:off x="512064" y="457201"/>
            <a:ext cx="3411538" cy="324444"/>
          </a:xfrm>
        </p:spPr>
        <p:txBody>
          <a:bodyPr vert="horz"/>
          <a:lstStyle>
            <a:lvl1pPr>
              <a:defRPr sz="2000" b="1">
                <a:solidFill>
                  <a:schemeClr val="accent1"/>
                </a:solidFill>
              </a:defRPr>
            </a:lvl1pPr>
          </a:lstStyle>
          <a:p>
            <a:pPr lvl="0"/>
            <a:r>
              <a:rPr lang="en-US"/>
              <a:t>Slide title; short (1 line)</a:t>
            </a:r>
          </a:p>
        </p:txBody>
      </p:sp>
      <p:sp>
        <p:nvSpPr>
          <p:cNvPr id="4" name="Content Placeholder 3"/>
          <p:cNvSpPr>
            <a:spLocks noGrp="1"/>
          </p:cNvSpPr>
          <p:nvPr>
            <p:ph sz="half" idx="2" hasCustomPrompt="1"/>
          </p:nvPr>
        </p:nvSpPr>
        <p:spPr>
          <a:xfrm>
            <a:off x="512064" y="1011250"/>
            <a:ext cx="3411538" cy="5094275"/>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8979163"/>
      </p:ext>
    </p:extLst>
  </p:cSld>
  <p:clrMapOvr>
    <a:masterClrMapping/>
  </p:clrMapOvr>
  <p:extLst>
    <p:ext uri="{DCECCB84-F9BA-43D5-87BE-67443E8EF086}">
      <p15:sldGuideLst xmlns:p15="http://schemas.microsoft.com/office/powerpoint/2012/main">
        <p15:guide id="1" pos="2467">
          <p15:clr>
            <a:srgbClr val="FBAE40"/>
          </p15:clr>
        </p15:guide>
        <p15:guide id="2" pos="2753">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p:cSld name="Back Pag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ZoneTexte 2">
            <a:extLst>
              <a:ext uri="{FF2B5EF4-FFF2-40B4-BE49-F238E27FC236}">
                <a16:creationId xmlns:a16="http://schemas.microsoft.com/office/drawing/2014/main" id="{9187A733-2828-FF4D-A1DC-7E7D7BF66120}"/>
              </a:ext>
            </a:extLst>
          </p:cNvPr>
          <p:cNvSpPr txBox="1"/>
          <p:nvPr/>
        </p:nvSpPr>
        <p:spPr>
          <a:xfrm>
            <a:off x="2" y="2690337"/>
            <a:ext cx="12191999" cy="1477328"/>
          </a:xfrm>
          <a:prstGeom prst="rect">
            <a:avLst/>
          </a:prstGeom>
          <a:noFill/>
        </p:spPr>
        <p:txBody>
          <a:bodyPr wrap="square" lIns="337500" rIns="337500" rtlCol="0" anchor="ctr" anchorCtr="0">
            <a:spAutoFit/>
          </a:bodyPr>
          <a:lstStyle/>
          <a:p>
            <a:pPr algn="ctr"/>
            <a:r>
              <a:rPr lang="en-CA" sz="9000" i="0" noProof="0">
                <a:solidFill>
                  <a:schemeClr val="tx2"/>
                </a:solidFill>
                <a:latin typeface="+mn-lt"/>
              </a:rPr>
              <a:t>End Page layouts</a:t>
            </a:r>
          </a:p>
        </p:txBody>
      </p:sp>
    </p:spTree>
    <p:extLst>
      <p:ext uri="{BB962C8B-B14F-4D97-AF65-F5344CB8AC3E}">
        <p14:creationId xmlns:p14="http://schemas.microsoft.com/office/powerpoint/2010/main" val="320706772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Back Page">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3EF54C89-1860-6542-AE68-06CDC85D9DE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481346" y="2628924"/>
            <a:ext cx="3229307" cy="1600150"/>
          </a:xfrm>
          <a:prstGeom prst="rect">
            <a:avLst/>
          </a:prstGeom>
        </p:spPr>
      </p:pic>
    </p:spTree>
    <p:extLst>
      <p:ext uri="{BB962C8B-B14F-4D97-AF65-F5344CB8AC3E}">
        <p14:creationId xmlns:p14="http://schemas.microsoft.com/office/powerpoint/2010/main" val="141663893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p:cSld name="Back Page Blue">
    <p:bg>
      <p:bgPr>
        <a:solidFill>
          <a:schemeClr val="tx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3EF54C89-1860-6542-AE68-06CDC85D9DE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481346" y="2628924"/>
            <a:ext cx="3229307" cy="1600151"/>
          </a:xfrm>
          <a:prstGeom prst="rect">
            <a:avLst/>
          </a:prstGeom>
        </p:spPr>
      </p:pic>
    </p:spTree>
    <p:extLst>
      <p:ext uri="{BB962C8B-B14F-4D97-AF65-F5344CB8AC3E}">
        <p14:creationId xmlns:p14="http://schemas.microsoft.com/office/powerpoint/2010/main" val="333421175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Warning">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EB7B9861-91E9-C742-B7A7-F218EA9C1F1A}"/>
              </a:ext>
            </a:extLst>
          </p:cNvPr>
          <p:cNvSpPr txBox="1"/>
          <p:nvPr/>
        </p:nvSpPr>
        <p:spPr>
          <a:xfrm>
            <a:off x="2" y="1651589"/>
            <a:ext cx="12191999" cy="3554819"/>
          </a:xfrm>
          <a:prstGeom prst="rect">
            <a:avLst/>
          </a:prstGeom>
          <a:noFill/>
        </p:spPr>
        <p:txBody>
          <a:bodyPr wrap="square" lIns="337500" rIns="337500" rtlCol="0" anchor="ctr" anchorCtr="0">
            <a:spAutoFit/>
          </a:bodyPr>
          <a:lstStyle/>
          <a:p>
            <a:pPr algn="ctr"/>
            <a:r>
              <a:rPr lang="en-CA" sz="7500" noProof="0">
                <a:solidFill>
                  <a:schemeClr val="tx2"/>
                </a:solidFill>
                <a:latin typeface="+mj-lt"/>
              </a:rPr>
              <a:t>Do not use any of the layouts that may appear after this one</a:t>
            </a:r>
          </a:p>
        </p:txBody>
      </p:sp>
    </p:spTree>
    <p:extLst>
      <p:ext uri="{BB962C8B-B14F-4D97-AF65-F5344CB8AC3E}">
        <p14:creationId xmlns:p14="http://schemas.microsoft.com/office/powerpoint/2010/main" val="2602059868"/>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theme" Target="../theme/theme1.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1241741" y="6378130"/>
            <a:ext cx="454745" cy="245223"/>
          </a:xfrm>
          <a:prstGeom prst="rect">
            <a:avLst/>
          </a:prstGeom>
        </p:spPr>
        <p:txBody>
          <a:bodyPr lIns="0" tIns="0" rIns="0" bIns="0" anchor="b"/>
          <a:lstStyle>
            <a:lvl1pPr algn="r">
              <a:defRPr lang="en-US" sz="1000" smtClean="0">
                <a:solidFill>
                  <a:schemeClr val="bg1">
                    <a:lumMod val="75000"/>
                  </a:schemeClr>
                </a:solidFill>
                <a:latin typeface="+mn-lt"/>
                <a:cs typeface="Arial" panose="020B0604020202020204" pitchFamily="34" charset="0"/>
              </a:defRPr>
            </a:lvl1pPr>
          </a:lstStyle>
          <a:p>
            <a:fld id="{523A240F-EAFE-E84F-B44C-6D7A08E0E409}" type="slidenum">
              <a:rPr lang="en-US" smtClean="0"/>
              <a:t>‹#›</a:t>
            </a:fld>
            <a:endParaRPr lang="en-US"/>
          </a:p>
        </p:txBody>
      </p:sp>
      <p:sp>
        <p:nvSpPr>
          <p:cNvPr id="5" name="Footer Placeholder 4"/>
          <p:cNvSpPr>
            <a:spLocks noGrp="1"/>
          </p:cNvSpPr>
          <p:nvPr>
            <p:ph type="ftr" sz="quarter" idx="3"/>
          </p:nvPr>
        </p:nvSpPr>
        <p:spPr>
          <a:xfrm>
            <a:off x="8839199" y="6378130"/>
            <a:ext cx="2241177" cy="245223"/>
          </a:xfrm>
          <a:prstGeom prst="rect">
            <a:avLst/>
          </a:prstGeom>
        </p:spPr>
        <p:txBody>
          <a:bodyPr lIns="0" tIns="0" rIns="0" bIns="0" anchor="b"/>
          <a:lstStyle>
            <a:lvl1pPr algn="r">
              <a:defRPr lang="en-US" sz="1000" smtClean="0">
                <a:solidFill>
                  <a:schemeClr val="bg1">
                    <a:lumMod val="75000"/>
                  </a:schemeClr>
                </a:solidFill>
                <a:latin typeface="+mn-lt"/>
                <a:cs typeface="Arial" panose="020B0604020202020204" pitchFamily="34" charset="0"/>
              </a:defRPr>
            </a:lvl1pPr>
          </a:lstStyle>
          <a:p>
            <a:r>
              <a:rPr lang="en-US"/>
              <a:t>MSK Confidential — do not distribute</a:t>
            </a:r>
          </a:p>
        </p:txBody>
      </p:sp>
      <p:sp>
        <p:nvSpPr>
          <p:cNvPr id="2" name="Title Placeholder 1"/>
          <p:cNvSpPr>
            <a:spLocks noGrp="1"/>
          </p:cNvSpPr>
          <p:nvPr>
            <p:ph type="title"/>
          </p:nvPr>
        </p:nvSpPr>
        <p:spPr>
          <a:xfrm>
            <a:off x="512063" y="457201"/>
            <a:ext cx="11184423" cy="9144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512064" y="1700783"/>
            <a:ext cx="11184422" cy="440474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611884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Lst>
  <p:hf hdr="0" dt="0"/>
  <p:txStyles>
    <p:titleStyle>
      <a:lvl1pPr algn="l" defTabSz="914400" rtl="0" eaLnBrk="1" latinLnBrk="0" hangingPunct="1">
        <a:lnSpc>
          <a:spcPct val="90000"/>
        </a:lnSpc>
        <a:spcBef>
          <a:spcPct val="0"/>
        </a:spcBef>
        <a:buNone/>
        <a:defRPr sz="32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1800" kern="1200">
          <a:solidFill>
            <a:srgbClr val="272524"/>
          </a:solidFill>
          <a:latin typeface="+mn-lt"/>
          <a:ea typeface="+mn-ea"/>
          <a:cs typeface="+mn-cs"/>
        </a:defRPr>
      </a:lvl1pPr>
      <a:lvl2pPr marL="228600" indent="-228600" algn="l" defTabSz="914400" rtl="0" eaLnBrk="1" latinLnBrk="0" hangingPunct="1">
        <a:lnSpc>
          <a:spcPct val="100000"/>
        </a:lnSpc>
        <a:spcBef>
          <a:spcPts val="0"/>
        </a:spcBef>
        <a:spcAft>
          <a:spcPts val="600"/>
        </a:spcAft>
        <a:buFont typeface="Arial" panose="020B0604020202020204" pitchFamily="34" charset="0"/>
        <a:buChar char="•"/>
        <a:tabLst/>
        <a:defRPr sz="1800" kern="1200">
          <a:solidFill>
            <a:srgbClr val="272524"/>
          </a:solidFill>
          <a:latin typeface="+mn-lt"/>
          <a:ea typeface="+mn-ea"/>
          <a:cs typeface="+mn-cs"/>
        </a:defRPr>
      </a:lvl2pPr>
      <a:lvl3pPr marL="457200" indent="-228600" algn="l" defTabSz="914400" rtl="0" eaLnBrk="1" latinLnBrk="0" hangingPunct="1">
        <a:lnSpc>
          <a:spcPct val="100000"/>
        </a:lnSpc>
        <a:spcBef>
          <a:spcPts val="0"/>
        </a:spcBef>
        <a:spcAft>
          <a:spcPts val="600"/>
        </a:spcAft>
        <a:buFont typeface="System Font Regular"/>
        <a:buChar char="–"/>
        <a:tabLst/>
        <a:defRPr sz="1800" kern="1200">
          <a:solidFill>
            <a:srgbClr val="272524"/>
          </a:solidFill>
          <a:latin typeface="+mn-lt"/>
          <a:ea typeface="+mn-ea"/>
          <a:cs typeface="+mn-cs"/>
        </a:defRPr>
      </a:lvl3pPr>
      <a:lvl4pPr marL="685800" indent="-228600" algn="l" defTabSz="914400" rtl="0" eaLnBrk="1" latinLnBrk="0" hangingPunct="1">
        <a:lnSpc>
          <a:spcPct val="100000"/>
        </a:lnSpc>
        <a:spcBef>
          <a:spcPts val="0"/>
        </a:spcBef>
        <a:spcAft>
          <a:spcPts val="600"/>
        </a:spcAft>
        <a:buFont typeface="Arial" panose="020B0604020202020204" pitchFamily="34" charset="0"/>
        <a:buChar char="•"/>
        <a:tabLst/>
        <a:defRPr sz="1800" kern="1200">
          <a:solidFill>
            <a:srgbClr val="272524"/>
          </a:solidFill>
          <a:latin typeface="+mn-lt"/>
          <a:ea typeface="+mn-ea"/>
          <a:cs typeface="+mn-cs"/>
        </a:defRPr>
      </a:lvl4pPr>
      <a:lvl5pPr marL="914400" indent="-228600" algn="l" defTabSz="914400" rtl="0" eaLnBrk="1" latinLnBrk="0" hangingPunct="1">
        <a:lnSpc>
          <a:spcPct val="100000"/>
        </a:lnSpc>
        <a:spcBef>
          <a:spcPts val="0"/>
        </a:spcBef>
        <a:spcAft>
          <a:spcPts val="600"/>
        </a:spcAft>
        <a:buFont typeface="System Font Regular"/>
        <a:buChar char="–"/>
        <a:tabLst/>
        <a:defRPr sz="1800" kern="1200">
          <a:solidFill>
            <a:srgbClr val="27252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p15:clr>
            <a:srgbClr val="F26B43"/>
          </p15:clr>
        </p15:guide>
        <p15:guide id="2" pos="318">
          <p15:clr>
            <a:srgbClr val="F26B43"/>
          </p15:clr>
        </p15:guide>
        <p15:guide id="3" pos="7370">
          <p15:clr>
            <a:srgbClr val="F26B43"/>
          </p15:clr>
        </p15:guide>
        <p15:guide id="4" orient="horz" pos="4170">
          <p15:clr>
            <a:srgbClr val="F26B43"/>
          </p15:clr>
        </p15:guide>
        <p15:guide id="5" orient="horz" pos="864">
          <p15:clr>
            <a:srgbClr val="F26B43"/>
          </p15:clr>
        </p15:guide>
        <p15:guide id="6" orient="horz" pos="1070">
          <p15:clr>
            <a:srgbClr val="F26B43"/>
          </p15:clr>
        </p15:guide>
        <p15:guide id="7" orient="horz" pos="384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5.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6.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0.xml"/><Relationship Id="rId4" Type="http://schemas.openxmlformats.org/officeDocument/2006/relationships/hyperlink" Target="https://www.scaler.com/topics/tensorflow/tensorflow-word-embeddings/"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7C1B9BD7-563B-1177-4B1B-4715367F3ADA}"/>
              </a:ext>
            </a:extLst>
          </p:cNvPr>
          <p:cNvSpPr>
            <a:spLocks noGrp="1"/>
          </p:cNvSpPr>
          <p:nvPr>
            <p:ph type="pic" sz="quarter" idx="11"/>
          </p:nvPr>
        </p:nvSpPr>
        <p:spPr/>
        <p:txBody>
          <a:bodyPr/>
          <a:lstStyle/>
          <a:p>
            <a:endParaRPr lang="en-US"/>
          </a:p>
        </p:txBody>
      </p:sp>
      <p:sp>
        <p:nvSpPr>
          <p:cNvPr id="5" name="Footer Placeholder 4">
            <a:extLst>
              <a:ext uri="{FF2B5EF4-FFF2-40B4-BE49-F238E27FC236}">
                <a16:creationId xmlns:a16="http://schemas.microsoft.com/office/drawing/2014/main" id="{B295BDCC-43E6-A6DE-B14D-3C248ACC4481}"/>
              </a:ext>
            </a:extLst>
          </p:cNvPr>
          <p:cNvSpPr>
            <a:spLocks noGrp="1"/>
          </p:cNvSpPr>
          <p:nvPr>
            <p:ph type="ftr" sz="quarter" idx="10"/>
          </p:nvPr>
        </p:nvSpPr>
        <p:spPr/>
        <p:txBody>
          <a:bodyPr/>
          <a:lstStyle/>
          <a:p>
            <a:r>
              <a:rPr lang="en-US"/>
              <a:t>MSK Confidential — do not distribute</a:t>
            </a:r>
          </a:p>
        </p:txBody>
      </p:sp>
      <p:sp>
        <p:nvSpPr>
          <p:cNvPr id="3" name="Title 2">
            <a:extLst>
              <a:ext uri="{FF2B5EF4-FFF2-40B4-BE49-F238E27FC236}">
                <a16:creationId xmlns:a16="http://schemas.microsoft.com/office/drawing/2014/main" id="{6AF1DB00-25C4-6CF6-13A2-0F7F62266BC7}"/>
              </a:ext>
            </a:extLst>
          </p:cNvPr>
          <p:cNvSpPr>
            <a:spLocks noGrp="1"/>
          </p:cNvSpPr>
          <p:nvPr>
            <p:ph type="ctrTitle"/>
          </p:nvPr>
        </p:nvSpPr>
        <p:spPr/>
        <p:txBody>
          <a:bodyPr/>
          <a:lstStyle/>
          <a:p>
            <a:r>
              <a:rPr lang="en-US"/>
              <a:t>OPTICS Work in Progress</a:t>
            </a:r>
          </a:p>
        </p:txBody>
      </p:sp>
      <p:sp>
        <p:nvSpPr>
          <p:cNvPr id="6" name="Text Placeholder 5">
            <a:extLst>
              <a:ext uri="{FF2B5EF4-FFF2-40B4-BE49-F238E27FC236}">
                <a16:creationId xmlns:a16="http://schemas.microsoft.com/office/drawing/2014/main" id="{19FB656C-3A8F-3B84-3362-8412A6288298}"/>
              </a:ext>
            </a:extLst>
          </p:cNvPr>
          <p:cNvSpPr>
            <a:spLocks noGrp="1"/>
          </p:cNvSpPr>
          <p:nvPr>
            <p:ph type="body" sz="quarter" idx="12"/>
          </p:nvPr>
        </p:nvSpPr>
        <p:spPr>
          <a:xfrm>
            <a:off x="504825" y="4617720"/>
            <a:ext cx="3505201" cy="457200"/>
          </a:xfrm>
        </p:spPr>
        <p:txBody>
          <a:bodyPr/>
          <a:lstStyle/>
          <a:p>
            <a:r>
              <a:rPr lang="en-US"/>
              <a:t>December 18, 2025</a:t>
            </a:r>
          </a:p>
        </p:txBody>
      </p:sp>
      <p:sp>
        <p:nvSpPr>
          <p:cNvPr id="7" name="Text Placeholder 6">
            <a:extLst>
              <a:ext uri="{FF2B5EF4-FFF2-40B4-BE49-F238E27FC236}">
                <a16:creationId xmlns:a16="http://schemas.microsoft.com/office/drawing/2014/main" id="{4730289A-E9FD-D95C-7012-930F68A3BDE3}"/>
              </a:ext>
            </a:extLst>
          </p:cNvPr>
          <p:cNvSpPr>
            <a:spLocks noGrp="1"/>
          </p:cNvSpPr>
          <p:nvPr>
            <p:ph type="body" sz="quarter" idx="13"/>
          </p:nvPr>
        </p:nvSpPr>
        <p:spPr/>
        <p:txBody>
          <a:bodyPr/>
          <a:lstStyle/>
          <a:p>
            <a:r>
              <a:rPr lang="en-US"/>
              <a:t>By: Robert James</a:t>
            </a:r>
          </a:p>
        </p:txBody>
      </p:sp>
    </p:spTree>
    <p:extLst>
      <p:ext uri="{BB962C8B-B14F-4D97-AF65-F5344CB8AC3E}">
        <p14:creationId xmlns:p14="http://schemas.microsoft.com/office/powerpoint/2010/main" val="3408005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2AB4111-31AA-CD81-ECF6-C7236D13ED76}"/>
              </a:ext>
            </a:extLst>
          </p:cNvPr>
          <p:cNvSpPr>
            <a:spLocks noGrp="1"/>
          </p:cNvSpPr>
          <p:nvPr>
            <p:ph type="sldNum" sz="quarter" idx="11"/>
          </p:nvPr>
        </p:nvSpPr>
        <p:spPr/>
        <p:txBody>
          <a:bodyPr/>
          <a:lstStyle/>
          <a:p>
            <a:fld id="{523A240F-EAFE-E84F-B44C-6D7A08E0E409}" type="slidenum">
              <a:rPr lang="en-US" smtClean="0"/>
              <a:pPr/>
              <a:t>2</a:t>
            </a:fld>
            <a:endParaRPr lang="en-US"/>
          </a:p>
        </p:txBody>
      </p:sp>
      <p:sp>
        <p:nvSpPr>
          <p:cNvPr id="3" name="Footer Placeholder 2">
            <a:extLst>
              <a:ext uri="{FF2B5EF4-FFF2-40B4-BE49-F238E27FC236}">
                <a16:creationId xmlns:a16="http://schemas.microsoft.com/office/drawing/2014/main" id="{7ED52D1C-A0A8-11CB-8E02-7D57EF937AEB}"/>
              </a:ext>
            </a:extLst>
          </p:cNvPr>
          <p:cNvSpPr>
            <a:spLocks noGrp="1"/>
          </p:cNvSpPr>
          <p:nvPr>
            <p:ph type="ftr" sz="quarter" idx="10"/>
          </p:nvPr>
        </p:nvSpPr>
        <p:spPr/>
        <p:txBody>
          <a:bodyPr/>
          <a:lstStyle/>
          <a:p>
            <a:r>
              <a:rPr lang="en-US"/>
              <a:t>MSK Confidential — do not distribute</a:t>
            </a:r>
          </a:p>
        </p:txBody>
      </p:sp>
      <p:sp>
        <p:nvSpPr>
          <p:cNvPr id="8" name="Text Placeholder 7">
            <a:extLst>
              <a:ext uri="{FF2B5EF4-FFF2-40B4-BE49-F238E27FC236}">
                <a16:creationId xmlns:a16="http://schemas.microsoft.com/office/drawing/2014/main" id="{2E0886E1-3D06-2DCE-4930-FC41518D4FE2}"/>
              </a:ext>
            </a:extLst>
          </p:cNvPr>
          <p:cNvSpPr>
            <a:spLocks noGrp="1"/>
          </p:cNvSpPr>
          <p:nvPr>
            <p:ph type="body" sz="half" idx="2"/>
          </p:nvPr>
        </p:nvSpPr>
        <p:spPr/>
        <p:txBody>
          <a:bodyPr/>
          <a:lstStyle/>
          <a:p>
            <a:endParaRPr lang="en-US"/>
          </a:p>
        </p:txBody>
      </p:sp>
      <p:sp>
        <p:nvSpPr>
          <p:cNvPr id="10" name="Title 9">
            <a:extLst>
              <a:ext uri="{FF2B5EF4-FFF2-40B4-BE49-F238E27FC236}">
                <a16:creationId xmlns:a16="http://schemas.microsoft.com/office/drawing/2014/main" id="{D7191C9E-B812-E905-1AA6-41713CAB1296}"/>
              </a:ext>
            </a:extLst>
          </p:cNvPr>
          <p:cNvSpPr>
            <a:spLocks noGrp="1"/>
          </p:cNvSpPr>
          <p:nvPr>
            <p:ph type="title"/>
          </p:nvPr>
        </p:nvSpPr>
        <p:spPr/>
        <p:txBody>
          <a:bodyPr/>
          <a:lstStyle/>
          <a:p>
            <a:r>
              <a:rPr lang="en-US" dirty="0"/>
              <a:t>About Me</a:t>
            </a:r>
          </a:p>
        </p:txBody>
      </p:sp>
      <p:sp>
        <p:nvSpPr>
          <p:cNvPr id="11" name="Content Placeholder 10">
            <a:extLst>
              <a:ext uri="{FF2B5EF4-FFF2-40B4-BE49-F238E27FC236}">
                <a16:creationId xmlns:a16="http://schemas.microsoft.com/office/drawing/2014/main" id="{72ECEA4F-DAD6-E2F7-199D-EB6BF81B4F32}"/>
              </a:ext>
            </a:extLst>
          </p:cNvPr>
          <p:cNvSpPr>
            <a:spLocks noGrp="1"/>
          </p:cNvSpPr>
          <p:nvPr>
            <p:ph idx="1"/>
          </p:nvPr>
        </p:nvSpPr>
        <p:spPr/>
        <p:txBody>
          <a:bodyPr/>
          <a:lstStyle/>
          <a:p>
            <a:pPr marL="342900" indent="-342900">
              <a:spcBef>
                <a:spcPts val="600"/>
              </a:spcBef>
              <a:buFont typeface="Arial" panose="020B0604020202020204" pitchFamily="34" charset="0"/>
              <a:buChar char="•"/>
            </a:pPr>
            <a:r>
              <a:rPr lang="en-US" dirty="0"/>
              <a:t>T32 OPTICS Research Fellow</a:t>
            </a:r>
          </a:p>
          <a:p>
            <a:pPr marL="342900" indent="-342900">
              <a:spcBef>
                <a:spcPts val="600"/>
              </a:spcBef>
              <a:buFont typeface="Arial" panose="020B0604020202020204" pitchFamily="34" charset="0"/>
              <a:buChar char="•"/>
            </a:pPr>
            <a:r>
              <a:rPr lang="en-US" dirty="0"/>
              <a:t>General Surgery Resident (Weill Cornell) on dedicated research block (Year 1 of 2)</a:t>
            </a:r>
          </a:p>
          <a:p>
            <a:pPr marL="342900" indent="-342900">
              <a:spcBef>
                <a:spcPts val="600"/>
              </a:spcBef>
              <a:buFont typeface="Arial" panose="020B0604020202020204" pitchFamily="34" charset="0"/>
              <a:buChar char="•"/>
            </a:pPr>
            <a:r>
              <a:rPr lang="en-US" dirty="0"/>
              <a:t>Mentored by Dr. Neha Goel: Disparities &amp; genomics in breast cancer outcomes</a:t>
            </a:r>
          </a:p>
          <a:p>
            <a:pPr marL="342900" indent="-342900">
              <a:spcBef>
                <a:spcPts val="600"/>
              </a:spcBef>
              <a:buFont typeface="Arial" panose="020B0604020202020204" pitchFamily="34" charset="0"/>
              <a:buChar char="•"/>
            </a:pPr>
            <a:r>
              <a:rPr lang="en-US" dirty="0"/>
              <a:t>Collaboration with Dr. Katherine </a:t>
            </a:r>
            <a:r>
              <a:rPr lang="en-US" dirty="0" err="1"/>
              <a:t>Panageas</a:t>
            </a:r>
            <a:r>
              <a:rPr lang="en-US" dirty="0"/>
              <a:t>: Genomic predictors of brain metastasis (GENIE BPC)</a:t>
            </a:r>
          </a:p>
          <a:p>
            <a:pPr marL="342900" indent="-342900">
              <a:spcBef>
                <a:spcPts val="600"/>
              </a:spcBef>
              <a:buFont typeface="Arial" panose="020B0604020202020204" pitchFamily="34" charset="0"/>
              <a:buChar char="•"/>
            </a:pPr>
            <a:r>
              <a:rPr lang="en-US" dirty="0"/>
              <a:t>Collaboration with Dr. Tracy-Ann Moo and Dr. Solange Bayard: LLM-based oncologic history summarization (today’s focus)</a:t>
            </a:r>
          </a:p>
          <a:p>
            <a:pPr marL="342900" indent="-342900">
              <a:spcBef>
                <a:spcPts val="600"/>
              </a:spcBef>
              <a:buFont typeface="Arial" panose="020B0604020202020204" pitchFamily="34" charset="0"/>
              <a:buChar char="•"/>
            </a:pPr>
            <a:r>
              <a:rPr lang="en-US" dirty="0"/>
              <a:t>Research interest: Applying AI to breast cancer care—outcome prediction and LLM-supported clinical workflows</a:t>
            </a:r>
          </a:p>
        </p:txBody>
      </p:sp>
    </p:spTree>
    <p:extLst>
      <p:ext uri="{BB962C8B-B14F-4D97-AF65-F5344CB8AC3E}">
        <p14:creationId xmlns:p14="http://schemas.microsoft.com/office/powerpoint/2010/main" val="1616916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3A286-E965-6FB0-2B6E-2862A93D6B0A}"/>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81DE067F-23E9-3515-9507-D5C9167C3FB3}"/>
              </a:ext>
            </a:extLst>
          </p:cNvPr>
          <p:cNvSpPr>
            <a:spLocks noGrp="1"/>
          </p:cNvSpPr>
          <p:nvPr>
            <p:ph type="sldNum" sz="quarter" idx="11"/>
          </p:nvPr>
        </p:nvSpPr>
        <p:spPr/>
        <p:txBody>
          <a:bodyPr/>
          <a:lstStyle/>
          <a:p>
            <a:fld id="{523A240F-EAFE-E84F-B44C-6D7A08E0E409}" type="slidenum">
              <a:rPr lang="en-US" smtClean="0"/>
              <a:pPr/>
              <a:t>3</a:t>
            </a:fld>
            <a:endParaRPr lang="en-US"/>
          </a:p>
        </p:txBody>
      </p:sp>
      <p:sp>
        <p:nvSpPr>
          <p:cNvPr id="3" name="Footer Placeholder 2">
            <a:extLst>
              <a:ext uri="{FF2B5EF4-FFF2-40B4-BE49-F238E27FC236}">
                <a16:creationId xmlns:a16="http://schemas.microsoft.com/office/drawing/2014/main" id="{689E75A4-9BC7-F8C4-A331-80869D4AB77D}"/>
              </a:ext>
            </a:extLst>
          </p:cNvPr>
          <p:cNvSpPr>
            <a:spLocks noGrp="1"/>
          </p:cNvSpPr>
          <p:nvPr>
            <p:ph type="ftr" sz="quarter" idx="10"/>
          </p:nvPr>
        </p:nvSpPr>
        <p:spPr/>
        <p:txBody>
          <a:bodyPr/>
          <a:lstStyle/>
          <a:p>
            <a:r>
              <a:rPr lang="en-US"/>
              <a:t>MSK Confidential — do not distribute</a:t>
            </a:r>
          </a:p>
        </p:txBody>
      </p:sp>
      <p:sp>
        <p:nvSpPr>
          <p:cNvPr id="13" name="Text Placeholder 12">
            <a:extLst>
              <a:ext uri="{FF2B5EF4-FFF2-40B4-BE49-F238E27FC236}">
                <a16:creationId xmlns:a16="http://schemas.microsoft.com/office/drawing/2014/main" id="{D9AD21BC-B48C-04D6-89B3-2FAC074D8B58}"/>
              </a:ext>
            </a:extLst>
          </p:cNvPr>
          <p:cNvSpPr>
            <a:spLocks noGrp="1"/>
          </p:cNvSpPr>
          <p:nvPr>
            <p:ph type="body" sz="half" idx="2"/>
          </p:nvPr>
        </p:nvSpPr>
        <p:spPr/>
        <p:txBody>
          <a:bodyPr/>
          <a:lstStyle/>
          <a:p>
            <a:endParaRPr lang="en-US"/>
          </a:p>
        </p:txBody>
      </p:sp>
      <p:sp>
        <p:nvSpPr>
          <p:cNvPr id="11" name="Title 10">
            <a:extLst>
              <a:ext uri="{FF2B5EF4-FFF2-40B4-BE49-F238E27FC236}">
                <a16:creationId xmlns:a16="http://schemas.microsoft.com/office/drawing/2014/main" id="{8052E659-7D19-697F-5193-270CC20813CC}"/>
              </a:ext>
            </a:extLst>
          </p:cNvPr>
          <p:cNvSpPr>
            <a:spLocks noGrp="1"/>
          </p:cNvSpPr>
          <p:nvPr>
            <p:ph type="title"/>
          </p:nvPr>
        </p:nvSpPr>
        <p:spPr>
          <a:xfrm>
            <a:off x="503788" y="736093"/>
            <a:ext cx="11184423" cy="557784"/>
          </a:xfrm>
        </p:spPr>
        <p:txBody>
          <a:bodyPr/>
          <a:lstStyle/>
          <a:p>
            <a:r>
              <a:rPr lang="en-US" dirty="0"/>
              <a:t>Goals &amp; Structure of Today’s Talk</a:t>
            </a:r>
          </a:p>
        </p:txBody>
      </p:sp>
      <p:sp>
        <p:nvSpPr>
          <p:cNvPr id="2" name="Content Placeholder 1">
            <a:extLst>
              <a:ext uri="{FF2B5EF4-FFF2-40B4-BE49-F238E27FC236}">
                <a16:creationId xmlns:a16="http://schemas.microsoft.com/office/drawing/2014/main" id="{60C31CCB-5F9B-94CA-C158-649C14F9433C}"/>
              </a:ext>
            </a:extLst>
          </p:cNvPr>
          <p:cNvSpPr>
            <a:spLocks noGrp="1" noChangeArrowheads="1"/>
          </p:cNvSpPr>
          <p:nvPr>
            <p:ph idx="1"/>
          </p:nvPr>
        </p:nvSpPr>
        <p:spPr bwMode="auto">
          <a:xfrm>
            <a:off x="476150" y="1463694"/>
            <a:ext cx="9289723" cy="301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571500" lvl="1" indent="-342900"/>
            <a:r>
              <a:rPr lang="en-US" sz="2400" dirty="0"/>
              <a:t>Overarching Goal</a:t>
            </a:r>
          </a:p>
          <a:p>
            <a:pPr marL="742950" lvl="2" indent="-285750"/>
            <a:r>
              <a:rPr lang="en-US" sz="2200" dirty="0"/>
              <a:t>Responsibly integrate artificial intelligence into breast cancer care</a:t>
            </a:r>
          </a:p>
          <a:p>
            <a:pPr marL="742950" lvl="2" indent="-285750"/>
            <a:r>
              <a:rPr lang="en-US" sz="2200" dirty="0"/>
              <a:t>Informed by my goal to pursue a career in breast surgical oncology</a:t>
            </a:r>
          </a:p>
          <a:p>
            <a:pPr marL="285750" indent="-285750">
              <a:buFont typeface="Arial" panose="020B0604020202020204" pitchFamily="34" charset="0"/>
              <a:buChar char="•"/>
            </a:pPr>
            <a:endParaRPr lang="en-US" sz="2400" dirty="0"/>
          </a:p>
          <a:p>
            <a:pPr marL="571500" lvl="1" indent="-342900"/>
            <a:r>
              <a:rPr lang="en-US" sz="2400" dirty="0"/>
              <a:t>Today’s Focus</a:t>
            </a:r>
          </a:p>
          <a:p>
            <a:pPr marL="742950" lvl="2" indent="-285750"/>
            <a:r>
              <a:rPr lang="en-US" sz="2200" dirty="0"/>
              <a:t>Brief overview of outcomes modeling work</a:t>
            </a:r>
          </a:p>
          <a:p>
            <a:pPr marL="742950" lvl="2" indent="-285750"/>
            <a:r>
              <a:rPr lang="en-US" sz="2200" dirty="0"/>
              <a:t>Deeper dive into LLMs for clinical care (primary focus)</a:t>
            </a:r>
          </a:p>
        </p:txBody>
      </p:sp>
    </p:spTree>
    <p:extLst>
      <p:ext uri="{BB962C8B-B14F-4D97-AF65-F5344CB8AC3E}">
        <p14:creationId xmlns:p14="http://schemas.microsoft.com/office/powerpoint/2010/main" val="2355727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F72D9-00C2-E106-C066-A5C61CC5C93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249F15D-24A2-A6A0-0159-6B27D244629D}"/>
              </a:ext>
            </a:extLst>
          </p:cNvPr>
          <p:cNvSpPr>
            <a:spLocks noGrp="1"/>
          </p:cNvSpPr>
          <p:nvPr>
            <p:ph type="sldNum" sz="quarter" idx="11"/>
          </p:nvPr>
        </p:nvSpPr>
        <p:spPr>
          <a:xfrm>
            <a:off x="11241741" y="6378130"/>
            <a:ext cx="454745" cy="245223"/>
          </a:xfrm>
        </p:spPr>
        <p:txBody>
          <a:bodyPr anchor="b">
            <a:normAutofit/>
          </a:bodyPr>
          <a:lstStyle/>
          <a:p>
            <a:pPr>
              <a:spcAft>
                <a:spcPts val="600"/>
              </a:spcAft>
            </a:pPr>
            <a:fld id="{523A240F-EAFE-E84F-B44C-6D7A08E0E409}" type="slidenum">
              <a:rPr lang="en-US" smtClean="0"/>
              <a:pPr>
                <a:spcAft>
                  <a:spcPts val="600"/>
                </a:spcAft>
              </a:pPr>
              <a:t>4</a:t>
            </a:fld>
            <a:endParaRPr lang="en-US"/>
          </a:p>
        </p:txBody>
      </p:sp>
      <p:sp>
        <p:nvSpPr>
          <p:cNvPr id="11" name="Footer Placeholder 10">
            <a:extLst>
              <a:ext uri="{FF2B5EF4-FFF2-40B4-BE49-F238E27FC236}">
                <a16:creationId xmlns:a16="http://schemas.microsoft.com/office/drawing/2014/main" id="{D69ABEA0-95C2-03BD-A443-0D36863912E2}"/>
              </a:ext>
            </a:extLst>
          </p:cNvPr>
          <p:cNvSpPr>
            <a:spLocks noGrp="1"/>
          </p:cNvSpPr>
          <p:nvPr>
            <p:ph type="ftr" sz="quarter" idx="10"/>
          </p:nvPr>
        </p:nvSpPr>
        <p:spPr>
          <a:xfrm>
            <a:off x="8839199" y="6378130"/>
            <a:ext cx="2241177" cy="245223"/>
          </a:xfrm>
        </p:spPr>
        <p:txBody>
          <a:bodyPr anchor="b">
            <a:normAutofit/>
          </a:bodyPr>
          <a:lstStyle/>
          <a:p>
            <a:pPr>
              <a:spcAft>
                <a:spcPts val="600"/>
              </a:spcAft>
            </a:pPr>
            <a:r>
              <a:rPr lang="en-US"/>
              <a:t>MSK Confidential — do not distribute</a:t>
            </a:r>
          </a:p>
        </p:txBody>
      </p:sp>
      <p:sp>
        <p:nvSpPr>
          <p:cNvPr id="8208" name="Text Placeholder 3">
            <a:extLst>
              <a:ext uri="{FF2B5EF4-FFF2-40B4-BE49-F238E27FC236}">
                <a16:creationId xmlns:a16="http://schemas.microsoft.com/office/drawing/2014/main" id="{CEA6BB36-C401-710B-EB29-4238873BB0C5}"/>
              </a:ext>
            </a:extLst>
          </p:cNvPr>
          <p:cNvSpPr>
            <a:spLocks noGrp="1"/>
          </p:cNvSpPr>
          <p:nvPr>
            <p:ph type="body" sz="half" idx="12"/>
          </p:nvPr>
        </p:nvSpPr>
        <p:spPr>
          <a:xfrm>
            <a:off x="7261646" y="6197508"/>
            <a:ext cx="4434840" cy="245223"/>
          </a:xfrm>
        </p:spPr>
        <p:txBody>
          <a:bodyPr/>
          <a:lstStyle/>
          <a:p>
            <a:r>
              <a:rPr lang="en-US" b="1"/>
              <a:t>Adapted from:</a:t>
            </a:r>
            <a:br>
              <a:rPr lang="en-US"/>
            </a:br>
            <a:r>
              <a:rPr lang="en-US" i="1"/>
              <a:t>AI as a Challenging Problem: Solvable without Data but Morally Intelligence-Driven Insights</a:t>
            </a:r>
            <a:endParaRPr lang="en-US"/>
          </a:p>
        </p:txBody>
      </p:sp>
      <p:sp>
        <p:nvSpPr>
          <p:cNvPr id="8210" name="Title 4">
            <a:extLst>
              <a:ext uri="{FF2B5EF4-FFF2-40B4-BE49-F238E27FC236}">
                <a16:creationId xmlns:a16="http://schemas.microsoft.com/office/drawing/2014/main" id="{7391D839-E5CC-BE8A-5E79-70A3DB4CC581}"/>
              </a:ext>
            </a:extLst>
          </p:cNvPr>
          <p:cNvSpPr>
            <a:spLocks noGrp="1"/>
          </p:cNvSpPr>
          <p:nvPr>
            <p:ph type="title"/>
          </p:nvPr>
        </p:nvSpPr>
        <p:spPr>
          <a:xfrm>
            <a:off x="503788" y="870207"/>
            <a:ext cx="11184423" cy="555813"/>
          </a:xfrm>
        </p:spPr>
        <p:txBody>
          <a:bodyPr/>
          <a:lstStyle/>
          <a:p>
            <a:r>
              <a:rPr lang="en-US" dirty="0"/>
              <a:t>Subsets of AI in My Research</a:t>
            </a:r>
          </a:p>
        </p:txBody>
      </p:sp>
      <p:sp>
        <p:nvSpPr>
          <p:cNvPr id="2" name="Content Placeholder 1">
            <a:extLst>
              <a:ext uri="{FF2B5EF4-FFF2-40B4-BE49-F238E27FC236}">
                <a16:creationId xmlns:a16="http://schemas.microsoft.com/office/drawing/2014/main" id="{8F3E1B77-F037-5F14-01C5-D696F23C73FF}"/>
              </a:ext>
            </a:extLst>
          </p:cNvPr>
          <p:cNvSpPr>
            <a:spLocks noGrp="1" noChangeArrowheads="1"/>
          </p:cNvSpPr>
          <p:nvPr>
            <p:ph sz="half" idx="1"/>
          </p:nvPr>
        </p:nvSpPr>
        <p:spPr bwMode="auto">
          <a:xfrm>
            <a:off x="420914" y="1698625"/>
            <a:ext cx="12349843" cy="44069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2" anchorCtr="0" compatLnSpc="1">
            <a:prstTxWarp prst="textNoShape">
              <a:avLst/>
            </a:prstTxWarp>
            <a:normAutofit/>
          </a:bodyPr>
          <a:lstStyle/>
          <a:p>
            <a:pPr marL="285750" indent="-285750">
              <a:buFont typeface="Arial" panose="020B0604020202020204" pitchFamily="34" charset="0"/>
              <a:buChar char="•"/>
            </a:pPr>
            <a:r>
              <a:rPr lang="en-US" b="1" dirty="0"/>
              <a:t>AI for Outcomes Prediction</a:t>
            </a:r>
          </a:p>
          <a:p>
            <a:pPr marL="742950" lvl="2" indent="-285750"/>
            <a:r>
              <a:rPr lang="en-US" sz="1600" dirty="0"/>
              <a:t>Machine learning approaches to predict time to recurrence</a:t>
            </a:r>
          </a:p>
          <a:p>
            <a:pPr marL="742950" lvl="2" indent="-285750"/>
            <a:r>
              <a:rPr lang="en-US" sz="1600" dirty="0"/>
              <a:t>Emphasis on ensemble methods</a:t>
            </a:r>
          </a:p>
          <a:p>
            <a:pPr marL="742950" lvl="2" indent="-285750"/>
            <a:r>
              <a:rPr lang="en-US" sz="1600" dirty="0"/>
              <a:t>Brief context on relevant coursework and training</a:t>
            </a:r>
          </a:p>
          <a:p>
            <a:endParaRPr lang="en-US" dirty="0"/>
          </a:p>
          <a:p>
            <a:pPr marL="285750" indent="-285750">
              <a:buFont typeface="Arial" panose="020B0604020202020204" pitchFamily="34" charset="0"/>
              <a:buChar char="•"/>
            </a:pPr>
            <a:r>
              <a:rPr lang="en-US" b="1" dirty="0"/>
              <a:t>AI for Clinical Care</a:t>
            </a:r>
          </a:p>
          <a:p>
            <a:pPr marL="742950" lvl="2" indent="-285750"/>
            <a:r>
              <a:rPr lang="en-US" sz="1600" dirty="0"/>
              <a:t>Use of large language models to support clinical workflows</a:t>
            </a:r>
          </a:p>
          <a:p>
            <a:pPr marL="742950" lvl="2" indent="-285750"/>
            <a:r>
              <a:rPr lang="en-US" sz="1600" dirty="0"/>
              <a:t>Focus on summarizing oncologic histories in breast cancer</a:t>
            </a:r>
          </a:p>
          <a:p>
            <a:pPr marL="742950" lvl="2" indent="-285750"/>
            <a:r>
              <a:rPr lang="en-US" sz="1600" dirty="0"/>
              <a:t>Primary focus of today’s presentation</a:t>
            </a:r>
          </a:p>
          <a:p>
            <a:endParaRPr lang="en-US" dirty="0"/>
          </a:p>
          <a:p>
            <a:endParaRPr lang="en-US" dirty="0"/>
          </a:p>
          <a:p>
            <a:endParaRPr lang="en-US" dirty="0"/>
          </a:p>
          <a:p>
            <a:endParaRPr lang="en-US" dirty="0"/>
          </a:p>
          <a:p>
            <a:pPr marL="0" marR="0" lvl="0" indent="0" defTabSz="914400" rtl="0" eaLnBrk="0" fontAlgn="base" latinLnBrk="0" hangingPunct="0">
              <a:spcBef>
                <a:spcPct val="0"/>
              </a:spcBef>
              <a:spcAft>
                <a:spcPct val="0"/>
              </a:spcAft>
              <a:buClrTx/>
              <a:buSzTx/>
              <a:buFontTx/>
              <a:buChar char="•"/>
              <a:tabLst/>
            </a:pPr>
            <a:endParaRPr kumimoji="0" lang="en-US" altLang="en-US" i="0" u="none" strike="noStrike" cap="none" normalizeH="0" baseline="0" dirty="0">
              <a:ln>
                <a:noFill/>
              </a:ln>
              <a:effectLst/>
            </a:endParaRPr>
          </a:p>
        </p:txBody>
      </p:sp>
      <p:pic>
        <p:nvPicPr>
          <p:cNvPr id="8196" name="Picture 4" descr="Umbrella of AI and scope of related technologies List of technologies that can pose an ethical malfunction or threat:">
            <a:extLst>
              <a:ext uri="{FF2B5EF4-FFF2-40B4-BE49-F238E27FC236}">
                <a16:creationId xmlns:a16="http://schemas.microsoft.com/office/drawing/2014/main" id="{30E24AE4-57E5-F24B-ABDE-0B514B55862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201598" y="1698625"/>
            <a:ext cx="4554935" cy="4406900"/>
          </a:xfrm>
          <a:prstGeom prst="rect">
            <a:avLst/>
          </a:prstGeom>
          <a:solidFill>
            <a:srgbClr val="FFFFFF"/>
          </a:solidFill>
        </p:spPr>
      </p:pic>
    </p:spTree>
    <p:extLst>
      <p:ext uri="{BB962C8B-B14F-4D97-AF65-F5344CB8AC3E}">
        <p14:creationId xmlns:p14="http://schemas.microsoft.com/office/powerpoint/2010/main" val="4079149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8D74C-EF70-4F1A-C3DB-4C30AB63FE2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F38B6C2-07F3-EA1D-DDA3-35DF158ED2F0}"/>
              </a:ext>
            </a:extLst>
          </p:cNvPr>
          <p:cNvSpPr>
            <a:spLocks noGrp="1"/>
          </p:cNvSpPr>
          <p:nvPr>
            <p:ph type="sldNum" sz="quarter" idx="11"/>
          </p:nvPr>
        </p:nvSpPr>
        <p:spPr/>
        <p:txBody>
          <a:bodyPr/>
          <a:lstStyle/>
          <a:p>
            <a:fld id="{523A240F-EAFE-E84F-B44C-6D7A08E0E409}" type="slidenum">
              <a:rPr lang="en-US" smtClean="0"/>
              <a:pPr/>
              <a:t>5</a:t>
            </a:fld>
            <a:endParaRPr lang="en-US"/>
          </a:p>
        </p:txBody>
      </p:sp>
      <p:sp>
        <p:nvSpPr>
          <p:cNvPr id="11" name="Footer Placeholder 10">
            <a:extLst>
              <a:ext uri="{FF2B5EF4-FFF2-40B4-BE49-F238E27FC236}">
                <a16:creationId xmlns:a16="http://schemas.microsoft.com/office/drawing/2014/main" id="{5AFDC231-EE8D-2AC2-AEAD-845BD482E5E0}"/>
              </a:ext>
            </a:extLst>
          </p:cNvPr>
          <p:cNvSpPr>
            <a:spLocks noGrp="1"/>
          </p:cNvSpPr>
          <p:nvPr>
            <p:ph type="ftr" sz="quarter" idx="10"/>
          </p:nvPr>
        </p:nvSpPr>
        <p:spPr/>
        <p:txBody>
          <a:bodyPr/>
          <a:lstStyle/>
          <a:p>
            <a:r>
              <a:rPr lang="en-US"/>
              <a:t>MSK Confidential — do not distribute</a:t>
            </a:r>
          </a:p>
        </p:txBody>
      </p:sp>
      <p:sp>
        <p:nvSpPr>
          <p:cNvPr id="8" name="Title 7">
            <a:extLst>
              <a:ext uri="{FF2B5EF4-FFF2-40B4-BE49-F238E27FC236}">
                <a16:creationId xmlns:a16="http://schemas.microsoft.com/office/drawing/2014/main" id="{E636946D-AB35-CB60-CA84-ADF0675AA7FD}"/>
              </a:ext>
            </a:extLst>
          </p:cNvPr>
          <p:cNvSpPr>
            <a:spLocks noGrp="1"/>
          </p:cNvSpPr>
          <p:nvPr>
            <p:ph type="title"/>
          </p:nvPr>
        </p:nvSpPr>
        <p:spPr/>
        <p:txBody>
          <a:bodyPr/>
          <a:lstStyle/>
          <a:p>
            <a:r>
              <a:rPr lang="en-US"/>
              <a:t>AI for Outcomes Prediction – Machine Learning</a:t>
            </a:r>
          </a:p>
        </p:txBody>
      </p:sp>
      <p:sp>
        <p:nvSpPr>
          <p:cNvPr id="6" name="Rectangle 2">
            <a:extLst>
              <a:ext uri="{FF2B5EF4-FFF2-40B4-BE49-F238E27FC236}">
                <a16:creationId xmlns:a16="http://schemas.microsoft.com/office/drawing/2014/main" id="{9E7826DA-F713-43DB-C014-177208624988}"/>
              </a:ext>
            </a:extLst>
          </p:cNvPr>
          <p:cNvSpPr>
            <a:spLocks noGrp="1" noChangeArrowheads="1"/>
          </p:cNvSpPr>
          <p:nvPr>
            <p:ph idx="1"/>
          </p:nvPr>
        </p:nvSpPr>
        <p:spPr bwMode="auto">
          <a:xfrm>
            <a:off x="432813" y="1948948"/>
            <a:ext cx="11036300" cy="3400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lvl="1" indent="-285750"/>
            <a:r>
              <a:rPr lang="en-US" dirty="0"/>
              <a:t>Summer Institute in Statistics for Big Data (University of Washington)</a:t>
            </a:r>
          </a:p>
          <a:p>
            <a:pPr marL="742950" lvl="2" indent="-285750"/>
            <a:r>
              <a:rPr lang="en-US" sz="1600" dirty="0"/>
              <a:t>Data analytics workflow using R</a:t>
            </a:r>
          </a:p>
          <a:p>
            <a:pPr marL="514350" lvl="1" indent="-285750"/>
            <a:r>
              <a:rPr lang="en-US" dirty="0"/>
              <a:t>Data Analyst Track (</a:t>
            </a:r>
            <a:r>
              <a:rPr lang="en-US" dirty="0" err="1"/>
              <a:t>DataCamp</a:t>
            </a:r>
            <a:r>
              <a:rPr lang="en-US" dirty="0"/>
              <a:t>)</a:t>
            </a:r>
          </a:p>
          <a:p>
            <a:pPr marL="742950" lvl="2" indent="-285750"/>
            <a:r>
              <a:rPr lang="en-US" sz="1600" dirty="0"/>
              <a:t>Statistical analysis, data manipulation, and visualization in R</a:t>
            </a:r>
          </a:p>
          <a:p>
            <a:pPr marL="514350" lvl="1" indent="-285750"/>
            <a:r>
              <a:rPr lang="en-US" dirty="0"/>
              <a:t>ML Foundations I &amp; II Bootcamps (Alberta Machine Intelligence Institute)</a:t>
            </a:r>
          </a:p>
          <a:p>
            <a:pPr marL="742950" lvl="2" indent="-285750"/>
            <a:r>
              <a:rPr lang="en-US" sz="1600" dirty="0"/>
              <a:t>Core machine learning concepts and modeling foundations</a:t>
            </a:r>
          </a:p>
          <a:p>
            <a:pPr marL="514350" lvl="1" indent="-285750"/>
            <a:r>
              <a:rPr lang="en-US" dirty="0"/>
              <a:t>Applied AI &amp; Data Science Program (MIT)</a:t>
            </a:r>
          </a:p>
          <a:p>
            <a:pPr marL="742950" lvl="2" indent="-285750"/>
            <a:r>
              <a:rPr lang="en-US" sz="1600" dirty="0"/>
              <a:t>Machine learning, deep learning, and generative AI using Python</a:t>
            </a:r>
          </a:p>
          <a:p>
            <a:pPr marL="514350" lvl="1" indent="-285750"/>
            <a:r>
              <a:rPr lang="en-US" dirty="0"/>
              <a:t>Master’s-level coursework in Biostatistics (MSKCC)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i="0" u="none" strike="noStrike" cap="none" normalizeH="0" baseline="0" dirty="0">
              <a:ln>
                <a:noFill/>
              </a:ln>
              <a:solidFill>
                <a:schemeClr val="tx2"/>
              </a:solidFill>
              <a:effectLst/>
              <a:latin typeface="Arial" panose="020B0604020202020204" pitchFamily="34" charset="0"/>
            </a:endParaRPr>
          </a:p>
        </p:txBody>
      </p:sp>
      <p:sp>
        <p:nvSpPr>
          <p:cNvPr id="7" name="Text Placeholder 12">
            <a:extLst>
              <a:ext uri="{FF2B5EF4-FFF2-40B4-BE49-F238E27FC236}">
                <a16:creationId xmlns:a16="http://schemas.microsoft.com/office/drawing/2014/main" id="{159DBB80-1585-E28F-F5C4-113E9275CAA1}"/>
              </a:ext>
            </a:extLst>
          </p:cNvPr>
          <p:cNvSpPr txBox="1">
            <a:spLocks/>
          </p:cNvSpPr>
          <p:nvPr/>
        </p:nvSpPr>
        <p:spPr>
          <a:xfrm>
            <a:off x="512064" y="1527230"/>
            <a:ext cx="11184422" cy="295276"/>
          </a:xfrm>
          <a:prstGeom prst="rect">
            <a:avLst/>
          </a:prstGeom>
        </p:spPr>
        <p:txBody>
          <a:bodyPr vert="horz" lIns="0" tIns="0" rIns="0" bIns="0" rtlCol="0" anchor="b">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b="1" kern="1200">
                <a:solidFill>
                  <a:schemeClr val="accent1"/>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Arial" panose="020B0604020202020204" pitchFamily="34" charset="0"/>
              <a:buNone/>
              <a:tabLst/>
              <a:defRPr sz="2000" b="1" kern="1200">
                <a:solidFill>
                  <a:srgbClr val="272524"/>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System Font Regular"/>
              <a:buNone/>
              <a:tabLst/>
              <a:defRPr sz="1800" b="1" kern="1200">
                <a:solidFill>
                  <a:srgbClr val="272524"/>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Arial" panose="020B0604020202020204" pitchFamily="34" charset="0"/>
              <a:buNone/>
              <a:tabLst/>
              <a:defRPr sz="1600" b="1" kern="1200">
                <a:solidFill>
                  <a:srgbClr val="272524"/>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System Font Regular"/>
              <a:buNone/>
              <a:tabLst/>
              <a:defRPr sz="1600" b="1" kern="1200">
                <a:solidFill>
                  <a:srgbClr val="272524"/>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a:t>Training &amp; Coursework</a:t>
            </a:r>
          </a:p>
        </p:txBody>
      </p:sp>
    </p:spTree>
    <p:extLst>
      <p:ext uri="{BB962C8B-B14F-4D97-AF65-F5344CB8AC3E}">
        <p14:creationId xmlns:p14="http://schemas.microsoft.com/office/powerpoint/2010/main" val="3511812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527C24-8275-6077-7644-FAD11ED93A40}"/>
              </a:ext>
            </a:extLst>
          </p:cNvPr>
          <p:cNvSpPr>
            <a:spLocks noGrp="1"/>
          </p:cNvSpPr>
          <p:nvPr>
            <p:ph type="sldNum" sz="quarter" idx="11"/>
          </p:nvPr>
        </p:nvSpPr>
        <p:spPr>
          <a:xfrm>
            <a:off x="11241741" y="6378130"/>
            <a:ext cx="454745" cy="245223"/>
          </a:xfrm>
        </p:spPr>
        <p:txBody>
          <a:bodyPr anchor="b">
            <a:normAutofit/>
          </a:bodyPr>
          <a:lstStyle/>
          <a:p>
            <a:pPr>
              <a:spcAft>
                <a:spcPts val="600"/>
              </a:spcAft>
            </a:pPr>
            <a:fld id="{523A240F-EAFE-E84F-B44C-6D7A08E0E409}" type="slidenum">
              <a:rPr lang="en-US" smtClean="0"/>
              <a:pPr>
                <a:spcAft>
                  <a:spcPts val="600"/>
                </a:spcAft>
              </a:pPr>
              <a:t>6</a:t>
            </a:fld>
            <a:endParaRPr lang="en-US"/>
          </a:p>
        </p:txBody>
      </p:sp>
      <p:sp>
        <p:nvSpPr>
          <p:cNvPr id="3" name="Footer Placeholder 2">
            <a:extLst>
              <a:ext uri="{FF2B5EF4-FFF2-40B4-BE49-F238E27FC236}">
                <a16:creationId xmlns:a16="http://schemas.microsoft.com/office/drawing/2014/main" id="{DD8A0C27-C564-C695-D836-A72260FF3FF5}"/>
              </a:ext>
            </a:extLst>
          </p:cNvPr>
          <p:cNvSpPr>
            <a:spLocks noGrp="1"/>
          </p:cNvSpPr>
          <p:nvPr>
            <p:ph type="ftr" sz="quarter" idx="10"/>
          </p:nvPr>
        </p:nvSpPr>
        <p:spPr>
          <a:xfrm>
            <a:off x="8839199" y="6378130"/>
            <a:ext cx="2241177" cy="245223"/>
          </a:xfrm>
        </p:spPr>
        <p:txBody>
          <a:bodyPr anchor="b">
            <a:normAutofit/>
          </a:bodyPr>
          <a:lstStyle/>
          <a:p>
            <a:pPr>
              <a:spcAft>
                <a:spcPts val="600"/>
              </a:spcAft>
            </a:pPr>
            <a:r>
              <a:rPr lang="en-US"/>
              <a:t>MSK Confidential — do not distribute</a:t>
            </a:r>
          </a:p>
        </p:txBody>
      </p:sp>
      <p:sp>
        <p:nvSpPr>
          <p:cNvPr id="19" name="Text Placeholder 3">
            <a:extLst>
              <a:ext uri="{FF2B5EF4-FFF2-40B4-BE49-F238E27FC236}">
                <a16:creationId xmlns:a16="http://schemas.microsoft.com/office/drawing/2014/main" id="{9B103641-7479-1AFE-B7EA-B7D8647E9E24}"/>
              </a:ext>
            </a:extLst>
          </p:cNvPr>
          <p:cNvSpPr>
            <a:spLocks noGrp="1"/>
          </p:cNvSpPr>
          <p:nvPr>
            <p:ph type="body" sz="half" idx="12"/>
          </p:nvPr>
        </p:nvSpPr>
        <p:spPr>
          <a:xfrm>
            <a:off x="495514" y="6500741"/>
            <a:ext cx="3627383" cy="245223"/>
          </a:xfrm>
        </p:spPr>
        <p:txBody>
          <a:bodyPr/>
          <a:lstStyle/>
          <a:p>
            <a:r>
              <a:rPr lang="en-US"/>
              <a:t>Figure adapted from “Types of Ensemble Learning,” </a:t>
            </a:r>
            <a:r>
              <a:rPr lang="en-US" err="1"/>
              <a:t>GeeksforGeeks</a:t>
            </a:r>
            <a:r>
              <a:rPr lang="en-US"/>
              <a:t>, </a:t>
            </a:r>
          </a:p>
        </p:txBody>
      </p:sp>
      <p:sp>
        <p:nvSpPr>
          <p:cNvPr id="20" name="Title 4">
            <a:extLst>
              <a:ext uri="{FF2B5EF4-FFF2-40B4-BE49-F238E27FC236}">
                <a16:creationId xmlns:a16="http://schemas.microsoft.com/office/drawing/2014/main" id="{4D080F34-4B27-A8D4-FF69-5B5A6677F474}"/>
              </a:ext>
            </a:extLst>
          </p:cNvPr>
          <p:cNvSpPr>
            <a:spLocks noGrp="1"/>
          </p:cNvSpPr>
          <p:nvPr>
            <p:ph type="title"/>
          </p:nvPr>
        </p:nvSpPr>
        <p:spPr>
          <a:xfrm>
            <a:off x="512063" y="457201"/>
            <a:ext cx="11184423" cy="914400"/>
          </a:xfrm>
        </p:spPr>
        <p:txBody>
          <a:bodyPr/>
          <a:lstStyle/>
          <a:p>
            <a:r>
              <a:rPr lang="en-US"/>
              <a:t>AI for Outcomes Prediction – Machine Learning</a:t>
            </a:r>
          </a:p>
        </p:txBody>
      </p:sp>
      <p:pic>
        <p:nvPicPr>
          <p:cNvPr id="8" name="Content Placeholder 7" descr="A diagram of a stacking system&#10;&#10;AI-generated content may be incorrect.">
            <a:extLst>
              <a:ext uri="{FF2B5EF4-FFF2-40B4-BE49-F238E27FC236}">
                <a16:creationId xmlns:a16="http://schemas.microsoft.com/office/drawing/2014/main" id="{C1098207-5E38-545A-F5CD-59245878AFCD}"/>
              </a:ext>
            </a:extLst>
          </p:cNvPr>
          <p:cNvPicPr>
            <a:picLocks noGrp="1" noChangeAspect="1"/>
          </p:cNvPicPr>
          <p:nvPr>
            <p:ph sz="half" idx="2"/>
          </p:nvPr>
        </p:nvPicPr>
        <p:blipFill>
          <a:blip r:embed="rId3"/>
          <a:stretch>
            <a:fillRect/>
          </a:stretch>
        </p:blipFill>
        <p:spPr>
          <a:xfrm>
            <a:off x="512064" y="3977456"/>
            <a:ext cx="3627383" cy="2439414"/>
          </a:xfrm>
          <a:prstGeom prst="rect">
            <a:avLst/>
          </a:prstGeom>
          <a:noFill/>
        </p:spPr>
      </p:pic>
      <p:pic>
        <p:nvPicPr>
          <p:cNvPr id="9" name="Content Placeholder 8" descr="A screenshot of a computer screen&#10;&#10;AI-generated content may be incorrect.">
            <a:extLst>
              <a:ext uri="{FF2B5EF4-FFF2-40B4-BE49-F238E27FC236}">
                <a16:creationId xmlns:a16="http://schemas.microsoft.com/office/drawing/2014/main" id="{6566F37D-33FC-FACE-CA6C-36D463087FB3}"/>
              </a:ext>
            </a:extLst>
          </p:cNvPr>
          <p:cNvPicPr>
            <a:picLocks noGrp="1" noChangeAspect="1"/>
          </p:cNvPicPr>
          <p:nvPr>
            <p:ph sz="half" idx="1"/>
          </p:nvPr>
        </p:nvPicPr>
        <p:blipFill>
          <a:blip r:embed="rId4"/>
          <a:srcRect b="3501"/>
          <a:stretch/>
        </p:blipFill>
        <p:spPr>
          <a:xfrm>
            <a:off x="8052555" y="3984925"/>
            <a:ext cx="3357754" cy="2424476"/>
          </a:xfrm>
          <a:prstGeom prst="rect">
            <a:avLst/>
          </a:prstGeom>
        </p:spPr>
      </p:pic>
      <p:sp>
        <p:nvSpPr>
          <p:cNvPr id="11" name="Content Placeholder 7">
            <a:extLst>
              <a:ext uri="{FF2B5EF4-FFF2-40B4-BE49-F238E27FC236}">
                <a16:creationId xmlns:a16="http://schemas.microsoft.com/office/drawing/2014/main" id="{4E790803-A2DE-3A88-31A2-6BD0C05937F2}"/>
              </a:ext>
            </a:extLst>
          </p:cNvPr>
          <p:cNvSpPr txBox="1">
            <a:spLocks/>
          </p:cNvSpPr>
          <p:nvPr/>
        </p:nvSpPr>
        <p:spPr>
          <a:xfrm>
            <a:off x="495514" y="1691214"/>
            <a:ext cx="11184422" cy="4404741"/>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800" kern="1200">
                <a:solidFill>
                  <a:srgbClr val="272524"/>
                </a:solidFill>
                <a:latin typeface="+mn-lt"/>
                <a:ea typeface="+mn-ea"/>
                <a:cs typeface="+mn-cs"/>
              </a:defRPr>
            </a:lvl1pPr>
            <a:lvl2pPr marL="228600" indent="-228600" algn="l" defTabSz="914400" rtl="0" eaLnBrk="1" latinLnBrk="0" hangingPunct="1">
              <a:lnSpc>
                <a:spcPct val="100000"/>
              </a:lnSpc>
              <a:spcBef>
                <a:spcPts val="0"/>
              </a:spcBef>
              <a:spcAft>
                <a:spcPts val="600"/>
              </a:spcAft>
              <a:buFont typeface="Arial" panose="020B0604020202020204" pitchFamily="34" charset="0"/>
              <a:buChar char="•"/>
              <a:tabLst/>
              <a:defRPr sz="1800" kern="1200">
                <a:solidFill>
                  <a:srgbClr val="272524"/>
                </a:solidFill>
                <a:latin typeface="+mn-lt"/>
                <a:ea typeface="+mn-ea"/>
                <a:cs typeface="+mn-cs"/>
              </a:defRPr>
            </a:lvl2pPr>
            <a:lvl3pPr marL="457200" indent="-228600" algn="l" defTabSz="914400" rtl="0" eaLnBrk="1" latinLnBrk="0" hangingPunct="1">
              <a:lnSpc>
                <a:spcPct val="100000"/>
              </a:lnSpc>
              <a:spcBef>
                <a:spcPts val="0"/>
              </a:spcBef>
              <a:spcAft>
                <a:spcPts val="600"/>
              </a:spcAft>
              <a:buFont typeface="System Font Regular"/>
              <a:buChar char="–"/>
              <a:tabLst/>
              <a:defRPr sz="1800" kern="1200">
                <a:solidFill>
                  <a:srgbClr val="272524"/>
                </a:solidFill>
                <a:latin typeface="+mn-lt"/>
                <a:ea typeface="+mn-ea"/>
                <a:cs typeface="+mn-cs"/>
              </a:defRPr>
            </a:lvl3pPr>
            <a:lvl4pPr marL="685800" indent="-228600" algn="l" defTabSz="914400" rtl="0" eaLnBrk="1" latinLnBrk="0" hangingPunct="1">
              <a:lnSpc>
                <a:spcPct val="100000"/>
              </a:lnSpc>
              <a:spcBef>
                <a:spcPts val="0"/>
              </a:spcBef>
              <a:spcAft>
                <a:spcPts val="600"/>
              </a:spcAft>
              <a:buFont typeface="Arial" panose="020B0604020202020204" pitchFamily="34" charset="0"/>
              <a:buChar char="•"/>
              <a:tabLst/>
              <a:defRPr sz="1800" kern="1200">
                <a:solidFill>
                  <a:srgbClr val="272524"/>
                </a:solidFill>
                <a:latin typeface="+mn-lt"/>
                <a:ea typeface="+mn-ea"/>
                <a:cs typeface="+mn-cs"/>
              </a:defRPr>
            </a:lvl4pPr>
            <a:lvl5pPr marL="914400" indent="-228600" algn="l" defTabSz="914400" rtl="0" eaLnBrk="1" latinLnBrk="0" hangingPunct="1">
              <a:lnSpc>
                <a:spcPct val="100000"/>
              </a:lnSpc>
              <a:spcBef>
                <a:spcPts val="0"/>
              </a:spcBef>
              <a:spcAft>
                <a:spcPts val="600"/>
              </a:spcAft>
              <a:buFont typeface="System Font Regular"/>
              <a:buChar char="–"/>
              <a:tabLst/>
              <a:defRPr sz="1800" kern="1200">
                <a:solidFill>
                  <a:srgbClr val="27252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eaLnBrk="0" fontAlgn="base" hangingPunct="0">
              <a:spcBef>
                <a:spcPct val="0"/>
              </a:spcBef>
              <a:spcAft>
                <a:spcPct val="0"/>
              </a:spcAft>
              <a:buFont typeface="Arial" panose="020B0604020202020204" pitchFamily="34" charset="0"/>
              <a:buChar char="•"/>
            </a:pPr>
            <a:r>
              <a:rPr lang="en-US" altLang="en-US" dirty="0">
                <a:solidFill>
                  <a:schemeClr val="tx2"/>
                </a:solidFill>
                <a:latin typeface="Arial" panose="020B0604020202020204" pitchFamily="34" charset="0"/>
              </a:rPr>
              <a:t>Development of an ensemble-based model using XG Boost to predict time to recurrence </a:t>
            </a:r>
          </a:p>
          <a:p>
            <a:pPr marL="742950" lvl="2" indent="-285750" eaLnBrk="0" fontAlgn="base" hangingPunct="0">
              <a:spcBef>
                <a:spcPct val="0"/>
              </a:spcBef>
              <a:spcAft>
                <a:spcPct val="0"/>
              </a:spcAft>
            </a:pPr>
            <a:r>
              <a:rPr lang="en-US" altLang="en-US" sz="1600" dirty="0">
                <a:solidFill>
                  <a:schemeClr val="tx2"/>
                </a:solidFill>
                <a:latin typeface="Arial" panose="020B0604020202020204" pitchFamily="34" charset="0"/>
              </a:rPr>
              <a:t>Incorporates clinical, pathologic, and socioeconomic variables</a:t>
            </a:r>
          </a:p>
          <a:p>
            <a:pPr marL="742950" lvl="2" indent="-285750" eaLnBrk="0" fontAlgn="base" hangingPunct="0">
              <a:spcBef>
                <a:spcPct val="0"/>
              </a:spcBef>
              <a:spcAft>
                <a:spcPct val="0"/>
              </a:spcAft>
            </a:pPr>
            <a:r>
              <a:rPr lang="en-US" altLang="en-US" sz="1600" dirty="0">
                <a:solidFill>
                  <a:schemeClr val="tx2"/>
                </a:solidFill>
                <a:latin typeface="Arial" panose="020B0604020202020204" pitchFamily="34" charset="0"/>
              </a:rPr>
              <a:t>Ensemble learning combines multiple models to improve predictive performance</a:t>
            </a:r>
          </a:p>
          <a:p>
            <a:pPr marL="285750" indent="-285750" eaLnBrk="0" fontAlgn="base" hangingPunct="0">
              <a:spcBef>
                <a:spcPct val="0"/>
              </a:spcBef>
              <a:spcAft>
                <a:spcPct val="0"/>
              </a:spcAft>
              <a:buFont typeface="Arial" panose="020B0604020202020204" pitchFamily="34" charset="0"/>
              <a:buChar char="•"/>
            </a:pPr>
            <a:r>
              <a:rPr lang="en-US" altLang="en-US" dirty="0">
                <a:solidFill>
                  <a:schemeClr val="tx2"/>
                </a:solidFill>
                <a:latin typeface="Arial" panose="020B0604020202020204" pitchFamily="34" charset="0"/>
              </a:rPr>
              <a:t>Intended application: predicting time to recurrence in breast cancer</a:t>
            </a:r>
          </a:p>
          <a:p>
            <a:pPr marL="285750" indent="-285750" eaLnBrk="0" fontAlgn="base" hangingPunct="0">
              <a:spcBef>
                <a:spcPct val="0"/>
              </a:spcBef>
              <a:spcAft>
                <a:spcPct val="0"/>
              </a:spcAft>
              <a:buFont typeface="Arial" panose="020B0604020202020204" pitchFamily="34" charset="0"/>
              <a:buChar char="•"/>
            </a:pPr>
            <a:r>
              <a:rPr lang="en-US" altLang="en-US" dirty="0">
                <a:solidFill>
                  <a:schemeClr val="tx2"/>
                </a:solidFill>
                <a:latin typeface="Arial" panose="020B0604020202020204" pitchFamily="34" charset="0"/>
              </a:rPr>
              <a:t>Ongoing work with Dr. Katherine </a:t>
            </a:r>
            <a:r>
              <a:rPr lang="en-US" altLang="en-US" dirty="0" err="1">
                <a:solidFill>
                  <a:schemeClr val="tx2"/>
                </a:solidFill>
                <a:latin typeface="Arial" panose="020B0604020202020204" pitchFamily="34" charset="0"/>
              </a:rPr>
              <a:t>Panageas</a:t>
            </a:r>
            <a:r>
              <a:rPr lang="en-US" altLang="en-US" dirty="0">
                <a:solidFill>
                  <a:schemeClr val="tx2"/>
                </a:solidFill>
                <a:latin typeface="Arial" panose="020B0604020202020204" pitchFamily="34" charset="0"/>
              </a:rPr>
              <a:t> and Dr. Neha Goel</a:t>
            </a:r>
          </a:p>
          <a:p>
            <a:endParaRPr lang="en-US" dirty="0">
              <a:solidFill>
                <a:schemeClr val="tx2"/>
              </a:solidFill>
            </a:endParaRPr>
          </a:p>
        </p:txBody>
      </p:sp>
      <p:sp>
        <p:nvSpPr>
          <p:cNvPr id="4" name="Text Placeholder 12">
            <a:extLst>
              <a:ext uri="{FF2B5EF4-FFF2-40B4-BE49-F238E27FC236}">
                <a16:creationId xmlns:a16="http://schemas.microsoft.com/office/drawing/2014/main" id="{E9977FC4-D719-52D4-F49A-55CEBBAC1F1E}"/>
              </a:ext>
            </a:extLst>
          </p:cNvPr>
          <p:cNvSpPr txBox="1">
            <a:spLocks/>
          </p:cNvSpPr>
          <p:nvPr/>
        </p:nvSpPr>
        <p:spPr>
          <a:xfrm>
            <a:off x="495514" y="1122027"/>
            <a:ext cx="11184422" cy="295276"/>
          </a:xfrm>
          <a:prstGeom prst="rect">
            <a:avLst/>
          </a:prstGeom>
        </p:spPr>
        <p:txBody>
          <a:bodyPr vert="horz" lIns="0" tIns="0" rIns="0" bIns="0" rtlCol="0" anchor="b">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b="1" kern="1200">
                <a:solidFill>
                  <a:schemeClr val="accent1"/>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Arial" panose="020B0604020202020204" pitchFamily="34" charset="0"/>
              <a:buNone/>
              <a:tabLst/>
              <a:defRPr sz="2000" b="1" kern="1200">
                <a:solidFill>
                  <a:srgbClr val="272524"/>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System Font Regular"/>
              <a:buNone/>
              <a:tabLst/>
              <a:defRPr sz="1800" b="1" kern="1200">
                <a:solidFill>
                  <a:srgbClr val="272524"/>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Arial" panose="020B0604020202020204" pitchFamily="34" charset="0"/>
              <a:buNone/>
              <a:tabLst/>
              <a:defRPr sz="1600" b="1" kern="1200">
                <a:solidFill>
                  <a:srgbClr val="272524"/>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System Font Regular"/>
              <a:buNone/>
              <a:tabLst/>
              <a:defRPr sz="1600" b="1" kern="1200">
                <a:solidFill>
                  <a:srgbClr val="272524"/>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dirty="0"/>
              <a:t>Predictive Modeling</a:t>
            </a:r>
          </a:p>
        </p:txBody>
      </p:sp>
    </p:spTree>
    <p:extLst>
      <p:ext uri="{BB962C8B-B14F-4D97-AF65-F5344CB8AC3E}">
        <p14:creationId xmlns:p14="http://schemas.microsoft.com/office/powerpoint/2010/main" val="2067381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FDD2DA4-B4A9-4953-9957-A7FE03E76861}"/>
              </a:ext>
            </a:extLst>
          </p:cNvPr>
          <p:cNvSpPr>
            <a:spLocks noGrp="1"/>
          </p:cNvSpPr>
          <p:nvPr>
            <p:ph type="sldNum" sz="quarter" idx="11"/>
          </p:nvPr>
        </p:nvSpPr>
        <p:spPr/>
        <p:txBody>
          <a:bodyPr/>
          <a:lstStyle/>
          <a:p>
            <a:fld id="{523A240F-EAFE-E84F-B44C-6D7A08E0E409}" type="slidenum">
              <a:rPr lang="en-US" smtClean="0"/>
              <a:pPr/>
              <a:t>7</a:t>
            </a:fld>
            <a:endParaRPr lang="en-US"/>
          </a:p>
        </p:txBody>
      </p:sp>
      <p:sp>
        <p:nvSpPr>
          <p:cNvPr id="6" name="Footer Placeholder 5">
            <a:extLst>
              <a:ext uri="{FF2B5EF4-FFF2-40B4-BE49-F238E27FC236}">
                <a16:creationId xmlns:a16="http://schemas.microsoft.com/office/drawing/2014/main" id="{64897807-4613-6141-8872-9CD0F142386E}"/>
              </a:ext>
            </a:extLst>
          </p:cNvPr>
          <p:cNvSpPr>
            <a:spLocks noGrp="1"/>
          </p:cNvSpPr>
          <p:nvPr>
            <p:ph type="ftr" sz="quarter" idx="10"/>
          </p:nvPr>
        </p:nvSpPr>
        <p:spPr/>
        <p:txBody>
          <a:bodyPr/>
          <a:lstStyle/>
          <a:p>
            <a:r>
              <a:rPr lang="en-US"/>
              <a:t>MSK Confidential — do not distribute</a:t>
            </a:r>
          </a:p>
        </p:txBody>
      </p:sp>
      <p:sp>
        <p:nvSpPr>
          <p:cNvPr id="9" name="Text Placeholder 8">
            <a:extLst>
              <a:ext uri="{FF2B5EF4-FFF2-40B4-BE49-F238E27FC236}">
                <a16:creationId xmlns:a16="http://schemas.microsoft.com/office/drawing/2014/main" id="{1ED53289-1065-0D3E-C359-DB4A1EACC162}"/>
              </a:ext>
            </a:extLst>
          </p:cNvPr>
          <p:cNvSpPr>
            <a:spLocks noGrp="1"/>
          </p:cNvSpPr>
          <p:nvPr>
            <p:ph type="body" sz="half" idx="2"/>
          </p:nvPr>
        </p:nvSpPr>
        <p:spPr/>
        <p:txBody>
          <a:bodyPr/>
          <a:lstStyle/>
          <a:p>
            <a:endParaRPr lang="en-US"/>
          </a:p>
        </p:txBody>
      </p:sp>
      <p:sp>
        <p:nvSpPr>
          <p:cNvPr id="7" name="Title 6">
            <a:extLst>
              <a:ext uri="{FF2B5EF4-FFF2-40B4-BE49-F238E27FC236}">
                <a16:creationId xmlns:a16="http://schemas.microsoft.com/office/drawing/2014/main" id="{17A580B4-D1F0-AB17-66B7-6675DAF12D80}"/>
              </a:ext>
            </a:extLst>
          </p:cNvPr>
          <p:cNvSpPr>
            <a:spLocks noGrp="1"/>
          </p:cNvSpPr>
          <p:nvPr>
            <p:ph type="title"/>
          </p:nvPr>
        </p:nvSpPr>
        <p:spPr>
          <a:xfrm>
            <a:off x="512064" y="457201"/>
            <a:ext cx="11184423" cy="914400"/>
          </a:xfrm>
        </p:spPr>
        <p:txBody>
          <a:bodyPr/>
          <a:lstStyle/>
          <a:p>
            <a:r>
              <a:rPr lang="en-US"/>
              <a:t>AI for Clinical Care — Large Language Models</a:t>
            </a:r>
          </a:p>
        </p:txBody>
      </p:sp>
      <p:sp>
        <p:nvSpPr>
          <p:cNvPr id="8" name="Content Placeholder 7">
            <a:extLst>
              <a:ext uri="{FF2B5EF4-FFF2-40B4-BE49-F238E27FC236}">
                <a16:creationId xmlns:a16="http://schemas.microsoft.com/office/drawing/2014/main" id="{7DC29EFC-CE73-54E9-9679-C336195EF170}"/>
              </a:ext>
            </a:extLst>
          </p:cNvPr>
          <p:cNvSpPr>
            <a:spLocks noGrp="1"/>
          </p:cNvSpPr>
          <p:nvPr>
            <p:ph idx="1"/>
          </p:nvPr>
        </p:nvSpPr>
        <p:spPr/>
        <p:txBody>
          <a:bodyPr/>
          <a:lstStyle/>
          <a:p>
            <a:pPr marL="285750" indent="-285750">
              <a:buFont typeface="Arial" panose="020B0604020202020204" pitchFamily="34" charset="0"/>
              <a:buChar char="•"/>
            </a:pPr>
            <a:r>
              <a:rPr lang="en-US" dirty="0"/>
              <a:t>Goal - evaluate accuracy and documentation quality of large language models</a:t>
            </a:r>
          </a:p>
          <a:p>
            <a:pPr marL="285750" indent="-285750">
              <a:buFont typeface="Arial" panose="020B0604020202020204" pitchFamily="34" charset="0"/>
              <a:buChar char="•"/>
            </a:pPr>
            <a:r>
              <a:rPr lang="en-US" dirty="0"/>
              <a:t>Impact - reduce burden for nurses and physicians in clinical documentation and standardize the quality information generated</a:t>
            </a:r>
          </a:p>
        </p:txBody>
      </p:sp>
    </p:spTree>
    <p:extLst>
      <p:ext uri="{BB962C8B-B14F-4D97-AF65-F5344CB8AC3E}">
        <p14:creationId xmlns:p14="http://schemas.microsoft.com/office/powerpoint/2010/main" val="2817966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9367743-6C7B-DEDF-4487-4DB4F96A4A69}"/>
              </a:ext>
            </a:extLst>
          </p:cNvPr>
          <p:cNvPicPr>
            <a:picLocks noChangeAspect="1"/>
          </p:cNvPicPr>
          <p:nvPr/>
        </p:nvPicPr>
        <p:blipFill>
          <a:blip r:embed="rId3"/>
          <a:stretch>
            <a:fillRect/>
          </a:stretch>
        </p:blipFill>
        <p:spPr>
          <a:xfrm>
            <a:off x="7218308" y="1432466"/>
            <a:ext cx="4973692" cy="4532041"/>
          </a:xfrm>
          <a:prstGeom prst="rect">
            <a:avLst/>
          </a:prstGeom>
        </p:spPr>
      </p:pic>
      <p:sp>
        <p:nvSpPr>
          <p:cNvPr id="4" name="Slide Number Placeholder 3">
            <a:extLst>
              <a:ext uri="{FF2B5EF4-FFF2-40B4-BE49-F238E27FC236}">
                <a16:creationId xmlns:a16="http://schemas.microsoft.com/office/drawing/2014/main" id="{F62B0F18-1E72-32B6-A36B-9B81BAFF8A40}"/>
              </a:ext>
            </a:extLst>
          </p:cNvPr>
          <p:cNvSpPr>
            <a:spLocks noGrp="1"/>
          </p:cNvSpPr>
          <p:nvPr>
            <p:ph type="sldNum" sz="quarter" idx="11"/>
          </p:nvPr>
        </p:nvSpPr>
        <p:spPr/>
        <p:txBody>
          <a:bodyPr/>
          <a:lstStyle/>
          <a:p>
            <a:fld id="{523A240F-EAFE-E84F-B44C-6D7A08E0E409}" type="slidenum">
              <a:rPr lang="en-US" smtClean="0"/>
              <a:pPr/>
              <a:t>8</a:t>
            </a:fld>
            <a:endParaRPr lang="en-US"/>
          </a:p>
        </p:txBody>
      </p:sp>
      <p:sp>
        <p:nvSpPr>
          <p:cNvPr id="11" name="Footer Placeholder 10">
            <a:extLst>
              <a:ext uri="{FF2B5EF4-FFF2-40B4-BE49-F238E27FC236}">
                <a16:creationId xmlns:a16="http://schemas.microsoft.com/office/drawing/2014/main" id="{226F1849-E205-FC4A-AB3E-63A0EC2593D4}"/>
              </a:ext>
            </a:extLst>
          </p:cNvPr>
          <p:cNvSpPr>
            <a:spLocks noGrp="1"/>
          </p:cNvSpPr>
          <p:nvPr>
            <p:ph type="ftr" sz="quarter" idx="10"/>
          </p:nvPr>
        </p:nvSpPr>
        <p:spPr/>
        <p:txBody>
          <a:bodyPr/>
          <a:lstStyle/>
          <a:p>
            <a:r>
              <a:rPr lang="en-US"/>
              <a:t>MSK Confidential — do not distribute</a:t>
            </a:r>
          </a:p>
        </p:txBody>
      </p:sp>
      <p:sp>
        <p:nvSpPr>
          <p:cNvPr id="12" name="Text Placeholder 11">
            <a:extLst>
              <a:ext uri="{FF2B5EF4-FFF2-40B4-BE49-F238E27FC236}">
                <a16:creationId xmlns:a16="http://schemas.microsoft.com/office/drawing/2014/main" id="{BBB7A432-C3D2-B9C5-B108-0E808C83C67B}"/>
              </a:ext>
            </a:extLst>
          </p:cNvPr>
          <p:cNvSpPr>
            <a:spLocks noGrp="1"/>
          </p:cNvSpPr>
          <p:nvPr>
            <p:ph type="body" sz="half" idx="2"/>
          </p:nvPr>
        </p:nvSpPr>
        <p:spPr/>
        <p:txBody>
          <a:bodyPr/>
          <a:lstStyle/>
          <a:p>
            <a:r>
              <a:rPr lang="en-US"/>
              <a:t>Source: </a:t>
            </a:r>
            <a:r>
              <a:rPr lang="en-US" i="1"/>
              <a:t>TensorFlow Word Embeddings</a:t>
            </a:r>
            <a:r>
              <a:rPr lang="en-US"/>
              <a:t>, Scaler Topics (</a:t>
            </a:r>
            <a:r>
              <a:rPr lang="en-US">
                <a:hlinkClick r:id="rId4"/>
              </a:rPr>
              <a:t>https://www.scaler.com/topics/tensorflow/tensorflow-word-embeddings/</a:t>
            </a:r>
            <a:r>
              <a:rPr lang="en-US"/>
              <a:t>)</a:t>
            </a:r>
          </a:p>
        </p:txBody>
      </p:sp>
      <p:sp>
        <p:nvSpPr>
          <p:cNvPr id="8" name="Title 7">
            <a:extLst>
              <a:ext uri="{FF2B5EF4-FFF2-40B4-BE49-F238E27FC236}">
                <a16:creationId xmlns:a16="http://schemas.microsoft.com/office/drawing/2014/main" id="{09C86CDB-F7C3-7916-DC0E-E3A114DE1774}"/>
              </a:ext>
            </a:extLst>
          </p:cNvPr>
          <p:cNvSpPr>
            <a:spLocks noGrp="1"/>
          </p:cNvSpPr>
          <p:nvPr>
            <p:ph type="title"/>
          </p:nvPr>
        </p:nvSpPr>
        <p:spPr/>
        <p:txBody>
          <a:bodyPr/>
          <a:lstStyle/>
          <a:p>
            <a:r>
              <a:rPr lang="en-US" dirty="0"/>
              <a:t>What is Natural Language Processing (NLP)?</a:t>
            </a:r>
          </a:p>
        </p:txBody>
      </p:sp>
      <p:sp>
        <p:nvSpPr>
          <p:cNvPr id="13" name="Text Placeholder 12">
            <a:extLst>
              <a:ext uri="{FF2B5EF4-FFF2-40B4-BE49-F238E27FC236}">
                <a16:creationId xmlns:a16="http://schemas.microsoft.com/office/drawing/2014/main" id="{6DE24B31-4973-150D-EE9C-5E4D2282BFF3}"/>
              </a:ext>
            </a:extLst>
          </p:cNvPr>
          <p:cNvSpPr>
            <a:spLocks noGrp="1"/>
          </p:cNvSpPr>
          <p:nvPr>
            <p:ph type="body" idx="12"/>
          </p:nvPr>
        </p:nvSpPr>
        <p:spPr/>
        <p:txBody>
          <a:bodyPr/>
          <a:lstStyle/>
          <a:p>
            <a:r>
              <a:rPr lang="en-US"/>
              <a:t>Background</a:t>
            </a:r>
          </a:p>
        </p:txBody>
      </p:sp>
      <p:sp>
        <p:nvSpPr>
          <p:cNvPr id="9" name="Content Placeholder 8">
            <a:extLst>
              <a:ext uri="{FF2B5EF4-FFF2-40B4-BE49-F238E27FC236}">
                <a16:creationId xmlns:a16="http://schemas.microsoft.com/office/drawing/2014/main" id="{D45B1771-A198-FBE4-5585-6BA32D12BB7B}"/>
              </a:ext>
            </a:extLst>
          </p:cNvPr>
          <p:cNvSpPr>
            <a:spLocks noGrp="1"/>
          </p:cNvSpPr>
          <p:nvPr>
            <p:ph idx="1"/>
          </p:nvPr>
        </p:nvSpPr>
        <p:spPr>
          <a:xfrm>
            <a:off x="410464" y="1559766"/>
            <a:ext cx="6650736" cy="4404741"/>
          </a:xfrm>
        </p:spPr>
        <p:txBody>
          <a:bodyPr/>
          <a:lstStyle/>
          <a:p>
            <a:pPr marL="285750" lvl="0" indent="-285750" eaLnBrk="0" fontAlgn="base" hangingPunct="0">
              <a:spcBef>
                <a:spcPct val="0"/>
              </a:spcBef>
              <a:spcAft>
                <a:spcPct val="0"/>
              </a:spcAft>
              <a:buFont typeface="Arial" panose="020B0604020202020204" pitchFamily="34" charset="0"/>
              <a:buChar char="•"/>
            </a:pPr>
            <a:r>
              <a:rPr lang="en-US" altLang="en-US" sz="2000" dirty="0">
                <a:solidFill>
                  <a:schemeClr val="tx2"/>
                </a:solidFill>
                <a:latin typeface="Arial" panose="020B0604020202020204" pitchFamily="34" charset="0"/>
              </a:rPr>
              <a:t>NLP is how computers read, interpret, and generate human language</a:t>
            </a:r>
          </a:p>
          <a:p>
            <a:pPr marL="285750" lvl="0" indent="-285750" eaLnBrk="0" fontAlgn="base" hangingPunct="0">
              <a:spcBef>
                <a:spcPct val="0"/>
              </a:spcBef>
              <a:spcAft>
                <a:spcPct val="0"/>
              </a:spcAft>
              <a:buFont typeface="Arial" panose="020B0604020202020204" pitchFamily="34" charset="0"/>
              <a:buChar char="•"/>
            </a:pPr>
            <a:r>
              <a:rPr lang="en-US" altLang="en-US" sz="2000" dirty="0">
                <a:solidFill>
                  <a:schemeClr val="tx2"/>
                </a:solidFill>
                <a:latin typeface="Arial" panose="020B0604020202020204" pitchFamily="34" charset="0"/>
              </a:rPr>
              <a:t>Modern NLP represents words as numbers so models can learn meaning and relationships</a:t>
            </a:r>
          </a:p>
          <a:p>
            <a:pPr marL="285750" lvl="0" indent="-285750" eaLnBrk="0" fontAlgn="base" hangingPunct="0">
              <a:spcBef>
                <a:spcPct val="0"/>
              </a:spcBef>
              <a:spcAft>
                <a:spcPct val="0"/>
              </a:spcAft>
              <a:buFont typeface="Arial" panose="020B0604020202020204" pitchFamily="34" charset="0"/>
              <a:buChar char="•"/>
            </a:pPr>
            <a:r>
              <a:rPr lang="en-US" altLang="en-US" sz="2000" dirty="0">
                <a:solidFill>
                  <a:schemeClr val="tx2"/>
                </a:solidFill>
                <a:latin typeface="Arial" panose="020B0604020202020204" pitchFamily="34" charset="0"/>
              </a:rPr>
              <a:t>Words with similar meaning end up close together in this numerical space</a:t>
            </a:r>
          </a:p>
          <a:p>
            <a:pPr marL="285750" indent="-285750">
              <a:buFont typeface="Arial" panose="020B0604020202020204" pitchFamily="34" charset="0"/>
              <a:buChar char="•"/>
            </a:pPr>
            <a:endParaRPr lang="en-US" sz="1600" dirty="0"/>
          </a:p>
        </p:txBody>
      </p:sp>
    </p:spTree>
    <p:extLst>
      <p:ext uri="{BB962C8B-B14F-4D97-AF65-F5344CB8AC3E}">
        <p14:creationId xmlns:p14="http://schemas.microsoft.com/office/powerpoint/2010/main" val="1362201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FDD5E-2835-92AB-DFD0-99E4411A723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2AA1630-A917-03C8-43F7-E7A0919DDC28}"/>
              </a:ext>
            </a:extLst>
          </p:cNvPr>
          <p:cNvSpPr>
            <a:spLocks noGrp="1"/>
          </p:cNvSpPr>
          <p:nvPr>
            <p:ph type="sldNum" sz="quarter" idx="11"/>
          </p:nvPr>
        </p:nvSpPr>
        <p:spPr/>
        <p:txBody>
          <a:bodyPr/>
          <a:lstStyle/>
          <a:p>
            <a:fld id="{523A240F-EAFE-E84F-B44C-6D7A08E0E409}" type="slidenum">
              <a:rPr lang="en-US" smtClean="0"/>
              <a:pPr/>
              <a:t>9</a:t>
            </a:fld>
            <a:endParaRPr lang="en-US"/>
          </a:p>
        </p:txBody>
      </p:sp>
      <p:sp>
        <p:nvSpPr>
          <p:cNvPr id="11" name="Footer Placeholder 10">
            <a:extLst>
              <a:ext uri="{FF2B5EF4-FFF2-40B4-BE49-F238E27FC236}">
                <a16:creationId xmlns:a16="http://schemas.microsoft.com/office/drawing/2014/main" id="{209F9CAD-13E9-8CB7-848A-31C45CD9E490}"/>
              </a:ext>
            </a:extLst>
          </p:cNvPr>
          <p:cNvSpPr>
            <a:spLocks noGrp="1"/>
          </p:cNvSpPr>
          <p:nvPr>
            <p:ph type="ftr" sz="quarter" idx="10"/>
          </p:nvPr>
        </p:nvSpPr>
        <p:spPr/>
        <p:txBody>
          <a:bodyPr/>
          <a:lstStyle/>
          <a:p>
            <a:r>
              <a:rPr lang="en-US"/>
              <a:t>MSK Confidential — do not distribute</a:t>
            </a:r>
          </a:p>
        </p:txBody>
      </p:sp>
      <p:sp>
        <p:nvSpPr>
          <p:cNvPr id="12" name="Text Placeholder 11">
            <a:extLst>
              <a:ext uri="{FF2B5EF4-FFF2-40B4-BE49-F238E27FC236}">
                <a16:creationId xmlns:a16="http://schemas.microsoft.com/office/drawing/2014/main" id="{A76F55E3-AB93-384F-39C1-310F65AD01A7}"/>
              </a:ext>
            </a:extLst>
          </p:cNvPr>
          <p:cNvSpPr>
            <a:spLocks noGrp="1"/>
          </p:cNvSpPr>
          <p:nvPr>
            <p:ph type="body" sz="half" idx="2"/>
          </p:nvPr>
        </p:nvSpPr>
        <p:spPr/>
        <p:txBody>
          <a:bodyPr/>
          <a:lstStyle/>
          <a:p>
            <a:r>
              <a:rPr lang="en-US"/>
              <a:t>Vaswani A, et al. </a:t>
            </a:r>
            <a:r>
              <a:rPr lang="en-US" i="1"/>
              <a:t>Attention Is All You Need.</a:t>
            </a:r>
            <a:r>
              <a:rPr lang="en-US"/>
              <a:t> </a:t>
            </a:r>
            <a:r>
              <a:rPr lang="en-US" err="1"/>
              <a:t>NeurIPS</a:t>
            </a:r>
            <a:r>
              <a:rPr lang="en-US"/>
              <a:t>, 2017.</a:t>
            </a:r>
          </a:p>
        </p:txBody>
      </p:sp>
      <p:sp>
        <p:nvSpPr>
          <p:cNvPr id="8" name="Title 7">
            <a:extLst>
              <a:ext uri="{FF2B5EF4-FFF2-40B4-BE49-F238E27FC236}">
                <a16:creationId xmlns:a16="http://schemas.microsoft.com/office/drawing/2014/main" id="{2F2F9202-D2AD-4B9C-16A8-CDD82FA64C2D}"/>
              </a:ext>
            </a:extLst>
          </p:cNvPr>
          <p:cNvSpPr>
            <a:spLocks noGrp="1"/>
          </p:cNvSpPr>
          <p:nvPr>
            <p:ph type="title"/>
          </p:nvPr>
        </p:nvSpPr>
        <p:spPr>
          <a:xfrm>
            <a:off x="503788" y="1121251"/>
            <a:ext cx="11184423" cy="555813"/>
          </a:xfrm>
        </p:spPr>
        <p:txBody>
          <a:bodyPr/>
          <a:lstStyle/>
          <a:p>
            <a:r>
              <a:rPr lang="en-US" dirty="0"/>
              <a:t>From traditional NLP models → LLM</a:t>
            </a:r>
          </a:p>
        </p:txBody>
      </p:sp>
      <p:sp>
        <p:nvSpPr>
          <p:cNvPr id="13" name="Text Placeholder 12">
            <a:extLst>
              <a:ext uri="{FF2B5EF4-FFF2-40B4-BE49-F238E27FC236}">
                <a16:creationId xmlns:a16="http://schemas.microsoft.com/office/drawing/2014/main" id="{D6908845-F19B-7541-8708-9C5DF3F9D8B7}"/>
              </a:ext>
            </a:extLst>
          </p:cNvPr>
          <p:cNvSpPr>
            <a:spLocks noGrp="1"/>
          </p:cNvSpPr>
          <p:nvPr>
            <p:ph type="body" idx="12"/>
          </p:nvPr>
        </p:nvSpPr>
        <p:spPr>
          <a:xfrm>
            <a:off x="503788" y="622863"/>
            <a:ext cx="11184422" cy="295276"/>
          </a:xfrm>
        </p:spPr>
        <p:txBody>
          <a:bodyPr/>
          <a:lstStyle/>
          <a:p>
            <a:r>
              <a:rPr lang="en-US"/>
              <a:t>Background</a:t>
            </a:r>
          </a:p>
        </p:txBody>
      </p:sp>
      <p:sp>
        <p:nvSpPr>
          <p:cNvPr id="6" name="Content Placeholder 5">
            <a:extLst>
              <a:ext uri="{FF2B5EF4-FFF2-40B4-BE49-F238E27FC236}">
                <a16:creationId xmlns:a16="http://schemas.microsoft.com/office/drawing/2014/main" id="{88899BE8-4473-903E-70AF-CBE106C5CB80}"/>
              </a:ext>
            </a:extLst>
          </p:cNvPr>
          <p:cNvSpPr>
            <a:spLocks noGrp="1"/>
          </p:cNvSpPr>
          <p:nvPr>
            <p:ph idx="1"/>
          </p:nvPr>
        </p:nvSpPr>
        <p:spPr>
          <a:xfrm>
            <a:off x="495514" y="1969910"/>
            <a:ext cx="11184422" cy="4404741"/>
          </a:xfrm>
        </p:spPr>
        <p:txBody>
          <a:bodyPr/>
          <a:lstStyle/>
          <a:p>
            <a:pPr marL="514350" lvl="1" indent="-285750" eaLnBrk="0" fontAlgn="base" hangingPunct="0">
              <a:spcBef>
                <a:spcPct val="0"/>
              </a:spcBef>
              <a:spcAft>
                <a:spcPct val="0"/>
              </a:spcAft>
            </a:pPr>
            <a:r>
              <a:rPr lang="en-US" altLang="en-US" dirty="0">
                <a:solidFill>
                  <a:schemeClr val="tx2"/>
                </a:solidFill>
                <a:latin typeface="Arial" panose="020B0604020202020204" pitchFamily="34" charset="0"/>
              </a:rPr>
              <a:t>Traditional NLP models (~1990s – early 2010s)</a:t>
            </a:r>
          </a:p>
          <a:p>
            <a:pPr marL="742950" lvl="2" indent="-285750" eaLnBrk="0" fontAlgn="base" hangingPunct="0">
              <a:spcBef>
                <a:spcPct val="0"/>
              </a:spcBef>
              <a:spcAft>
                <a:spcPct val="0"/>
              </a:spcAft>
            </a:pPr>
            <a:r>
              <a:rPr lang="en-US" dirty="0">
                <a:solidFill>
                  <a:schemeClr val="tx2"/>
                </a:solidFill>
              </a:rPr>
              <a:t>Rule based systems relying on keyword matching and dictionaries for information extraction</a:t>
            </a:r>
          </a:p>
          <a:p>
            <a:pPr marL="514350" lvl="1" indent="-285750" eaLnBrk="0" fontAlgn="base" hangingPunct="0">
              <a:spcBef>
                <a:spcPct val="0"/>
              </a:spcBef>
              <a:spcAft>
                <a:spcPct val="0"/>
              </a:spcAft>
            </a:pPr>
            <a:r>
              <a:rPr lang="en-US" altLang="en-US" dirty="0">
                <a:solidFill>
                  <a:schemeClr val="tx2"/>
                </a:solidFill>
                <a:latin typeface="Arial" panose="020B0604020202020204" pitchFamily="34" charset="0"/>
              </a:rPr>
              <a:t>Neural NLP models (~2013 – 2016) </a:t>
            </a:r>
          </a:p>
          <a:p>
            <a:pPr marL="742950" lvl="2" indent="-285750" eaLnBrk="0" fontAlgn="base" hangingPunct="0">
              <a:spcBef>
                <a:spcPct val="0"/>
              </a:spcBef>
              <a:spcAft>
                <a:spcPct val="0"/>
              </a:spcAft>
            </a:pPr>
            <a:r>
              <a:rPr lang="en-US" altLang="en-US" dirty="0">
                <a:solidFill>
                  <a:schemeClr val="tx2"/>
                </a:solidFill>
                <a:latin typeface="Arial" panose="020B0604020202020204" pitchFamily="34" charset="0"/>
              </a:rPr>
              <a:t>Recurrent neural networks (RNNs) - read text sequentially keeping a running memory of what came before, however lose information in long documents</a:t>
            </a:r>
          </a:p>
          <a:p>
            <a:pPr marL="742950" lvl="2" indent="-285750" eaLnBrk="0" fontAlgn="base" hangingPunct="0">
              <a:spcBef>
                <a:spcPct val="0"/>
              </a:spcBef>
              <a:spcAft>
                <a:spcPct val="0"/>
              </a:spcAft>
            </a:pPr>
            <a:r>
              <a:rPr lang="en-US" altLang="en-US" dirty="0">
                <a:solidFill>
                  <a:schemeClr val="tx2"/>
                </a:solidFill>
                <a:latin typeface="Arial" panose="020B0604020202020204" pitchFamily="34" charset="0"/>
              </a:rPr>
              <a:t>Convolutional neural networks (CNNs) - detect local text patterns, however limited global context</a:t>
            </a:r>
          </a:p>
          <a:p>
            <a:pPr marL="514350" lvl="1" indent="-285750" eaLnBrk="0" fontAlgn="base" hangingPunct="0">
              <a:spcBef>
                <a:spcPct val="0"/>
              </a:spcBef>
              <a:spcAft>
                <a:spcPct val="0"/>
              </a:spcAft>
            </a:pPr>
            <a:r>
              <a:rPr lang="en-US" altLang="en-US" dirty="0">
                <a:solidFill>
                  <a:schemeClr val="tx2"/>
                </a:solidFill>
                <a:latin typeface="Arial" panose="020B0604020202020204" pitchFamily="34" charset="0"/>
              </a:rPr>
              <a:t>Transformer architecture (2017)</a:t>
            </a:r>
          </a:p>
          <a:p>
            <a:pPr marL="742950" lvl="2" indent="-285750" eaLnBrk="0" fontAlgn="base" hangingPunct="0">
              <a:spcBef>
                <a:spcPct val="0"/>
              </a:spcBef>
              <a:spcAft>
                <a:spcPct val="0"/>
              </a:spcAft>
            </a:pPr>
            <a:r>
              <a:rPr lang="en-US" altLang="en-US" i="1" dirty="0">
                <a:solidFill>
                  <a:schemeClr val="tx2"/>
                </a:solidFill>
                <a:latin typeface="Arial" panose="020B0604020202020204" pitchFamily="34" charset="0"/>
              </a:rPr>
              <a:t>Attention Is All You Need</a:t>
            </a:r>
            <a:r>
              <a:rPr lang="en-US" altLang="en-US" dirty="0">
                <a:solidFill>
                  <a:schemeClr val="tx2"/>
                </a:solidFill>
                <a:latin typeface="Arial" panose="020B0604020202020204" pitchFamily="34" charset="0"/>
              </a:rPr>
              <a:t> (Vaswani et al.)</a:t>
            </a:r>
          </a:p>
          <a:p>
            <a:pPr marL="742950" lvl="2" indent="-285750" eaLnBrk="0" fontAlgn="base" hangingPunct="0">
              <a:spcBef>
                <a:spcPct val="0"/>
              </a:spcBef>
              <a:spcAft>
                <a:spcPct val="0"/>
              </a:spcAft>
            </a:pPr>
            <a:r>
              <a:rPr lang="en-US" altLang="en-US" dirty="0">
                <a:solidFill>
                  <a:schemeClr val="tx2"/>
                </a:solidFill>
                <a:latin typeface="Arial" panose="020B0604020202020204" pitchFamily="34" charset="0"/>
              </a:rPr>
              <a:t>Introduced self-attention, allowing all words to attend to each other</a:t>
            </a:r>
          </a:p>
          <a:p>
            <a:pPr marL="742950" lvl="2" indent="-285750" eaLnBrk="0" fontAlgn="base" hangingPunct="0">
              <a:spcBef>
                <a:spcPct val="0"/>
              </a:spcBef>
              <a:spcAft>
                <a:spcPct val="0"/>
              </a:spcAft>
            </a:pPr>
            <a:r>
              <a:rPr lang="en-US" altLang="en-US" dirty="0">
                <a:solidFill>
                  <a:schemeClr val="tx2"/>
                </a:solidFill>
                <a:latin typeface="Arial" panose="020B0604020202020204" pitchFamily="34" charset="0"/>
              </a:rPr>
              <a:t>Model relationships across entire documents simultaneously </a:t>
            </a:r>
          </a:p>
          <a:p>
            <a:pPr marL="742950" lvl="2" indent="-285750" eaLnBrk="0" fontAlgn="base" hangingPunct="0">
              <a:spcBef>
                <a:spcPct val="0"/>
              </a:spcBef>
              <a:spcAft>
                <a:spcPct val="0"/>
              </a:spcAft>
            </a:pPr>
            <a:r>
              <a:rPr lang="en-US" altLang="en-US" dirty="0">
                <a:solidFill>
                  <a:schemeClr val="tx2"/>
                </a:solidFill>
                <a:latin typeface="Arial" panose="020B0604020202020204" pitchFamily="34" charset="0"/>
              </a:rPr>
              <a:t>Serve as the foundation of the modern large language model</a:t>
            </a:r>
          </a:p>
          <a:p>
            <a:pPr marL="742950" lvl="2" indent="-285750" eaLnBrk="0" fontAlgn="base" hangingPunct="0">
              <a:spcBef>
                <a:spcPct val="0"/>
              </a:spcBef>
              <a:spcAft>
                <a:spcPct val="0"/>
              </a:spcAft>
            </a:pPr>
            <a:endParaRPr lang="en-US" altLang="en-US" dirty="0">
              <a:solidFill>
                <a:schemeClr val="tx2"/>
              </a:solidFill>
              <a:latin typeface="Arial" panose="020B0604020202020204" pitchFamily="34" charset="0"/>
            </a:endParaRPr>
          </a:p>
          <a:p>
            <a:pPr lvl="0" eaLnBrk="0" fontAlgn="base" hangingPunct="0">
              <a:spcBef>
                <a:spcPct val="0"/>
              </a:spcBef>
              <a:spcAft>
                <a:spcPct val="0"/>
              </a:spcAft>
            </a:pPr>
            <a:endParaRPr lang="en-US" altLang="en-US" dirty="0">
              <a:solidFill>
                <a:schemeClr val="tx2"/>
              </a:solidFill>
              <a:latin typeface="Arial" panose="020B0604020202020204" pitchFamily="34" charset="0"/>
            </a:endParaRPr>
          </a:p>
          <a:p>
            <a:endParaRPr lang="en-US" dirty="0">
              <a:solidFill>
                <a:schemeClr val="tx2"/>
              </a:solidFill>
            </a:endParaRPr>
          </a:p>
        </p:txBody>
      </p:sp>
    </p:spTree>
    <p:extLst>
      <p:ext uri="{BB962C8B-B14F-4D97-AF65-F5344CB8AC3E}">
        <p14:creationId xmlns:p14="http://schemas.microsoft.com/office/powerpoint/2010/main" val="2051829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A2B7D4-9330-33B8-99B5-3B45042ED59D}"/>
              </a:ext>
            </a:extLst>
          </p:cNvPr>
          <p:cNvSpPr>
            <a:spLocks noGrp="1"/>
          </p:cNvSpPr>
          <p:nvPr>
            <p:ph type="sldNum" sz="quarter" idx="11"/>
          </p:nvPr>
        </p:nvSpPr>
        <p:spPr/>
        <p:txBody>
          <a:bodyPr/>
          <a:lstStyle/>
          <a:p>
            <a:fld id="{523A240F-EAFE-E84F-B44C-6D7A08E0E409}" type="slidenum">
              <a:rPr lang="en-US" smtClean="0"/>
              <a:t>10</a:t>
            </a:fld>
            <a:endParaRPr lang="en-US"/>
          </a:p>
        </p:txBody>
      </p:sp>
      <p:sp>
        <p:nvSpPr>
          <p:cNvPr id="3" name="Footer Placeholder 2">
            <a:extLst>
              <a:ext uri="{FF2B5EF4-FFF2-40B4-BE49-F238E27FC236}">
                <a16:creationId xmlns:a16="http://schemas.microsoft.com/office/drawing/2014/main" id="{F899D488-EF3C-7C31-7244-AC9E250E4E5B}"/>
              </a:ext>
            </a:extLst>
          </p:cNvPr>
          <p:cNvSpPr>
            <a:spLocks noGrp="1"/>
          </p:cNvSpPr>
          <p:nvPr>
            <p:ph type="ftr" sz="quarter" idx="10"/>
          </p:nvPr>
        </p:nvSpPr>
        <p:spPr/>
        <p:txBody>
          <a:bodyPr/>
          <a:lstStyle/>
          <a:p>
            <a:r>
              <a:rPr lang="en-US"/>
              <a:t>MSK Confidential — do not distribute</a:t>
            </a:r>
          </a:p>
        </p:txBody>
      </p:sp>
      <p:sp>
        <p:nvSpPr>
          <p:cNvPr id="4" name="Text Placeholder 3">
            <a:extLst>
              <a:ext uri="{FF2B5EF4-FFF2-40B4-BE49-F238E27FC236}">
                <a16:creationId xmlns:a16="http://schemas.microsoft.com/office/drawing/2014/main" id="{3CC78397-DA75-B03E-BBE6-2FB6DB2F5FE1}"/>
              </a:ext>
            </a:extLst>
          </p:cNvPr>
          <p:cNvSpPr>
            <a:spLocks noGrp="1"/>
          </p:cNvSpPr>
          <p:nvPr>
            <p:ph type="body" sz="half" idx="2"/>
          </p:nvPr>
        </p:nvSpPr>
        <p:spPr/>
        <p:txBody>
          <a:bodyPr/>
          <a:lstStyle/>
          <a:p>
            <a:endParaRPr lang="en-US"/>
          </a:p>
        </p:txBody>
      </p:sp>
      <p:sp>
        <p:nvSpPr>
          <p:cNvPr id="5" name="Title 4">
            <a:extLst>
              <a:ext uri="{FF2B5EF4-FFF2-40B4-BE49-F238E27FC236}">
                <a16:creationId xmlns:a16="http://schemas.microsoft.com/office/drawing/2014/main" id="{68A32E07-124F-74E5-0303-4E0F9DEC531A}"/>
              </a:ext>
            </a:extLst>
          </p:cNvPr>
          <p:cNvSpPr>
            <a:spLocks noGrp="1"/>
          </p:cNvSpPr>
          <p:nvPr>
            <p:ph type="title"/>
          </p:nvPr>
        </p:nvSpPr>
        <p:spPr>
          <a:xfrm>
            <a:off x="503788" y="891253"/>
            <a:ext cx="11184423" cy="555813"/>
          </a:xfrm>
        </p:spPr>
        <p:txBody>
          <a:bodyPr/>
          <a:lstStyle/>
          <a:p>
            <a:r>
              <a:rPr lang="en-US" dirty="0"/>
              <a:t>Common clinical tasks for LLMs</a:t>
            </a:r>
          </a:p>
        </p:txBody>
      </p:sp>
      <p:sp>
        <p:nvSpPr>
          <p:cNvPr id="6" name="Text Placeholder 5">
            <a:extLst>
              <a:ext uri="{FF2B5EF4-FFF2-40B4-BE49-F238E27FC236}">
                <a16:creationId xmlns:a16="http://schemas.microsoft.com/office/drawing/2014/main" id="{6D4D9D47-E282-A248-1151-724859729B6E}"/>
              </a:ext>
            </a:extLst>
          </p:cNvPr>
          <p:cNvSpPr>
            <a:spLocks noGrp="1"/>
          </p:cNvSpPr>
          <p:nvPr>
            <p:ph type="body" idx="12"/>
          </p:nvPr>
        </p:nvSpPr>
        <p:spPr/>
        <p:txBody>
          <a:bodyPr/>
          <a:lstStyle/>
          <a:p>
            <a:r>
              <a:rPr lang="en-US"/>
              <a:t>Background</a:t>
            </a:r>
          </a:p>
        </p:txBody>
      </p:sp>
      <p:sp>
        <p:nvSpPr>
          <p:cNvPr id="8" name="Rectangle 1">
            <a:extLst>
              <a:ext uri="{FF2B5EF4-FFF2-40B4-BE49-F238E27FC236}">
                <a16:creationId xmlns:a16="http://schemas.microsoft.com/office/drawing/2014/main" id="{DF0F049D-53E2-46A3-AFDD-F1F45E0524F0}"/>
              </a:ext>
            </a:extLst>
          </p:cNvPr>
          <p:cNvSpPr>
            <a:spLocks noGrp="1" noChangeArrowheads="1"/>
          </p:cNvSpPr>
          <p:nvPr>
            <p:ph idx="1"/>
          </p:nvPr>
        </p:nvSpPr>
        <p:spPr bwMode="auto">
          <a:xfrm>
            <a:off x="503788" y="2004582"/>
            <a:ext cx="11373626"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Font typeface="Arial" panose="020B0604020202020204" pitchFamily="34" charset="0"/>
              <a:buChar char="•"/>
            </a:pPr>
            <a:r>
              <a:rPr lang="en-US" altLang="en-US" dirty="0">
                <a:solidFill>
                  <a:schemeClr val="tx2"/>
                </a:solidFill>
                <a:latin typeface="Arial" panose="020B0604020202020204" pitchFamily="34" charset="0"/>
              </a:rPr>
              <a:t>Clinical summarization</a:t>
            </a:r>
          </a:p>
          <a:p>
            <a:pPr marL="742950" lvl="2" indent="-285750" eaLnBrk="0" fontAlgn="base" hangingPunct="0">
              <a:spcBef>
                <a:spcPct val="0"/>
              </a:spcBef>
              <a:spcAft>
                <a:spcPct val="0"/>
              </a:spcAft>
            </a:pPr>
            <a:r>
              <a:rPr lang="en-US" altLang="en-US" dirty="0">
                <a:solidFill>
                  <a:schemeClr val="tx2"/>
                </a:solidFill>
                <a:latin typeface="Arial" panose="020B0604020202020204" pitchFamily="34" charset="0"/>
              </a:rPr>
              <a:t>Turning long notes, imaging reports, and pathology results into concise, readable summaries</a:t>
            </a:r>
          </a:p>
          <a:p>
            <a:pPr marL="285750" lvl="0" indent="-285750" eaLnBrk="0" fontAlgn="base" hangingPunct="0">
              <a:spcBef>
                <a:spcPct val="0"/>
              </a:spcBef>
              <a:spcAft>
                <a:spcPct val="0"/>
              </a:spcAft>
              <a:buFont typeface="Arial" panose="020B0604020202020204" pitchFamily="34" charset="0"/>
              <a:buChar char="•"/>
            </a:pPr>
            <a:r>
              <a:rPr lang="en-US" altLang="en-US" dirty="0">
                <a:solidFill>
                  <a:schemeClr val="tx2"/>
                </a:solidFill>
                <a:latin typeface="Arial" panose="020B0604020202020204" pitchFamily="34" charset="0"/>
              </a:rPr>
              <a:t>Information extraction</a:t>
            </a:r>
          </a:p>
          <a:p>
            <a:pPr marL="742950" lvl="2" indent="-285750" eaLnBrk="0" fontAlgn="base" hangingPunct="0">
              <a:spcBef>
                <a:spcPct val="0"/>
              </a:spcBef>
              <a:spcAft>
                <a:spcPct val="0"/>
              </a:spcAft>
            </a:pPr>
            <a:r>
              <a:rPr lang="en-US" altLang="en-US" dirty="0">
                <a:solidFill>
                  <a:schemeClr val="tx2"/>
                </a:solidFill>
                <a:latin typeface="Arial" panose="020B0604020202020204" pitchFamily="34" charset="0"/>
              </a:rPr>
              <a:t>Identifying and structuring key facts (e.g., diagnoses, measurements, dates, biomarkers) from free text</a:t>
            </a:r>
          </a:p>
          <a:p>
            <a:pPr marL="285750" lvl="0" indent="-285750" eaLnBrk="0" fontAlgn="base" hangingPunct="0">
              <a:spcBef>
                <a:spcPct val="0"/>
              </a:spcBef>
              <a:spcAft>
                <a:spcPct val="0"/>
              </a:spcAft>
              <a:buFont typeface="Arial" panose="020B0604020202020204" pitchFamily="34" charset="0"/>
              <a:buChar char="•"/>
            </a:pPr>
            <a:r>
              <a:rPr lang="en-US" altLang="en-US" dirty="0">
                <a:solidFill>
                  <a:schemeClr val="tx2"/>
                </a:solidFill>
                <a:latin typeface="Arial" panose="020B0604020202020204" pitchFamily="34" charset="0"/>
              </a:rPr>
              <a:t>Question answering over clinical documents</a:t>
            </a:r>
          </a:p>
          <a:p>
            <a:pPr marL="742950" lvl="2" indent="-285750" eaLnBrk="0" fontAlgn="base" hangingPunct="0">
              <a:spcBef>
                <a:spcPct val="0"/>
              </a:spcBef>
              <a:spcAft>
                <a:spcPct val="0"/>
              </a:spcAft>
            </a:pPr>
            <a:r>
              <a:rPr lang="en-US" altLang="en-US" dirty="0">
                <a:solidFill>
                  <a:schemeClr val="tx2"/>
                </a:solidFill>
                <a:latin typeface="Arial" panose="020B0604020202020204" pitchFamily="34" charset="0"/>
              </a:rPr>
              <a:t>Responding to specific clinical questions using information contained in notes and reports</a:t>
            </a:r>
          </a:p>
          <a:p>
            <a:pPr marL="285750" lvl="0" indent="-285750" eaLnBrk="0" fontAlgn="base" hangingPunct="0">
              <a:spcBef>
                <a:spcPct val="0"/>
              </a:spcBef>
              <a:spcAft>
                <a:spcPct val="0"/>
              </a:spcAft>
              <a:buFont typeface="Arial" panose="020B0604020202020204" pitchFamily="34" charset="0"/>
              <a:buChar char="•"/>
            </a:pPr>
            <a:r>
              <a:rPr lang="en-US" altLang="en-US" dirty="0">
                <a:solidFill>
                  <a:schemeClr val="tx2"/>
                </a:solidFill>
                <a:latin typeface="Arial" panose="020B0604020202020204" pitchFamily="34" charset="0"/>
              </a:rPr>
              <a:t>Clinical workflow support</a:t>
            </a:r>
          </a:p>
          <a:p>
            <a:pPr marL="742950" lvl="2" indent="-285750" eaLnBrk="0" fontAlgn="base" hangingPunct="0">
              <a:spcBef>
                <a:spcPct val="0"/>
              </a:spcBef>
              <a:spcAft>
                <a:spcPct val="0"/>
              </a:spcAft>
            </a:pPr>
            <a:r>
              <a:rPr lang="en-US" altLang="en-US" dirty="0">
                <a:solidFill>
                  <a:schemeClr val="tx2"/>
                </a:solidFill>
                <a:latin typeface="Arial" panose="020B0604020202020204" pitchFamily="34" charset="0"/>
              </a:rPr>
              <a:t>Assisting with documentation, decision support, and reducing manual chart review</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2"/>
              </a:solidFill>
              <a:effectLst/>
              <a:latin typeface="Arial" panose="020B0604020202020204" pitchFamily="34" charset="0"/>
            </a:endParaRPr>
          </a:p>
        </p:txBody>
      </p:sp>
    </p:spTree>
    <p:extLst>
      <p:ext uri="{BB962C8B-B14F-4D97-AF65-F5344CB8AC3E}">
        <p14:creationId xmlns:p14="http://schemas.microsoft.com/office/powerpoint/2010/main" val="8400392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3F905-7D76-C598-AC19-0615A754726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E0D962F-B34F-12A2-166F-F06592571E9A}"/>
              </a:ext>
            </a:extLst>
          </p:cNvPr>
          <p:cNvSpPr>
            <a:spLocks noGrp="1"/>
          </p:cNvSpPr>
          <p:nvPr>
            <p:ph type="sldNum" sz="quarter" idx="11"/>
          </p:nvPr>
        </p:nvSpPr>
        <p:spPr/>
        <p:txBody>
          <a:bodyPr/>
          <a:lstStyle/>
          <a:p>
            <a:fld id="{523A240F-EAFE-E84F-B44C-6D7A08E0E409}" type="slidenum">
              <a:rPr lang="en-US" smtClean="0"/>
              <a:pPr/>
              <a:t>11</a:t>
            </a:fld>
            <a:endParaRPr lang="en-US"/>
          </a:p>
        </p:txBody>
      </p:sp>
      <p:sp>
        <p:nvSpPr>
          <p:cNvPr id="11" name="Footer Placeholder 10">
            <a:extLst>
              <a:ext uri="{FF2B5EF4-FFF2-40B4-BE49-F238E27FC236}">
                <a16:creationId xmlns:a16="http://schemas.microsoft.com/office/drawing/2014/main" id="{FCA437F3-A4EF-AA3B-BB8A-914BE8C82573}"/>
              </a:ext>
            </a:extLst>
          </p:cNvPr>
          <p:cNvSpPr>
            <a:spLocks noGrp="1"/>
          </p:cNvSpPr>
          <p:nvPr>
            <p:ph type="ftr" sz="quarter" idx="10"/>
          </p:nvPr>
        </p:nvSpPr>
        <p:spPr/>
        <p:txBody>
          <a:bodyPr/>
          <a:lstStyle/>
          <a:p>
            <a:r>
              <a:rPr lang="en-US"/>
              <a:t>MSK Confidential — do not distribute</a:t>
            </a:r>
          </a:p>
        </p:txBody>
      </p:sp>
      <p:sp>
        <p:nvSpPr>
          <p:cNvPr id="12" name="Text Placeholder 11">
            <a:extLst>
              <a:ext uri="{FF2B5EF4-FFF2-40B4-BE49-F238E27FC236}">
                <a16:creationId xmlns:a16="http://schemas.microsoft.com/office/drawing/2014/main" id="{0796E8A3-044D-BDA4-C973-FAD36841022A}"/>
              </a:ext>
            </a:extLst>
          </p:cNvPr>
          <p:cNvSpPr>
            <a:spLocks noGrp="1"/>
          </p:cNvSpPr>
          <p:nvPr>
            <p:ph type="body" sz="half" idx="2"/>
          </p:nvPr>
        </p:nvSpPr>
        <p:spPr>
          <a:xfrm>
            <a:off x="512064" y="6006189"/>
            <a:ext cx="4434840" cy="577662"/>
          </a:xfrm>
        </p:spPr>
        <p:txBody>
          <a:bodyPr/>
          <a:lstStyle/>
          <a:p>
            <a:r>
              <a:rPr lang="en-US" b="1" dirty="0"/>
              <a:t>Diab KM, Deng J, Wu Y, Yesha Y, Collado-Mesa F, Nguyen P.</a:t>
            </a:r>
            <a:r>
              <a:rPr lang="en-US" dirty="0"/>
              <a:t> </a:t>
            </a:r>
            <a:r>
              <a:rPr lang="en-US" i="1" dirty="0"/>
              <a:t>Natural Language Processing for Breast Imaging: A Systematic Review.</a:t>
            </a:r>
            <a:r>
              <a:rPr lang="en-US" dirty="0"/>
              <a:t> </a:t>
            </a:r>
            <a:r>
              <a:rPr lang="en-US" b="1" dirty="0"/>
              <a:t>Diagnostics.</a:t>
            </a:r>
            <a:r>
              <a:rPr lang="en-US" dirty="0"/>
              <a:t> 2023;13(8):1420. doi:10.3390/diagnostics13081420</a:t>
            </a:r>
          </a:p>
        </p:txBody>
      </p:sp>
      <p:sp>
        <p:nvSpPr>
          <p:cNvPr id="8" name="Title 7">
            <a:extLst>
              <a:ext uri="{FF2B5EF4-FFF2-40B4-BE49-F238E27FC236}">
                <a16:creationId xmlns:a16="http://schemas.microsoft.com/office/drawing/2014/main" id="{F956932E-0544-F327-32C4-91A0D6561868}"/>
              </a:ext>
            </a:extLst>
          </p:cNvPr>
          <p:cNvSpPr>
            <a:spLocks noGrp="1"/>
          </p:cNvSpPr>
          <p:nvPr>
            <p:ph type="title"/>
          </p:nvPr>
        </p:nvSpPr>
        <p:spPr/>
        <p:txBody>
          <a:bodyPr/>
          <a:lstStyle/>
          <a:p>
            <a:r>
              <a:rPr lang="en-US" dirty="0"/>
              <a:t>Breast cancer care: Use of NLP models to generate data from radiologic and pathologic reports</a:t>
            </a:r>
          </a:p>
        </p:txBody>
      </p:sp>
      <p:sp>
        <p:nvSpPr>
          <p:cNvPr id="13" name="Text Placeholder 12">
            <a:extLst>
              <a:ext uri="{FF2B5EF4-FFF2-40B4-BE49-F238E27FC236}">
                <a16:creationId xmlns:a16="http://schemas.microsoft.com/office/drawing/2014/main" id="{3AAA3E21-1089-1C30-8E69-9F97CF7FFB74}"/>
              </a:ext>
            </a:extLst>
          </p:cNvPr>
          <p:cNvSpPr>
            <a:spLocks noGrp="1"/>
          </p:cNvSpPr>
          <p:nvPr>
            <p:ph type="body" idx="12"/>
          </p:nvPr>
        </p:nvSpPr>
        <p:spPr/>
        <p:txBody>
          <a:bodyPr/>
          <a:lstStyle/>
          <a:p>
            <a:r>
              <a:rPr lang="en-US"/>
              <a:t>Prior Research</a:t>
            </a:r>
          </a:p>
        </p:txBody>
      </p:sp>
      <p:sp>
        <p:nvSpPr>
          <p:cNvPr id="2" name="Content Placeholder 1">
            <a:extLst>
              <a:ext uri="{FF2B5EF4-FFF2-40B4-BE49-F238E27FC236}">
                <a16:creationId xmlns:a16="http://schemas.microsoft.com/office/drawing/2014/main" id="{6E666B63-C2A0-0695-84EF-121548B1C8DD}"/>
              </a:ext>
            </a:extLst>
          </p:cNvPr>
          <p:cNvSpPr>
            <a:spLocks noGrp="1" noChangeArrowheads="1"/>
          </p:cNvSpPr>
          <p:nvPr>
            <p:ph idx="1"/>
          </p:nvPr>
        </p:nvSpPr>
        <p:spPr bwMode="auto">
          <a:xfrm>
            <a:off x="512063" y="2296551"/>
            <a:ext cx="10911962"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2"/>
                </a:solidFill>
                <a:effectLst/>
                <a:latin typeface="Arial" panose="020B0604020202020204" pitchFamily="34" charset="0"/>
              </a:rPr>
              <a:t>Prior work focuses on extracting structured fields from reports, not summarizing them</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2"/>
                </a:solidFill>
                <a:effectLst/>
                <a:latin typeface="Arial" panose="020B0604020202020204" pitchFamily="34" charset="0"/>
              </a:rPr>
              <a:t>Most applications target BI-RADS and lesion characteristics across imaging modalities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2"/>
                </a:solidFill>
                <a:effectLst/>
                <a:latin typeface="Arial" panose="020B0604020202020204" pitchFamily="34" charset="0"/>
              </a:rPr>
              <a:t>LLMs are beginning to be explored, but summary quality and clinical accuracy remain under-evaluated</a:t>
            </a:r>
          </a:p>
        </p:txBody>
      </p:sp>
    </p:spTree>
    <p:extLst>
      <p:ext uri="{BB962C8B-B14F-4D97-AF65-F5344CB8AC3E}">
        <p14:creationId xmlns:p14="http://schemas.microsoft.com/office/powerpoint/2010/main" val="8963639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A1B15-8A95-8053-1B6A-93879E1D183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752C91D-46D4-B6DB-6F26-17225981B531}"/>
              </a:ext>
            </a:extLst>
          </p:cNvPr>
          <p:cNvSpPr>
            <a:spLocks noGrp="1"/>
          </p:cNvSpPr>
          <p:nvPr>
            <p:ph type="sldNum" sz="quarter" idx="11"/>
          </p:nvPr>
        </p:nvSpPr>
        <p:spPr/>
        <p:txBody>
          <a:bodyPr/>
          <a:lstStyle/>
          <a:p>
            <a:fld id="{523A240F-EAFE-E84F-B44C-6D7A08E0E409}" type="slidenum">
              <a:rPr lang="en-US" smtClean="0"/>
              <a:pPr/>
              <a:t>12</a:t>
            </a:fld>
            <a:endParaRPr lang="en-US"/>
          </a:p>
        </p:txBody>
      </p:sp>
      <p:sp>
        <p:nvSpPr>
          <p:cNvPr id="11" name="Footer Placeholder 10">
            <a:extLst>
              <a:ext uri="{FF2B5EF4-FFF2-40B4-BE49-F238E27FC236}">
                <a16:creationId xmlns:a16="http://schemas.microsoft.com/office/drawing/2014/main" id="{5908868A-FE76-B02F-CC04-1FF8AA9A0EFC}"/>
              </a:ext>
            </a:extLst>
          </p:cNvPr>
          <p:cNvSpPr>
            <a:spLocks noGrp="1"/>
          </p:cNvSpPr>
          <p:nvPr>
            <p:ph type="ftr" sz="quarter" idx="10"/>
          </p:nvPr>
        </p:nvSpPr>
        <p:spPr/>
        <p:txBody>
          <a:bodyPr/>
          <a:lstStyle/>
          <a:p>
            <a:r>
              <a:rPr lang="en-US"/>
              <a:t>MSK Confidential — do not distribute</a:t>
            </a:r>
          </a:p>
        </p:txBody>
      </p:sp>
      <p:sp>
        <p:nvSpPr>
          <p:cNvPr id="8" name="Title 7">
            <a:extLst>
              <a:ext uri="{FF2B5EF4-FFF2-40B4-BE49-F238E27FC236}">
                <a16:creationId xmlns:a16="http://schemas.microsoft.com/office/drawing/2014/main" id="{196D4FE8-B737-2576-DA7A-A97CBF267E80}"/>
              </a:ext>
            </a:extLst>
          </p:cNvPr>
          <p:cNvSpPr>
            <a:spLocks noGrp="1"/>
          </p:cNvSpPr>
          <p:nvPr>
            <p:ph type="title"/>
          </p:nvPr>
        </p:nvSpPr>
        <p:spPr>
          <a:xfrm>
            <a:off x="512063" y="930793"/>
            <a:ext cx="11184423" cy="555813"/>
          </a:xfrm>
        </p:spPr>
        <p:txBody>
          <a:bodyPr/>
          <a:lstStyle/>
          <a:p>
            <a:r>
              <a:rPr lang="en-US"/>
              <a:t>Shortcomings in current literature</a:t>
            </a:r>
          </a:p>
        </p:txBody>
      </p:sp>
      <p:sp>
        <p:nvSpPr>
          <p:cNvPr id="13" name="Text Placeholder 12">
            <a:extLst>
              <a:ext uri="{FF2B5EF4-FFF2-40B4-BE49-F238E27FC236}">
                <a16:creationId xmlns:a16="http://schemas.microsoft.com/office/drawing/2014/main" id="{E57A64AB-16A8-5738-F42F-3FD0AF2DF0D1}"/>
              </a:ext>
            </a:extLst>
          </p:cNvPr>
          <p:cNvSpPr>
            <a:spLocks noGrp="1"/>
          </p:cNvSpPr>
          <p:nvPr>
            <p:ph type="body" idx="12"/>
          </p:nvPr>
        </p:nvSpPr>
        <p:spPr/>
        <p:txBody>
          <a:bodyPr/>
          <a:lstStyle/>
          <a:p>
            <a:r>
              <a:rPr lang="en-US"/>
              <a:t>The Gap</a:t>
            </a:r>
          </a:p>
        </p:txBody>
      </p:sp>
      <p:sp>
        <p:nvSpPr>
          <p:cNvPr id="9" name="Content Placeholder 8">
            <a:extLst>
              <a:ext uri="{FF2B5EF4-FFF2-40B4-BE49-F238E27FC236}">
                <a16:creationId xmlns:a16="http://schemas.microsoft.com/office/drawing/2014/main" id="{C6D0A1F3-2E6B-FD50-8B0B-6F05F33EBDC7}"/>
              </a:ext>
            </a:extLst>
          </p:cNvPr>
          <p:cNvSpPr>
            <a:spLocks noGrp="1"/>
          </p:cNvSpPr>
          <p:nvPr>
            <p:ph idx="1"/>
          </p:nvPr>
        </p:nvSpPr>
        <p:spPr/>
        <p:txBody>
          <a:bodyPr/>
          <a:lstStyle/>
          <a:p>
            <a:pPr marL="285750" indent="-285750">
              <a:buFontTx/>
              <a:buChar char="-"/>
            </a:pPr>
            <a:r>
              <a:rPr lang="en-US"/>
              <a:t>Often field extraction/classification, rather than comprehensive clinician summary</a:t>
            </a:r>
          </a:p>
          <a:p>
            <a:pPr marL="285750" indent="-285750">
              <a:buFontTx/>
              <a:buChar char="-"/>
            </a:pPr>
            <a:r>
              <a:rPr lang="en-US"/>
              <a:t>Limited work across different modalities—including radiologic and pathologic reports</a:t>
            </a:r>
          </a:p>
        </p:txBody>
      </p:sp>
    </p:spTree>
    <p:extLst>
      <p:ext uri="{BB962C8B-B14F-4D97-AF65-F5344CB8AC3E}">
        <p14:creationId xmlns:p14="http://schemas.microsoft.com/office/powerpoint/2010/main" val="12441726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6087F-36C3-F1D3-63C9-06894A1AC2C2}"/>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1A34F3A-9AC8-7CD8-2343-511EB9EE6300}"/>
              </a:ext>
            </a:extLst>
          </p:cNvPr>
          <p:cNvSpPr>
            <a:spLocks noGrp="1"/>
          </p:cNvSpPr>
          <p:nvPr>
            <p:ph type="sldNum" sz="quarter" idx="11"/>
          </p:nvPr>
        </p:nvSpPr>
        <p:spPr/>
        <p:txBody>
          <a:bodyPr/>
          <a:lstStyle/>
          <a:p>
            <a:fld id="{523A240F-EAFE-E84F-B44C-6D7A08E0E409}" type="slidenum">
              <a:rPr lang="en-US" smtClean="0"/>
              <a:pPr/>
              <a:t>13</a:t>
            </a:fld>
            <a:endParaRPr lang="en-US"/>
          </a:p>
        </p:txBody>
      </p:sp>
      <p:sp>
        <p:nvSpPr>
          <p:cNvPr id="3" name="Footer Placeholder 2">
            <a:extLst>
              <a:ext uri="{FF2B5EF4-FFF2-40B4-BE49-F238E27FC236}">
                <a16:creationId xmlns:a16="http://schemas.microsoft.com/office/drawing/2014/main" id="{D5B82BF1-8551-ED31-D71E-FF6DD5D39395}"/>
              </a:ext>
            </a:extLst>
          </p:cNvPr>
          <p:cNvSpPr>
            <a:spLocks noGrp="1"/>
          </p:cNvSpPr>
          <p:nvPr>
            <p:ph type="ftr" sz="quarter" idx="10"/>
          </p:nvPr>
        </p:nvSpPr>
        <p:spPr/>
        <p:txBody>
          <a:bodyPr/>
          <a:lstStyle/>
          <a:p>
            <a:r>
              <a:rPr lang="en-US"/>
              <a:t>MSK Confidential — do not distribute</a:t>
            </a:r>
          </a:p>
        </p:txBody>
      </p:sp>
      <p:sp>
        <p:nvSpPr>
          <p:cNvPr id="11" name="Title 10">
            <a:extLst>
              <a:ext uri="{FF2B5EF4-FFF2-40B4-BE49-F238E27FC236}">
                <a16:creationId xmlns:a16="http://schemas.microsoft.com/office/drawing/2014/main" id="{DBF1A89A-12EA-BED5-A7DB-8F2A860C7850}"/>
              </a:ext>
            </a:extLst>
          </p:cNvPr>
          <p:cNvSpPr>
            <a:spLocks noGrp="1"/>
          </p:cNvSpPr>
          <p:nvPr>
            <p:ph type="title"/>
          </p:nvPr>
        </p:nvSpPr>
        <p:spPr/>
        <p:txBody>
          <a:bodyPr/>
          <a:lstStyle/>
          <a:p>
            <a:r>
              <a:rPr lang="en-US" dirty="0"/>
              <a:t>Study Design &amp; Data Sources</a:t>
            </a:r>
          </a:p>
        </p:txBody>
      </p:sp>
      <p:sp>
        <p:nvSpPr>
          <p:cNvPr id="5" name="Text Placeholder 4">
            <a:extLst>
              <a:ext uri="{FF2B5EF4-FFF2-40B4-BE49-F238E27FC236}">
                <a16:creationId xmlns:a16="http://schemas.microsoft.com/office/drawing/2014/main" id="{11DF593B-9640-603A-0E48-3C53CA1EA246}"/>
              </a:ext>
            </a:extLst>
          </p:cNvPr>
          <p:cNvSpPr>
            <a:spLocks noGrp="1"/>
          </p:cNvSpPr>
          <p:nvPr>
            <p:ph type="body" idx="12"/>
          </p:nvPr>
        </p:nvSpPr>
        <p:spPr/>
        <p:txBody>
          <a:bodyPr/>
          <a:lstStyle/>
          <a:p>
            <a:r>
              <a:rPr lang="en-US" dirty="0"/>
              <a:t>Methods</a:t>
            </a:r>
          </a:p>
        </p:txBody>
      </p:sp>
      <p:sp>
        <p:nvSpPr>
          <p:cNvPr id="4" name="Rectangle 1">
            <a:extLst>
              <a:ext uri="{FF2B5EF4-FFF2-40B4-BE49-F238E27FC236}">
                <a16:creationId xmlns:a16="http://schemas.microsoft.com/office/drawing/2014/main" id="{50D205F6-D221-C180-44E3-D7D77D7ADD32}"/>
              </a:ext>
            </a:extLst>
          </p:cNvPr>
          <p:cNvSpPr>
            <a:spLocks noGrp="1" noChangeArrowheads="1"/>
          </p:cNvSpPr>
          <p:nvPr>
            <p:ph idx="1"/>
          </p:nvPr>
        </p:nvSpPr>
        <p:spPr bwMode="auto">
          <a:xfrm>
            <a:off x="510515" y="2042843"/>
            <a:ext cx="2415349" cy="2339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400" b="1" dirty="0"/>
              <a:t>Data sources</a:t>
            </a:r>
          </a:p>
          <a:p>
            <a:pPr marL="514350" lvl="1" indent="-285750"/>
            <a:r>
              <a:rPr lang="en-US" sz="1400" dirty="0"/>
              <a:t>Outside hospital radiology reports</a:t>
            </a:r>
          </a:p>
          <a:p>
            <a:pPr marL="514350" lvl="1" indent="-285750"/>
            <a:r>
              <a:rPr lang="en-US" sz="1400" dirty="0"/>
              <a:t>Outside hospital pathology reports</a:t>
            </a:r>
          </a:p>
          <a:p>
            <a:pPr marL="514350" lvl="1" indent="-285750"/>
            <a:r>
              <a:rPr lang="en-US" sz="1400" dirty="0"/>
              <a:t>Internal MSK radiology review</a:t>
            </a:r>
          </a:p>
          <a:p>
            <a:pPr marL="514350" lvl="1" indent="-285750"/>
            <a:r>
              <a:rPr lang="en-US" sz="1400" dirty="0"/>
              <a:t>Internal MSK pathology review</a:t>
            </a:r>
          </a:p>
        </p:txBody>
      </p:sp>
      <p:sp>
        <p:nvSpPr>
          <p:cNvPr id="8" name="TextBox 7">
            <a:extLst>
              <a:ext uri="{FF2B5EF4-FFF2-40B4-BE49-F238E27FC236}">
                <a16:creationId xmlns:a16="http://schemas.microsoft.com/office/drawing/2014/main" id="{17039FF3-CA88-5A67-0FC5-0C217AC89F32}"/>
              </a:ext>
            </a:extLst>
          </p:cNvPr>
          <p:cNvSpPr txBox="1"/>
          <p:nvPr/>
        </p:nvSpPr>
        <p:spPr>
          <a:xfrm>
            <a:off x="3463222" y="2042843"/>
            <a:ext cx="2666589" cy="1384995"/>
          </a:xfrm>
          <a:prstGeom prst="rect">
            <a:avLst/>
          </a:prstGeom>
          <a:noFill/>
        </p:spPr>
        <p:txBody>
          <a:bodyPr wrap="square">
            <a:spAutoFit/>
          </a:bodyPr>
          <a:lstStyle/>
          <a:p>
            <a:r>
              <a:rPr lang="en-US" sz="1400" b="1" dirty="0">
                <a:solidFill>
                  <a:schemeClr val="tx2"/>
                </a:solidFill>
              </a:rPr>
              <a:t>Breast Surgery Bot (Claude)</a:t>
            </a:r>
          </a:p>
          <a:p>
            <a:pPr marL="742950" lvl="1" indent="-285750">
              <a:buFont typeface="Arial" panose="020B0604020202020204" pitchFamily="34" charset="0"/>
              <a:buChar char="•"/>
            </a:pPr>
            <a:r>
              <a:rPr lang="en-US" sz="1400" dirty="0">
                <a:solidFill>
                  <a:schemeClr val="tx2"/>
                </a:solidFill>
              </a:rPr>
              <a:t>Template based prompt</a:t>
            </a:r>
          </a:p>
          <a:p>
            <a:pPr marL="742950" lvl="1" indent="-285750">
              <a:buFont typeface="Arial" panose="020B0604020202020204" pitchFamily="34" charset="0"/>
              <a:buChar char="•"/>
            </a:pPr>
            <a:r>
              <a:rPr lang="en-US" sz="1400" dirty="0">
                <a:solidFill>
                  <a:schemeClr val="tx2"/>
                </a:solidFill>
              </a:rPr>
              <a:t>Designed to standardize summaries</a:t>
            </a:r>
          </a:p>
        </p:txBody>
      </p:sp>
      <p:sp>
        <p:nvSpPr>
          <p:cNvPr id="12" name="TextBox 11">
            <a:extLst>
              <a:ext uri="{FF2B5EF4-FFF2-40B4-BE49-F238E27FC236}">
                <a16:creationId xmlns:a16="http://schemas.microsoft.com/office/drawing/2014/main" id="{ADA32AF2-C928-3D28-8A69-6AA74ADF53B8}"/>
              </a:ext>
            </a:extLst>
          </p:cNvPr>
          <p:cNvSpPr txBox="1"/>
          <p:nvPr/>
        </p:nvSpPr>
        <p:spPr>
          <a:xfrm>
            <a:off x="6224610" y="2037914"/>
            <a:ext cx="2915018" cy="1600438"/>
          </a:xfrm>
          <a:prstGeom prst="rect">
            <a:avLst/>
          </a:prstGeom>
          <a:noFill/>
        </p:spPr>
        <p:txBody>
          <a:bodyPr wrap="square">
            <a:spAutoFit/>
          </a:bodyPr>
          <a:lstStyle/>
          <a:p>
            <a:pPr lvl="1"/>
            <a:r>
              <a:rPr lang="en-US" sz="1400" b="1" dirty="0">
                <a:solidFill>
                  <a:schemeClr val="tx2"/>
                </a:solidFill>
              </a:rPr>
              <a:t>Prompt guidance</a:t>
            </a:r>
          </a:p>
          <a:p>
            <a:pPr marL="1200150" lvl="2" indent="-285750">
              <a:buFont typeface="Arial" panose="020B0604020202020204" pitchFamily="34" charset="0"/>
              <a:buChar char="•"/>
            </a:pPr>
            <a:r>
              <a:rPr lang="en-US" sz="1400" dirty="0">
                <a:solidFill>
                  <a:schemeClr val="tx2"/>
                </a:solidFill>
              </a:rPr>
              <a:t>Laterality</a:t>
            </a:r>
          </a:p>
          <a:p>
            <a:pPr marL="1200150" lvl="2" indent="-285750">
              <a:buFont typeface="Arial" panose="020B0604020202020204" pitchFamily="34" charset="0"/>
              <a:buChar char="•"/>
            </a:pPr>
            <a:r>
              <a:rPr lang="en-US" sz="1400" dirty="0">
                <a:solidFill>
                  <a:schemeClr val="tx2"/>
                </a:solidFill>
              </a:rPr>
              <a:t>Abnormality </a:t>
            </a:r>
          </a:p>
          <a:p>
            <a:pPr marL="1200150" lvl="2" indent="-285750">
              <a:buFont typeface="Arial" panose="020B0604020202020204" pitchFamily="34" charset="0"/>
              <a:buChar char="•"/>
            </a:pPr>
            <a:r>
              <a:rPr lang="en-US" sz="1400" dirty="0">
                <a:solidFill>
                  <a:schemeClr val="tx2"/>
                </a:solidFill>
              </a:rPr>
              <a:t>Size</a:t>
            </a:r>
          </a:p>
          <a:p>
            <a:pPr marL="1200150" lvl="2" indent="-285750">
              <a:buFont typeface="Arial" panose="020B0604020202020204" pitchFamily="34" charset="0"/>
              <a:buChar char="•"/>
            </a:pPr>
            <a:r>
              <a:rPr lang="en-US" sz="1400" dirty="0">
                <a:solidFill>
                  <a:schemeClr val="tx2"/>
                </a:solidFill>
              </a:rPr>
              <a:t>Location </a:t>
            </a:r>
          </a:p>
          <a:p>
            <a:pPr marL="1200150" lvl="2" indent="-285750">
              <a:buFont typeface="Arial" panose="020B0604020202020204" pitchFamily="34" charset="0"/>
              <a:buChar char="•"/>
            </a:pPr>
            <a:r>
              <a:rPr lang="en-US" sz="1400" dirty="0">
                <a:solidFill>
                  <a:schemeClr val="tx2"/>
                </a:solidFill>
              </a:rPr>
              <a:t>Interval change</a:t>
            </a:r>
          </a:p>
          <a:p>
            <a:pPr marL="1200150" lvl="2" indent="-285750">
              <a:buFont typeface="Arial" panose="020B0604020202020204" pitchFamily="34" charset="0"/>
              <a:buChar char="•"/>
            </a:pPr>
            <a:r>
              <a:rPr lang="en-US" sz="1400" dirty="0">
                <a:solidFill>
                  <a:schemeClr val="tx2"/>
                </a:solidFill>
              </a:rPr>
              <a:t>Recommendation</a:t>
            </a:r>
          </a:p>
        </p:txBody>
      </p:sp>
      <p:sp>
        <p:nvSpPr>
          <p:cNvPr id="14" name="TextBox 13">
            <a:extLst>
              <a:ext uri="{FF2B5EF4-FFF2-40B4-BE49-F238E27FC236}">
                <a16:creationId xmlns:a16="http://schemas.microsoft.com/office/drawing/2014/main" id="{DC29A322-E6F6-B278-716E-909E27E0B8E2}"/>
              </a:ext>
            </a:extLst>
          </p:cNvPr>
          <p:cNvSpPr txBox="1"/>
          <p:nvPr/>
        </p:nvSpPr>
        <p:spPr>
          <a:xfrm>
            <a:off x="9225135" y="2044005"/>
            <a:ext cx="2666589" cy="1384995"/>
          </a:xfrm>
          <a:prstGeom prst="rect">
            <a:avLst/>
          </a:prstGeom>
          <a:noFill/>
        </p:spPr>
        <p:txBody>
          <a:bodyPr wrap="square">
            <a:spAutoFit/>
          </a:bodyPr>
          <a:lstStyle/>
          <a:p>
            <a:r>
              <a:rPr lang="en-US" sz="1400" b="1" dirty="0">
                <a:solidFill>
                  <a:schemeClr val="tx2"/>
                </a:solidFill>
              </a:rPr>
              <a:t>Generated clinical summary</a:t>
            </a:r>
          </a:p>
          <a:p>
            <a:pPr marL="742950" lvl="1" indent="-285750">
              <a:buFont typeface="Arial" panose="020B0604020202020204" pitchFamily="34" charset="0"/>
              <a:buChar char="•"/>
            </a:pPr>
            <a:r>
              <a:rPr lang="en-US" sz="1400" dirty="0">
                <a:solidFill>
                  <a:schemeClr val="tx2"/>
                </a:solidFill>
              </a:rPr>
              <a:t>Structured </a:t>
            </a:r>
          </a:p>
          <a:p>
            <a:pPr marL="742950" lvl="1" indent="-285750">
              <a:buFont typeface="Arial" panose="020B0604020202020204" pitchFamily="34" charset="0"/>
              <a:buChar char="•"/>
            </a:pPr>
            <a:r>
              <a:rPr lang="en-US" sz="1400" dirty="0">
                <a:solidFill>
                  <a:schemeClr val="tx2"/>
                </a:solidFill>
              </a:rPr>
              <a:t>Complete</a:t>
            </a:r>
          </a:p>
          <a:p>
            <a:pPr marL="742950" lvl="1" indent="-285750">
              <a:buFont typeface="Arial" panose="020B0604020202020204" pitchFamily="34" charset="0"/>
              <a:buChar char="•"/>
            </a:pPr>
            <a:r>
              <a:rPr lang="en-US" sz="1400" dirty="0">
                <a:solidFill>
                  <a:schemeClr val="tx2"/>
                </a:solidFill>
              </a:rPr>
              <a:t>Comparable to staff-generated documentation</a:t>
            </a:r>
          </a:p>
        </p:txBody>
      </p:sp>
      <p:sp>
        <p:nvSpPr>
          <p:cNvPr id="7" name="Arrow: Right 6">
            <a:extLst>
              <a:ext uri="{FF2B5EF4-FFF2-40B4-BE49-F238E27FC236}">
                <a16:creationId xmlns:a16="http://schemas.microsoft.com/office/drawing/2014/main" id="{DFE283BA-0AE4-EDD2-477A-88063F3E862C}"/>
              </a:ext>
            </a:extLst>
          </p:cNvPr>
          <p:cNvSpPr/>
          <p:nvPr/>
        </p:nvSpPr>
        <p:spPr>
          <a:xfrm>
            <a:off x="2867228" y="2919046"/>
            <a:ext cx="431801" cy="295275"/>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58D2FE31-19EA-2002-EE81-6EB8368D2DBE}"/>
              </a:ext>
            </a:extLst>
          </p:cNvPr>
          <p:cNvSpPr/>
          <p:nvPr/>
        </p:nvSpPr>
        <p:spPr>
          <a:xfrm>
            <a:off x="6008710" y="2919047"/>
            <a:ext cx="431801" cy="295275"/>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82CB3599-5F32-34AE-8D2E-7F7E0D39C1BF}"/>
              </a:ext>
            </a:extLst>
          </p:cNvPr>
          <p:cNvSpPr/>
          <p:nvPr/>
        </p:nvSpPr>
        <p:spPr>
          <a:xfrm>
            <a:off x="9009235" y="2919046"/>
            <a:ext cx="431801" cy="295275"/>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33794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D12F528-7FD4-F767-BE26-4F9EDB2AB923}"/>
              </a:ext>
            </a:extLst>
          </p:cNvPr>
          <p:cNvSpPr>
            <a:spLocks noGrp="1"/>
          </p:cNvSpPr>
          <p:nvPr>
            <p:ph type="sldNum" sz="quarter" idx="11"/>
          </p:nvPr>
        </p:nvSpPr>
        <p:spPr/>
        <p:txBody>
          <a:bodyPr/>
          <a:lstStyle/>
          <a:p>
            <a:fld id="{523A240F-EAFE-E84F-B44C-6D7A08E0E409}" type="slidenum">
              <a:rPr lang="en-US" smtClean="0"/>
              <a:pPr/>
              <a:t>14</a:t>
            </a:fld>
            <a:endParaRPr lang="en-US"/>
          </a:p>
        </p:txBody>
      </p:sp>
      <p:sp>
        <p:nvSpPr>
          <p:cNvPr id="3" name="Footer Placeholder 2">
            <a:extLst>
              <a:ext uri="{FF2B5EF4-FFF2-40B4-BE49-F238E27FC236}">
                <a16:creationId xmlns:a16="http://schemas.microsoft.com/office/drawing/2014/main" id="{4019AB22-788C-DA4A-8418-1268FB2A3E56}"/>
              </a:ext>
            </a:extLst>
          </p:cNvPr>
          <p:cNvSpPr>
            <a:spLocks noGrp="1"/>
          </p:cNvSpPr>
          <p:nvPr>
            <p:ph type="ftr" sz="quarter" idx="10"/>
          </p:nvPr>
        </p:nvSpPr>
        <p:spPr/>
        <p:txBody>
          <a:bodyPr/>
          <a:lstStyle/>
          <a:p>
            <a:r>
              <a:rPr lang="en-US"/>
              <a:t>MSK Confidential — do not distribute</a:t>
            </a:r>
          </a:p>
        </p:txBody>
      </p:sp>
      <p:sp>
        <p:nvSpPr>
          <p:cNvPr id="11" name="Title 10">
            <a:extLst>
              <a:ext uri="{FF2B5EF4-FFF2-40B4-BE49-F238E27FC236}">
                <a16:creationId xmlns:a16="http://schemas.microsoft.com/office/drawing/2014/main" id="{499C0C2B-5547-1B79-1BDE-DB5958D417D3}"/>
              </a:ext>
            </a:extLst>
          </p:cNvPr>
          <p:cNvSpPr>
            <a:spLocks noGrp="1"/>
          </p:cNvSpPr>
          <p:nvPr>
            <p:ph type="title"/>
          </p:nvPr>
        </p:nvSpPr>
        <p:spPr/>
        <p:txBody>
          <a:bodyPr/>
          <a:lstStyle/>
          <a:p>
            <a:r>
              <a:rPr lang="en-US"/>
              <a:t>Study Design</a:t>
            </a:r>
          </a:p>
        </p:txBody>
      </p:sp>
      <p:sp>
        <p:nvSpPr>
          <p:cNvPr id="5" name="Text Placeholder 4">
            <a:extLst>
              <a:ext uri="{FF2B5EF4-FFF2-40B4-BE49-F238E27FC236}">
                <a16:creationId xmlns:a16="http://schemas.microsoft.com/office/drawing/2014/main" id="{7F07F52E-231F-97A6-F112-F18BFDEFF242}"/>
              </a:ext>
            </a:extLst>
          </p:cNvPr>
          <p:cNvSpPr>
            <a:spLocks noGrp="1"/>
          </p:cNvSpPr>
          <p:nvPr>
            <p:ph type="body" idx="12"/>
          </p:nvPr>
        </p:nvSpPr>
        <p:spPr/>
        <p:txBody>
          <a:bodyPr/>
          <a:lstStyle/>
          <a:p>
            <a:r>
              <a:rPr lang="en-US"/>
              <a:t>Methods</a:t>
            </a:r>
          </a:p>
        </p:txBody>
      </p:sp>
      <p:sp>
        <p:nvSpPr>
          <p:cNvPr id="6" name="Rectangle 1">
            <a:extLst>
              <a:ext uri="{FF2B5EF4-FFF2-40B4-BE49-F238E27FC236}">
                <a16:creationId xmlns:a16="http://schemas.microsoft.com/office/drawing/2014/main" id="{0B63D134-EB02-9906-A962-7ECE3AAE3100}"/>
              </a:ext>
            </a:extLst>
          </p:cNvPr>
          <p:cNvSpPr>
            <a:spLocks noGrp="1" noChangeArrowheads="1"/>
          </p:cNvSpPr>
          <p:nvPr>
            <p:ph idx="1"/>
          </p:nvPr>
        </p:nvSpPr>
        <p:spPr bwMode="auto">
          <a:xfrm>
            <a:off x="512064" y="1800424"/>
            <a:ext cx="992034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514350" lvl="1" indent="-285750" eaLnBrk="0" fontAlgn="base" hangingPunct="0">
              <a:spcBef>
                <a:spcPct val="0"/>
              </a:spcBef>
              <a:spcAft>
                <a:spcPct val="0"/>
              </a:spcAft>
            </a:pPr>
            <a:r>
              <a:rPr kumimoji="0" lang="en-US" altLang="en-US" b="1" i="0" u="none" strike="noStrike" cap="none" normalizeH="0" baseline="0">
                <a:ln>
                  <a:noFill/>
                </a:ln>
                <a:solidFill>
                  <a:schemeClr val="tx1">
                    <a:lumMod val="50000"/>
                  </a:schemeClr>
                </a:solidFill>
                <a:effectLst/>
                <a:latin typeface="Arial" panose="020B0604020202020204" pitchFamily="34" charset="0"/>
              </a:rPr>
              <a:t>Cohort</a:t>
            </a:r>
            <a:endParaRPr lang="en-US" altLang="en-US">
              <a:solidFill>
                <a:schemeClr val="tx1">
                  <a:lumMod val="50000"/>
                </a:schemeClr>
              </a:solidFill>
              <a:latin typeface="Arial" panose="020B0604020202020204" pitchFamily="34" charset="0"/>
            </a:endParaRPr>
          </a:p>
          <a:p>
            <a:pPr marL="742950" lvl="2" indent="-285750" eaLnBrk="0" fontAlgn="base" hangingPunct="0">
              <a:spcBef>
                <a:spcPct val="0"/>
              </a:spcBef>
              <a:spcAft>
                <a:spcPct val="0"/>
              </a:spcAft>
            </a:pPr>
            <a:r>
              <a:rPr kumimoji="0" lang="en-US" altLang="en-US" b="0" i="0" u="none" strike="noStrike" cap="none" normalizeH="0" baseline="0">
                <a:ln>
                  <a:noFill/>
                </a:ln>
                <a:solidFill>
                  <a:schemeClr val="tx1">
                    <a:lumMod val="50000"/>
                  </a:schemeClr>
                </a:solidFill>
                <a:effectLst/>
                <a:latin typeface="Arial" panose="020B0604020202020204" pitchFamily="34" charset="0"/>
              </a:rPr>
              <a:t>200 breast surgery patients across all department attendings</a:t>
            </a:r>
          </a:p>
          <a:p>
            <a:pPr marL="742950" lvl="2" indent="-285750" eaLnBrk="0" fontAlgn="base" hangingPunct="0">
              <a:spcBef>
                <a:spcPct val="0"/>
              </a:spcBef>
              <a:spcAft>
                <a:spcPct val="0"/>
              </a:spcAft>
            </a:pPr>
            <a:r>
              <a:rPr kumimoji="0" lang="en-US" altLang="en-US" b="0" i="0" u="none" strike="noStrike" cap="none" normalizeH="0" baseline="0">
                <a:ln>
                  <a:noFill/>
                </a:ln>
                <a:solidFill>
                  <a:schemeClr val="tx1">
                    <a:lumMod val="50000"/>
                  </a:schemeClr>
                </a:solidFill>
                <a:effectLst/>
                <a:latin typeface="Arial" panose="020B0604020202020204" pitchFamily="34" charset="0"/>
              </a:rPr>
              <a:t>Retrospective chart review</a:t>
            </a:r>
          </a:p>
          <a:p>
            <a:pPr marL="742950" lvl="2" indent="-285750" eaLnBrk="0" fontAlgn="base" hangingPunct="0">
              <a:spcBef>
                <a:spcPct val="0"/>
              </a:spcBef>
              <a:spcAft>
                <a:spcPct val="0"/>
              </a:spcAft>
            </a:pPr>
            <a:endParaRPr lang="en-US" altLang="en-US">
              <a:solidFill>
                <a:schemeClr val="tx1">
                  <a:lumMod val="50000"/>
                </a:schemeClr>
              </a:solidFill>
              <a:latin typeface="Arial" panose="020B0604020202020204" pitchFamily="34" charset="0"/>
            </a:endParaRPr>
          </a:p>
          <a:p>
            <a:pPr marL="514350" lvl="1" indent="-285750" eaLnBrk="0" fontAlgn="base" hangingPunct="0">
              <a:spcBef>
                <a:spcPct val="0"/>
              </a:spcBef>
              <a:spcAft>
                <a:spcPct val="0"/>
              </a:spcAft>
            </a:pPr>
            <a:r>
              <a:rPr lang="en-US" altLang="en-US" b="1">
                <a:solidFill>
                  <a:schemeClr val="tx1">
                    <a:lumMod val="50000"/>
                  </a:schemeClr>
                </a:solidFill>
                <a:latin typeface="Arial" panose="020B0604020202020204" pitchFamily="34" charset="0"/>
              </a:rPr>
              <a:t>Validation</a:t>
            </a:r>
            <a:endParaRPr lang="en-US" altLang="en-US">
              <a:solidFill>
                <a:schemeClr val="tx1">
                  <a:lumMod val="50000"/>
                </a:schemeClr>
              </a:solidFill>
              <a:latin typeface="Arial" panose="020B0604020202020204" pitchFamily="34" charset="0"/>
            </a:endParaRPr>
          </a:p>
          <a:p>
            <a:pPr marL="742950" lvl="2" indent="-285750" eaLnBrk="0" fontAlgn="base" hangingPunct="0">
              <a:spcBef>
                <a:spcPct val="0"/>
              </a:spcBef>
              <a:spcAft>
                <a:spcPct val="0"/>
              </a:spcAft>
            </a:pPr>
            <a:r>
              <a:rPr lang="en-US" altLang="en-US">
                <a:solidFill>
                  <a:schemeClr val="tx1">
                    <a:lumMod val="50000"/>
                  </a:schemeClr>
                </a:solidFill>
                <a:latin typeface="Arial" panose="020B0604020202020204" pitchFamily="34" charset="0"/>
              </a:rPr>
              <a:t>Staff-generated summary and LLM-generated summary compared to source documents</a:t>
            </a:r>
          </a:p>
          <a:p>
            <a:pPr marL="742950" lvl="2" indent="-285750" eaLnBrk="0" fontAlgn="base" hangingPunct="0">
              <a:spcBef>
                <a:spcPct val="0"/>
              </a:spcBef>
              <a:spcAft>
                <a:spcPct val="0"/>
              </a:spcAft>
            </a:pPr>
            <a:r>
              <a:rPr lang="en-US" altLang="en-US">
                <a:solidFill>
                  <a:schemeClr val="tx1">
                    <a:lumMod val="50000"/>
                  </a:schemeClr>
                </a:solidFill>
                <a:latin typeface="Arial" panose="020B0604020202020204" pitchFamily="34" charset="0"/>
              </a:rPr>
              <a:t>Evaluation of completeness, accuracy, and clinical concordance</a:t>
            </a:r>
          </a:p>
          <a:p>
            <a:pPr marL="742950" lvl="2" indent="-285750" eaLnBrk="0" fontAlgn="base" hangingPunct="0">
              <a:spcBef>
                <a:spcPct val="0"/>
              </a:spcBef>
              <a:spcAft>
                <a:spcPct val="0"/>
              </a:spcAft>
            </a:pPr>
            <a:endParaRPr kumimoji="0" lang="en-US" altLang="en-US" b="0" i="0" u="none" strike="noStrike" cap="none" normalizeH="0" baseline="0">
              <a:ln>
                <a:noFill/>
              </a:ln>
              <a:solidFill>
                <a:schemeClr val="tx1">
                  <a:lumMod val="50000"/>
                </a:schemeClr>
              </a:solidFill>
              <a:effectLst/>
              <a:latin typeface="Arial" panose="020B0604020202020204" pitchFamily="34" charset="0"/>
            </a:endParaRPr>
          </a:p>
          <a:p>
            <a:pPr marL="742950" lvl="2" indent="-285750" eaLnBrk="0" fontAlgn="base" hangingPunct="0">
              <a:spcBef>
                <a:spcPct val="0"/>
              </a:spcBef>
              <a:spcAft>
                <a:spcPct val="0"/>
              </a:spcAft>
            </a:pPr>
            <a:endParaRPr kumimoji="0" lang="en-US" altLang="en-US" b="0" i="0" u="none" strike="noStrike" cap="none" normalizeH="0" baseline="0">
              <a:ln>
                <a:noFill/>
              </a:ln>
              <a:solidFill>
                <a:schemeClr val="tx1">
                  <a:lumMod val="50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lumMod val="50000"/>
                </a:schemeClr>
              </a:solidFill>
              <a:effectLst/>
              <a:latin typeface="Arial" panose="020B0604020202020204" pitchFamily="34" charset="0"/>
            </a:endParaRPr>
          </a:p>
        </p:txBody>
      </p:sp>
    </p:spTree>
    <p:extLst>
      <p:ext uri="{BB962C8B-B14F-4D97-AF65-F5344CB8AC3E}">
        <p14:creationId xmlns:p14="http://schemas.microsoft.com/office/powerpoint/2010/main" val="16276173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3A0E115-9A05-BA3C-E8F1-B8EB29307E64}"/>
              </a:ext>
            </a:extLst>
          </p:cNvPr>
          <p:cNvSpPr>
            <a:spLocks noGrp="1"/>
          </p:cNvSpPr>
          <p:nvPr>
            <p:ph type="sldNum" sz="quarter" idx="11"/>
          </p:nvPr>
        </p:nvSpPr>
        <p:spPr/>
        <p:txBody>
          <a:bodyPr/>
          <a:lstStyle/>
          <a:p>
            <a:fld id="{523A240F-EAFE-E84F-B44C-6D7A08E0E409}" type="slidenum">
              <a:rPr lang="en-US" smtClean="0"/>
              <a:t>15</a:t>
            </a:fld>
            <a:endParaRPr lang="en-US"/>
          </a:p>
        </p:txBody>
      </p:sp>
      <p:sp>
        <p:nvSpPr>
          <p:cNvPr id="3" name="Footer Placeholder 2">
            <a:extLst>
              <a:ext uri="{FF2B5EF4-FFF2-40B4-BE49-F238E27FC236}">
                <a16:creationId xmlns:a16="http://schemas.microsoft.com/office/drawing/2014/main" id="{09B7CE02-154D-6685-86B4-A17266D2C3D4}"/>
              </a:ext>
            </a:extLst>
          </p:cNvPr>
          <p:cNvSpPr>
            <a:spLocks noGrp="1"/>
          </p:cNvSpPr>
          <p:nvPr>
            <p:ph type="ftr" sz="quarter" idx="10"/>
          </p:nvPr>
        </p:nvSpPr>
        <p:spPr/>
        <p:txBody>
          <a:bodyPr/>
          <a:lstStyle/>
          <a:p>
            <a:r>
              <a:rPr lang="en-US"/>
              <a:t>MSK Confidential — do not distribute</a:t>
            </a:r>
          </a:p>
        </p:txBody>
      </p:sp>
      <p:sp>
        <p:nvSpPr>
          <p:cNvPr id="4" name="Text Placeholder 3">
            <a:extLst>
              <a:ext uri="{FF2B5EF4-FFF2-40B4-BE49-F238E27FC236}">
                <a16:creationId xmlns:a16="http://schemas.microsoft.com/office/drawing/2014/main" id="{9788C65B-4347-8793-7B85-9C7A593A4F89}"/>
              </a:ext>
            </a:extLst>
          </p:cNvPr>
          <p:cNvSpPr>
            <a:spLocks noGrp="1"/>
          </p:cNvSpPr>
          <p:nvPr>
            <p:ph type="body" sz="half" idx="2"/>
          </p:nvPr>
        </p:nvSpPr>
        <p:spPr>
          <a:xfrm>
            <a:off x="465583" y="6623353"/>
            <a:ext cx="4434840" cy="245223"/>
          </a:xfrm>
        </p:spPr>
        <p:txBody>
          <a:bodyPr/>
          <a:lstStyle/>
          <a:p>
            <a:r>
              <a:rPr lang="en-US" dirty="0"/>
              <a:t>Gao S, Young MT, Qiu JX, et al. </a:t>
            </a:r>
            <a:r>
              <a:rPr lang="en-US" i="1" dirty="0"/>
              <a:t>A systematic evaluation of large language models for clinical text summarization.</a:t>
            </a:r>
            <a:r>
              <a:rPr lang="en-US" dirty="0"/>
              <a:t> </a:t>
            </a:r>
            <a:r>
              <a:rPr lang="en-US" b="1" dirty="0" err="1"/>
              <a:t>npj</a:t>
            </a:r>
            <a:r>
              <a:rPr lang="en-US" b="1" dirty="0"/>
              <a:t> Digital Medicine.</a:t>
            </a:r>
            <a:r>
              <a:rPr lang="en-US" dirty="0"/>
              <a:t> 2024.</a:t>
            </a:r>
          </a:p>
          <a:p>
            <a:r>
              <a:rPr lang="en-US" dirty="0"/>
              <a:t>ROUGE &amp; BLEU Scores,” Clement Bourgeois’ Machine Learning Theory Blog,</a:t>
            </a:r>
          </a:p>
          <a:p>
            <a:endParaRPr lang="en-US" dirty="0"/>
          </a:p>
        </p:txBody>
      </p:sp>
      <p:sp>
        <p:nvSpPr>
          <p:cNvPr id="5" name="Title 4">
            <a:extLst>
              <a:ext uri="{FF2B5EF4-FFF2-40B4-BE49-F238E27FC236}">
                <a16:creationId xmlns:a16="http://schemas.microsoft.com/office/drawing/2014/main" id="{C004A58A-B723-98F2-4FDE-E2244326A76B}"/>
              </a:ext>
            </a:extLst>
          </p:cNvPr>
          <p:cNvSpPr>
            <a:spLocks noGrp="1"/>
          </p:cNvSpPr>
          <p:nvPr>
            <p:ph type="title"/>
          </p:nvPr>
        </p:nvSpPr>
        <p:spPr/>
        <p:txBody>
          <a:bodyPr/>
          <a:lstStyle/>
          <a:p>
            <a:r>
              <a:rPr lang="en-US" dirty="0"/>
              <a:t>Evaluation framework</a:t>
            </a:r>
          </a:p>
        </p:txBody>
      </p:sp>
      <p:sp>
        <p:nvSpPr>
          <p:cNvPr id="6" name="Text Placeholder 5">
            <a:extLst>
              <a:ext uri="{FF2B5EF4-FFF2-40B4-BE49-F238E27FC236}">
                <a16:creationId xmlns:a16="http://schemas.microsoft.com/office/drawing/2014/main" id="{39A2F087-BFD3-51D0-B2C6-B117714316AE}"/>
              </a:ext>
            </a:extLst>
          </p:cNvPr>
          <p:cNvSpPr>
            <a:spLocks noGrp="1"/>
          </p:cNvSpPr>
          <p:nvPr>
            <p:ph type="body" idx="12"/>
          </p:nvPr>
        </p:nvSpPr>
        <p:spPr/>
        <p:txBody>
          <a:bodyPr/>
          <a:lstStyle/>
          <a:p>
            <a:r>
              <a:rPr lang="en-US" dirty="0"/>
              <a:t>Methods</a:t>
            </a:r>
          </a:p>
        </p:txBody>
      </p:sp>
      <p:sp>
        <p:nvSpPr>
          <p:cNvPr id="7" name="Content Placeholder 6">
            <a:extLst>
              <a:ext uri="{FF2B5EF4-FFF2-40B4-BE49-F238E27FC236}">
                <a16:creationId xmlns:a16="http://schemas.microsoft.com/office/drawing/2014/main" id="{6F1686D7-B83E-66D4-C4E7-4FDC6AF449BE}"/>
              </a:ext>
            </a:extLst>
          </p:cNvPr>
          <p:cNvSpPr>
            <a:spLocks noGrp="1"/>
          </p:cNvSpPr>
          <p:nvPr>
            <p:ph idx="1"/>
          </p:nvPr>
        </p:nvSpPr>
        <p:spPr>
          <a:xfrm>
            <a:off x="420656" y="1563112"/>
            <a:ext cx="3450336" cy="2508966"/>
          </a:xfrm>
        </p:spPr>
        <p:txBody>
          <a:bodyPr numCol="1"/>
          <a:lstStyle/>
          <a:p>
            <a:pPr marL="285750" indent="-285750">
              <a:buFont typeface="Arial" panose="020B0604020202020204" pitchFamily="34" charset="0"/>
              <a:buChar char="•"/>
            </a:pPr>
            <a:r>
              <a:rPr lang="en-US" dirty="0">
                <a:solidFill>
                  <a:schemeClr val="tx2"/>
                </a:solidFill>
              </a:rPr>
              <a:t>Clinical accuracy</a:t>
            </a:r>
          </a:p>
          <a:p>
            <a:pPr marL="742950" lvl="2" indent="-285750"/>
            <a:r>
              <a:rPr lang="en-US" altLang="en-US" dirty="0">
                <a:solidFill>
                  <a:schemeClr val="tx2"/>
                </a:solidFill>
                <a:latin typeface="Arial" panose="020B0604020202020204" pitchFamily="34" charset="0"/>
              </a:rPr>
              <a:t>Element-level correctness of key clinical facts</a:t>
            </a:r>
          </a:p>
          <a:p>
            <a:pPr marL="742950" lvl="2" indent="-285750"/>
            <a:r>
              <a:rPr lang="en-US" altLang="en-US" dirty="0">
                <a:solidFill>
                  <a:schemeClr val="tx2"/>
                </a:solidFill>
                <a:latin typeface="Arial" panose="020B0604020202020204" pitchFamily="34" charset="0"/>
              </a:rPr>
              <a:t>Identification of omissions, contradictions, and fabrications</a:t>
            </a:r>
          </a:p>
          <a:p>
            <a:r>
              <a:rPr lang="en-US" dirty="0">
                <a:solidFill>
                  <a:schemeClr val="tx2"/>
                </a:solidFill>
              </a:rPr>
              <a:t>																	</a:t>
            </a:r>
          </a:p>
          <a:p>
            <a:pPr marL="1028700" lvl="3" indent="-342900">
              <a:buFont typeface="+mj-lt"/>
              <a:buAutoNum type="arabicPeriod"/>
            </a:pPr>
            <a:endParaRPr lang="en-US" dirty="0">
              <a:solidFill>
                <a:schemeClr val="tx2"/>
              </a:solidFill>
            </a:endParaRPr>
          </a:p>
        </p:txBody>
      </p:sp>
      <p:sp>
        <p:nvSpPr>
          <p:cNvPr id="10" name="Content Placeholder 6">
            <a:extLst>
              <a:ext uri="{FF2B5EF4-FFF2-40B4-BE49-F238E27FC236}">
                <a16:creationId xmlns:a16="http://schemas.microsoft.com/office/drawing/2014/main" id="{2E8AAE4C-06E5-58F7-247F-BD23DFFBDCC9}"/>
              </a:ext>
            </a:extLst>
          </p:cNvPr>
          <p:cNvSpPr txBox="1">
            <a:spLocks/>
          </p:cNvSpPr>
          <p:nvPr/>
        </p:nvSpPr>
        <p:spPr>
          <a:xfrm>
            <a:off x="4440682" y="1563112"/>
            <a:ext cx="3145537" cy="2508966"/>
          </a:xfrm>
          <a:prstGeom prst="rect">
            <a:avLst/>
          </a:prstGeom>
        </p:spPr>
        <p:txBody>
          <a:bodyPr vert="horz" lIns="0" tIns="0" rIns="0" bIns="0" numCol="1" rtlCol="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800" kern="1200">
                <a:solidFill>
                  <a:srgbClr val="272524"/>
                </a:solidFill>
                <a:latin typeface="+mn-lt"/>
                <a:ea typeface="+mn-ea"/>
                <a:cs typeface="+mn-cs"/>
              </a:defRPr>
            </a:lvl1pPr>
            <a:lvl2pPr marL="228600" indent="-228600" algn="l" defTabSz="914400" rtl="0" eaLnBrk="1" latinLnBrk="0" hangingPunct="1">
              <a:lnSpc>
                <a:spcPct val="100000"/>
              </a:lnSpc>
              <a:spcBef>
                <a:spcPts val="0"/>
              </a:spcBef>
              <a:spcAft>
                <a:spcPts val="600"/>
              </a:spcAft>
              <a:buFont typeface="Arial" panose="020B0604020202020204" pitchFamily="34" charset="0"/>
              <a:buChar char="•"/>
              <a:tabLst/>
              <a:defRPr sz="1800" kern="1200">
                <a:solidFill>
                  <a:srgbClr val="272524"/>
                </a:solidFill>
                <a:latin typeface="+mn-lt"/>
                <a:ea typeface="+mn-ea"/>
                <a:cs typeface="+mn-cs"/>
              </a:defRPr>
            </a:lvl2pPr>
            <a:lvl3pPr marL="457200" indent="-228600" algn="l" defTabSz="914400" rtl="0" eaLnBrk="1" latinLnBrk="0" hangingPunct="1">
              <a:lnSpc>
                <a:spcPct val="100000"/>
              </a:lnSpc>
              <a:spcBef>
                <a:spcPts val="0"/>
              </a:spcBef>
              <a:spcAft>
                <a:spcPts val="600"/>
              </a:spcAft>
              <a:buFont typeface="System Font Regular"/>
              <a:buChar char="–"/>
              <a:tabLst/>
              <a:defRPr sz="1800" kern="1200">
                <a:solidFill>
                  <a:srgbClr val="272524"/>
                </a:solidFill>
                <a:latin typeface="+mn-lt"/>
                <a:ea typeface="+mn-ea"/>
                <a:cs typeface="+mn-cs"/>
              </a:defRPr>
            </a:lvl3pPr>
            <a:lvl4pPr marL="685800" indent="-228600" algn="l" defTabSz="914400" rtl="0" eaLnBrk="1" latinLnBrk="0" hangingPunct="1">
              <a:lnSpc>
                <a:spcPct val="100000"/>
              </a:lnSpc>
              <a:spcBef>
                <a:spcPts val="0"/>
              </a:spcBef>
              <a:spcAft>
                <a:spcPts val="600"/>
              </a:spcAft>
              <a:buFont typeface="Arial" panose="020B0604020202020204" pitchFamily="34" charset="0"/>
              <a:buChar char="•"/>
              <a:tabLst/>
              <a:defRPr sz="1800" kern="1200">
                <a:solidFill>
                  <a:srgbClr val="272524"/>
                </a:solidFill>
                <a:latin typeface="+mn-lt"/>
                <a:ea typeface="+mn-ea"/>
                <a:cs typeface="+mn-cs"/>
              </a:defRPr>
            </a:lvl4pPr>
            <a:lvl5pPr marL="914400" indent="-228600" algn="l" defTabSz="914400" rtl="0" eaLnBrk="1" latinLnBrk="0" hangingPunct="1">
              <a:lnSpc>
                <a:spcPct val="100000"/>
              </a:lnSpc>
              <a:spcBef>
                <a:spcPts val="0"/>
              </a:spcBef>
              <a:spcAft>
                <a:spcPts val="600"/>
              </a:spcAft>
              <a:buFont typeface="System Font Regular"/>
              <a:buChar char="–"/>
              <a:tabLst/>
              <a:defRPr sz="1800" kern="1200">
                <a:solidFill>
                  <a:srgbClr val="27252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dirty="0"/>
              <a:t>Text similarity metrics</a:t>
            </a:r>
          </a:p>
          <a:p>
            <a:pPr marL="742950" lvl="2" indent="-285750"/>
            <a:r>
              <a:rPr lang="en-US" altLang="en-US" dirty="0">
                <a:solidFill>
                  <a:schemeClr val="tx2"/>
                </a:solidFill>
                <a:latin typeface="Arial" panose="020B0604020202020204" pitchFamily="34" charset="0"/>
              </a:rPr>
              <a:t>BLEU and ROUGE compare generated summaries to reference summaries</a:t>
            </a:r>
          </a:p>
          <a:p>
            <a:pPr marL="742950" lvl="2" indent="-285750"/>
            <a:r>
              <a:rPr lang="en-US" altLang="en-US" dirty="0">
                <a:solidFill>
                  <a:schemeClr val="tx2"/>
                </a:solidFill>
                <a:latin typeface="Arial" panose="020B0604020202020204" pitchFamily="34" charset="0"/>
              </a:rPr>
              <a:t>Quantify surface-level overlap in wording and content</a:t>
            </a:r>
          </a:p>
          <a:p>
            <a:r>
              <a:rPr lang="en-US" dirty="0">
                <a:solidFill>
                  <a:schemeClr val="tx2"/>
                </a:solidFill>
              </a:rPr>
              <a:t>																		</a:t>
            </a:r>
          </a:p>
          <a:p>
            <a:pPr marL="1028700" lvl="3" indent="-342900">
              <a:buFont typeface="+mj-lt"/>
              <a:buAutoNum type="arabicPeriod"/>
            </a:pPr>
            <a:endParaRPr lang="en-US" dirty="0">
              <a:solidFill>
                <a:schemeClr val="tx2"/>
              </a:solidFill>
            </a:endParaRPr>
          </a:p>
        </p:txBody>
      </p:sp>
      <p:sp>
        <p:nvSpPr>
          <p:cNvPr id="11" name="Content Placeholder 6">
            <a:extLst>
              <a:ext uri="{FF2B5EF4-FFF2-40B4-BE49-F238E27FC236}">
                <a16:creationId xmlns:a16="http://schemas.microsoft.com/office/drawing/2014/main" id="{778CFC8E-1B68-42CC-4C82-03AF39E665C4}"/>
              </a:ext>
            </a:extLst>
          </p:cNvPr>
          <p:cNvSpPr txBox="1">
            <a:spLocks/>
          </p:cNvSpPr>
          <p:nvPr/>
        </p:nvSpPr>
        <p:spPr>
          <a:xfrm>
            <a:off x="8387018" y="1563112"/>
            <a:ext cx="3145537" cy="2508966"/>
          </a:xfrm>
          <a:prstGeom prst="rect">
            <a:avLst/>
          </a:prstGeom>
        </p:spPr>
        <p:txBody>
          <a:bodyPr vert="horz" lIns="0" tIns="0" rIns="0" bIns="0" numCol="1" rtlCol="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800" kern="1200">
                <a:solidFill>
                  <a:srgbClr val="272524"/>
                </a:solidFill>
                <a:latin typeface="+mn-lt"/>
                <a:ea typeface="+mn-ea"/>
                <a:cs typeface="+mn-cs"/>
              </a:defRPr>
            </a:lvl1pPr>
            <a:lvl2pPr marL="228600" indent="-228600" algn="l" defTabSz="914400" rtl="0" eaLnBrk="1" latinLnBrk="0" hangingPunct="1">
              <a:lnSpc>
                <a:spcPct val="100000"/>
              </a:lnSpc>
              <a:spcBef>
                <a:spcPts val="0"/>
              </a:spcBef>
              <a:spcAft>
                <a:spcPts val="600"/>
              </a:spcAft>
              <a:buFont typeface="Arial" panose="020B0604020202020204" pitchFamily="34" charset="0"/>
              <a:buChar char="•"/>
              <a:tabLst/>
              <a:defRPr sz="1800" kern="1200">
                <a:solidFill>
                  <a:srgbClr val="272524"/>
                </a:solidFill>
                <a:latin typeface="+mn-lt"/>
                <a:ea typeface="+mn-ea"/>
                <a:cs typeface="+mn-cs"/>
              </a:defRPr>
            </a:lvl2pPr>
            <a:lvl3pPr marL="457200" indent="-228600" algn="l" defTabSz="914400" rtl="0" eaLnBrk="1" latinLnBrk="0" hangingPunct="1">
              <a:lnSpc>
                <a:spcPct val="100000"/>
              </a:lnSpc>
              <a:spcBef>
                <a:spcPts val="0"/>
              </a:spcBef>
              <a:spcAft>
                <a:spcPts val="600"/>
              </a:spcAft>
              <a:buFont typeface="System Font Regular"/>
              <a:buChar char="–"/>
              <a:tabLst/>
              <a:defRPr sz="1800" kern="1200">
                <a:solidFill>
                  <a:srgbClr val="272524"/>
                </a:solidFill>
                <a:latin typeface="+mn-lt"/>
                <a:ea typeface="+mn-ea"/>
                <a:cs typeface="+mn-cs"/>
              </a:defRPr>
            </a:lvl3pPr>
            <a:lvl4pPr marL="685800" indent="-228600" algn="l" defTabSz="914400" rtl="0" eaLnBrk="1" latinLnBrk="0" hangingPunct="1">
              <a:lnSpc>
                <a:spcPct val="100000"/>
              </a:lnSpc>
              <a:spcBef>
                <a:spcPts val="0"/>
              </a:spcBef>
              <a:spcAft>
                <a:spcPts val="600"/>
              </a:spcAft>
              <a:buFont typeface="Arial" panose="020B0604020202020204" pitchFamily="34" charset="0"/>
              <a:buChar char="•"/>
              <a:tabLst/>
              <a:defRPr sz="1800" kern="1200">
                <a:solidFill>
                  <a:srgbClr val="272524"/>
                </a:solidFill>
                <a:latin typeface="+mn-lt"/>
                <a:ea typeface="+mn-ea"/>
                <a:cs typeface="+mn-cs"/>
              </a:defRPr>
            </a:lvl4pPr>
            <a:lvl5pPr marL="914400" indent="-228600" algn="l" defTabSz="914400" rtl="0" eaLnBrk="1" latinLnBrk="0" hangingPunct="1">
              <a:lnSpc>
                <a:spcPct val="100000"/>
              </a:lnSpc>
              <a:spcBef>
                <a:spcPts val="0"/>
              </a:spcBef>
              <a:spcAft>
                <a:spcPts val="600"/>
              </a:spcAft>
              <a:buFont typeface="System Font Regular"/>
              <a:buChar char="–"/>
              <a:tabLst/>
              <a:defRPr sz="1800" kern="1200">
                <a:solidFill>
                  <a:srgbClr val="27252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dirty="0">
                <a:solidFill>
                  <a:schemeClr val="tx2"/>
                </a:solidFill>
              </a:rPr>
              <a:t>Clinical feasibility</a:t>
            </a:r>
          </a:p>
          <a:p>
            <a:pPr marL="742950" lvl="2" indent="-285750"/>
            <a:r>
              <a:rPr lang="en-US" altLang="en-US" dirty="0">
                <a:solidFill>
                  <a:schemeClr val="tx2"/>
                </a:solidFill>
                <a:latin typeface="Arial" panose="020B0604020202020204" pitchFamily="34" charset="0"/>
              </a:rPr>
              <a:t>Assessment of clinical acceptability for surgical workflow</a:t>
            </a:r>
          </a:p>
          <a:p>
            <a:pPr marL="742950" lvl="2" indent="-285750"/>
            <a:r>
              <a:rPr lang="en-US" altLang="en-US" dirty="0">
                <a:solidFill>
                  <a:schemeClr val="tx2"/>
                </a:solidFill>
                <a:latin typeface="Arial" panose="020B0604020202020204" pitchFamily="34" charset="0"/>
              </a:rPr>
              <a:t>Used to contextualize automated metrics</a:t>
            </a:r>
          </a:p>
          <a:p>
            <a:r>
              <a:rPr lang="en-US" dirty="0">
                <a:solidFill>
                  <a:schemeClr val="tx2"/>
                </a:solidFill>
              </a:rPr>
              <a:t>																		</a:t>
            </a:r>
          </a:p>
          <a:p>
            <a:pPr marL="1028700" lvl="3" indent="-342900">
              <a:buFont typeface="+mj-lt"/>
              <a:buAutoNum type="arabicPeriod"/>
            </a:pPr>
            <a:endParaRPr lang="en-US" dirty="0">
              <a:solidFill>
                <a:schemeClr val="tx2"/>
              </a:solidFill>
            </a:endParaRPr>
          </a:p>
        </p:txBody>
      </p:sp>
      <p:cxnSp>
        <p:nvCxnSpPr>
          <p:cNvPr id="13" name="Straight Connector 12">
            <a:extLst>
              <a:ext uri="{FF2B5EF4-FFF2-40B4-BE49-F238E27FC236}">
                <a16:creationId xmlns:a16="http://schemas.microsoft.com/office/drawing/2014/main" id="{DBA9C1AF-F6C0-4C52-4389-AD29B47FC30B}"/>
              </a:ext>
            </a:extLst>
          </p:cNvPr>
          <p:cNvCxnSpPr/>
          <p:nvPr/>
        </p:nvCxnSpPr>
        <p:spPr>
          <a:xfrm>
            <a:off x="4102100" y="1199198"/>
            <a:ext cx="0" cy="48470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2F71E3F-C82C-CAB7-5B3C-F70AA365608B}"/>
              </a:ext>
            </a:extLst>
          </p:cNvPr>
          <p:cNvCxnSpPr/>
          <p:nvPr/>
        </p:nvCxnSpPr>
        <p:spPr>
          <a:xfrm>
            <a:off x="7924800" y="1199198"/>
            <a:ext cx="0" cy="48470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74033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F540D-9177-FF52-0230-A0F3A7C4A063}"/>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1BA82381-BF36-A63B-2DDF-CE8BFA5946D0}"/>
              </a:ext>
            </a:extLst>
          </p:cNvPr>
          <p:cNvSpPr>
            <a:spLocks noGrp="1"/>
          </p:cNvSpPr>
          <p:nvPr>
            <p:ph type="sldNum" sz="quarter" idx="11"/>
          </p:nvPr>
        </p:nvSpPr>
        <p:spPr/>
        <p:txBody>
          <a:bodyPr/>
          <a:lstStyle/>
          <a:p>
            <a:fld id="{523A240F-EAFE-E84F-B44C-6D7A08E0E409}" type="slidenum">
              <a:rPr lang="en-US" smtClean="0"/>
              <a:pPr/>
              <a:t>16</a:t>
            </a:fld>
            <a:endParaRPr lang="en-US"/>
          </a:p>
        </p:txBody>
      </p:sp>
      <p:sp>
        <p:nvSpPr>
          <p:cNvPr id="3" name="Footer Placeholder 2">
            <a:extLst>
              <a:ext uri="{FF2B5EF4-FFF2-40B4-BE49-F238E27FC236}">
                <a16:creationId xmlns:a16="http://schemas.microsoft.com/office/drawing/2014/main" id="{96412C7D-33FD-E83A-2DD4-704096055B57}"/>
              </a:ext>
            </a:extLst>
          </p:cNvPr>
          <p:cNvSpPr>
            <a:spLocks noGrp="1"/>
          </p:cNvSpPr>
          <p:nvPr>
            <p:ph type="ftr" sz="quarter" idx="10"/>
          </p:nvPr>
        </p:nvSpPr>
        <p:spPr/>
        <p:txBody>
          <a:bodyPr/>
          <a:lstStyle/>
          <a:p>
            <a:r>
              <a:rPr lang="en-US"/>
              <a:t>MSK Confidential — do not distribute</a:t>
            </a:r>
          </a:p>
        </p:txBody>
      </p:sp>
      <p:sp>
        <p:nvSpPr>
          <p:cNvPr id="13" name="Text Placeholder 12">
            <a:extLst>
              <a:ext uri="{FF2B5EF4-FFF2-40B4-BE49-F238E27FC236}">
                <a16:creationId xmlns:a16="http://schemas.microsoft.com/office/drawing/2014/main" id="{E7C8FA43-69A0-40D5-AF93-0D1F84201695}"/>
              </a:ext>
            </a:extLst>
          </p:cNvPr>
          <p:cNvSpPr>
            <a:spLocks noGrp="1"/>
          </p:cNvSpPr>
          <p:nvPr>
            <p:ph type="body" sz="half" idx="2"/>
          </p:nvPr>
        </p:nvSpPr>
        <p:spPr/>
        <p:txBody>
          <a:bodyPr/>
          <a:lstStyle/>
          <a:p>
            <a:endParaRPr lang="en-US"/>
          </a:p>
        </p:txBody>
      </p:sp>
      <p:sp>
        <p:nvSpPr>
          <p:cNvPr id="11" name="Title 10">
            <a:extLst>
              <a:ext uri="{FF2B5EF4-FFF2-40B4-BE49-F238E27FC236}">
                <a16:creationId xmlns:a16="http://schemas.microsoft.com/office/drawing/2014/main" id="{2FCFD55C-9848-CAC4-973B-228F2E6A5733}"/>
              </a:ext>
            </a:extLst>
          </p:cNvPr>
          <p:cNvSpPr>
            <a:spLocks noGrp="1"/>
          </p:cNvSpPr>
          <p:nvPr>
            <p:ph type="title"/>
          </p:nvPr>
        </p:nvSpPr>
        <p:spPr>
          <a:xfrm>
            <a:off x="512063" y="736093"/>
            <a:ext cx="11184423" cy="557784"/>
          </a:xfrm>
        </p:spPr>
        <p:txBody>
          <a:bodyPr/>
          <a:lstStyle/>
          <a:p>
            <a:r>
              <a:rPr lang="en-US"/>
              <a:t>Clinical implications</a:t>
            </a:r>
          </a:p>
        </p:txBody>
      </p:sp>
      <p:sp>
        <p:nvSpPr>
          <p:cNvPr id="4" name="Rectangle 1">
            <a:extLst>
              <a:ext uri="{FF2B5EF4-FFF2-40B4-BE49-F238E27FC236}">
                <a16:creationId xmlns:a16="http://schemas.microsoft.com/office/drawing/2014/main" id="{369BD47A-CCA3-2200-5620-FEBE2D5D07D5}"/>
              </a:ext>
            </a:extLst>
          </p:cNvPr>
          <p:cNvSpPr>
            <a:spLocks noGrp="1" noChangeArrowheads="1"/>
          </p:cNvSpPr>
          <p:nvPr>
            <p:ph idx="1"/>
          </p:nvPr>
        </p:nvSpPr>
        <p:spPr bwMode="auto">
          <a:xfrm>
            <a:off x="512063" y="1892585"/>
            <a:ext cx="937307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a:ln>
                  <a:noFill/>
                </a:ln>
                <a:solidFill>
                  <a:schemeClr val="tx2"/>
                </a:solidFill>
                <a:effectLst/>
                <a:latin typeface="Arial" panose="020B0604020202020204" pitchFamily="34" charset="0"/>
              </a:rPr>
              <a:t>Reduces manual workload associated with summarizing imaging and pathology reports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a:ln>
                  <a:noFill/>
                </a:ln>
                <a:solidFill>
                  <a:schemeClr val="tx2"/>
                </a:solidFill>
                <a:effectLst/>
                <a:latin typeface="Arial" panose="020B0604020202020204" pitchFamily="34" charset="0"/>
              </a:rPr>
              <a:t>Standardizes oncologic history collection across staff and sites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a:ln>
                  <a:noFill/>
                </a:ln>
                <a:solidFill>
                  <a:schemeClr val="tx2"/>
                </a:solidFill>
                <a:effectLst/>
                <a:latin typeface="Arial" panose="020B0604020202020204" pitchFamily="34" charset="0"/>
              </a:rPr>
              <a:t>Improves completeness of key breast cancer–specific clinical information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a:ln>
                  <a:noFill/>
                </a:ln>
                <a:solidFill>
                  <a:schemeClr val="tx2"/>
                </a:solidFill>
                <a:effectLst/>
                <a:latin typeface="Arial" panose="020B0604020202020204" pitchFamily="34" charset="0"/>
              </a:rPr>
              <a:t>Mitigates variability driven by differences in staff training and experience</a:t>
            </a:r>
          </a:p>
        </p:txBody>
      </p:sp>
    </p:spTree>
    <p:extLst>
      <p:ext uri="{BB962C8B-B14F-4D97-AF65-F5344CB8AC3E}">
        <p14:creationId xmlns:p14="http://schemas.microsoft.com/office/powerpoint/2010/main" val="2836980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3008A-4A84-66EA-97B1-0F76951AE42A}"/>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9E116CDC-2152-6D59-2ED5-5413E7693932}"/>
              </a:ext>
            </a:extLst>
          </p:cNvPr>
          <p:cNvSpPr>
            <a:spLocks noGrp="1"/>
          </p:cNvSpPr>
          <p:nvPr>
            <p:ph type="sldNum" sz="quarter" idx="11"/>
          </p:nvPr>
        </p:nvSpPr>
        <p:spPr/>
        <p:txBody>
          <a:bodyPr/>
          <a:lstStyle/>
          <a:p>
            <a:fld id="{523A240F-EAFE-E84F-B44C-6D7A08E0E409}" type="slidenum">
              <a:rPr lang="en-US" smtClean="0"/>
              <a:pPr/>
              <a:t>17</a:t>
            </a:fld>
            <a:endParaRPr lang="en-US"/>
          </a:p>
        </p:txBody>
      </p:sp>
      <p:sp>
        <p:nvSpPr>
          <p:cNvPr id="3" name="Footer Placeholder 2">
            <a:extLst>
              <a:ext uri="{FF2B5EF4-FFF2-40B4-BE49-F238E27FC236}">
                <a16:creationId xmlns:a16="http://schemas.microsoft.com/office/drawing/2014/main" id="{EA6BD840-E035-2F60-0264-2723B061AA14}"/>
              </a:ext>
            </a:extLst>
          </p:cNvPr>
          <p:cNvSpPr>
            <a:spLocks noGrp="1"/>
          </p:cNvSpPr>
          <p:nvPr>
            <p:ph type="ftr" sz="quarter" idx="10"/>
          </p:nvPr>
        </p:nvSpPr>
        <p:spPr/>
        <p:txBody>
          <a:bodyPr/>
          <a:lstStyle/>
          <a:p>
            <a:r>
              <a:rPr lang="en-US"/>
              <a:t>MSK Confidential — do not distribute</a:t>
            </a:r>
          </a:p>
        </p:txBody>
      </p:sp>
      <p:sp>
        <p:nvSpPr>
          <p:cNvPr id="13" name="Text Placeholder 12">
            <a:extLst>
              <a:ext uri="{FF2B5EF4-FFF2-40B4-BE49-F238E27FC236}">
                <a16:creationId xmlns:a16="http://schemas.microsoft.com/office/drawing/2014/main" id="{98A153BB-1C99-D303-E23F-F24681C0878A}"/>
              </a:ext>
            </a:extLst>
          </p:cNvPr>
          <p:cNvSpPr>
            <a:spLocks noGrp="1"/>
          </p:cNvSpPr>
          <p:nvPr>
            <p:ph type="body" sz="half" idx="2"/>
          </p:nvPr>
        </p:nvSpPr>
        <p:spPr/>
        <p:txBody>
          <a:bodyPr/>
          <a:lstStyle/>
          <a:p>
            <a:endParaRPr lang="en-US"/>
          </a:p>
        </p:txBody>
      </p:sp>
      <p:sp>
        <p:nvSpPr>
          <p:cNvPr id="11" name="Title 10">
            <a:extLst>
              <a:ext uri="{FF2B5EF4-FFF2-40B4-BE49-F238E27FC236}">
                <a16:creationId xmlns:a16="http://schemas.microsoft.com/office/drawing/2014/main" id="{52628753-879D-625A-26F6-F728D2B42C11}"/>
              </a:ext>
            </a:extLst>
          </p:cNvPr>
          <p:cNvSpPr>
            <a:spLocks noGrp="1"/>
          </p:cNvSpPr>
          <p:nvPr>
            <p:ph type="title"/>
          </p:nvPr>
        </p:nvSpPr>
        <p:spPr/>
        <p:txBody>
          <a:bodyPr/>
          <a:lstStyle/>
          <a:p>
            <a:r>
              <a:rPr lang="en-US"/>
              <a:t>Potential study limitations</a:t>
            </a:r>
          </a:p>
        </p:txBody>
      </p:sp>
      <p:sp>
        <p:nvSpPr>
          <p:cNvPr id="4" name="Rectangle 1">
            <a:extLst>
              <a:ext uri="{FF2B5EF4-FFF2-40B4-BE49-F238E27FC236}">
                <a16:creationId xmlns:a16="http://schemas.microsoft.com/office/drawing/2014/main" id="{0E8FF481-BD01-8DB1-0D56-533F689E11D6}"/>
              </a:ext>
            </a:extLst>
          </p:cNvPr>
          <p:cNvSpPr>
            <a:spLocks noGrp="1" noChangeArrowheads="1"/>
          </p:cNvSpPr>
          <p:nvPr>
            <p:ph idx="1"/>
          </p:nvPr>
        </p:nvSpPr>
        <p:spPr bwMode="auto">
          <a:xfrm>
            <a:off x="512063" y="1296545"/>
            <a:ext cx="1038254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a:ln>
                  <a:noFill/>
                </a:ln>
                <a:solidFill>
                  <a:schemeClr val="tx2"/>
                </a:solidFill>
                <a:effectLst/>
                <a:latin typeface="Arial" panose="020B0604020202020204" pitchFamily="34" charset="0"/>
              </a:rPr>
              <a:t>No universally accepted gold standard exists for evaluating clinical summarization beyond lexical overlap metrics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a:ln>
                  <a:noFill/>
                </a:ln>
                <a:solidFill>
                  <a:schemeClr val="tx2"/>
                </a:solidFill>
                <a:effectLst/>
                <a:latin typeface="Arial" panose="020B0604020202020204" pitchFamily="34" charset="0"/>
              </a:rPr>
              <a:t>The h</a:t>
            </a:r>
            <a:r>
              <a:rPr lang="en-US" altLang="en-US">
                <a:solidFill>
                  <a:schemeClr val="tx2"/>
                </a:solidFill>
                <a:latin typeface="Arial" panose="020B0604020202020204" pitchFamily="34" charset="0"/>
              </a:rPr>
              <a:t>uman v</a:t>
            </a:r>
            <a:r>
              <a:rPr kumimoji="0" lang="en-US" altLang="en-US" sz="1800" b="0" i="0" u="none" strike="noStrike" cap="none" normalizeH="0" baseline="0">
                <a:ln>
                  <a:noFill/>
                </a:ln>
                <a:solidFill>
                  <a:schemeClr val="tx2"/>
                </a:solidFill>
                <a:effectLst/>
                <a:latin typeface="Arial" panose="020B0604020202020204" pitchFamily="34" charset="0"/>
              </a:rPr>
              <a:t>alidation aspect of this study by reviewers introduces the potential for bias</a:t>
            </a:r>
          </a:p>
          <a:p>
            <a:pPr marL="285750" lvl="0" indent="-285750" eaLnBrk="0" fontAlgn="base" hangingPunct="0">
              <a:spcBef>
                <a:spcPct val="0"/>
              </a:spcBef>
              <a:spcAft>
                <a:spcPct val="0"/>
              </a:spcAft>
              <a:buFont typeface="Arial" panose="020B0604020202020204" pitchFamily="34" charset="0"/>
              <a:buChar char="•"/>
            </a:pPr>
            <a:r>
              <a:rPr lang="en-US"/>
              <a:t>Lack of direct EMR integration necessitates manual retrieval of radiologic and pathologic records, adding intermediate steps and potential delays to the workflow</a:t>
            </a:r>
            <a:endParaRPr kumimoji="0" lang="en-US" altLang="en-US" sz="1800" i="0" u="none" strike="noStrike" cap="none" normalizeH="0" baseline="0">
              <a:ln>
                <a:noFill/>
              </a:ln>
              <a:solidFill>
                <a:schemeClr val="tx2"/>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a:ln>
                <a:noFill/>
              </a:ln>
              <a:solidFill>
                <a:schemeClr val="tx2"/>
              </a:solidFill>
              <a:effectLst/>
              <a:latin typeface="Arial" panose="020B0604020202020204" pitchFamily="34" charset="0"/>
            </a:endParaRPr>
          </a:p>
        </p:txBody>
      </p:sp>
    </p:spTree>
    <p:extLst>
      <p:ext uri="{BB962C8B-B14F-4D97-AF65-F5344CB8AC3E}">
        <p14:creationId xmlns:p14="http://schemas.microsoft.com/office/powerpoint/2010/main" val="17835084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4C9A2-9995-DC65-2304-7AF052BF788F}"/>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FD29D187-961F-1E84-CDE5-205D403DFC4C}"/>
              </a:ext>
            </a:extLst>
          </p:cNvPr>
          <p:cNvSpPr>
            <a:spLocks noGrp="1"/>
          </p:cNvSpPr>
          <p:nvPr>
            <p:ph type="sldNum" sz="quarter" idx="11"/>
          </p:nvPr>
        </p:nvSpPr>
        <p:spPr/>
        <p:txBody>
          <a:bodyPr/>
          <a:lstStyle/>
          <a:p>
            <a:fld id="{523A240F-EAFE-E84F-B44C-6D7A08E0E409}" type="slidenum">
              <a:rPr lang="en-US" smtClean="0"/>
              <a:pPr/>
              <a:t>18</a:t>
            </a:fld>
            <a:endParaRPr lang="en-US"/>
          </a:p>
        </p:txBody>
      </p:sp>
      <p:sp>
        <p:nvSpPr>
          <p:cNvPr id="3" name="Footer Placeholder 2">
            <a:extLst>
              <a:ext uri="{FF2B5EF4-FFF2-40B4-BE49-F238E27FC236}">
                <a16:creationId xmlns:a16="http://schemas.microsoft.com/office/drawing/2014/main" id="{8A6AE237-3720-2913-B411-9E10C2B2A044}"/>
              </a:ext>
            </a:extLst>
          </p:cNvPr>
          <p:cNvSpPr>
            <a:spLocks noGrp="1"/>
          </p:cNvSpPr>
          <p:nvPr>
            <p:ph type="ftr" sz="quarter" idx="10"/>
          </p:nvPr>
        </p:nvSpPr>
        <p:spPr/>
        <p:txBody>
          <a:bodyPr/>
          <a:lstStyle/>
          <a:p>
            <a:r>
              <a:rPr lang="en-US"/>
              <a:t>MSK Confidential — do not distribute</a:t>
            </a:r>
          </a:p>
        </p:txBody>
      </p:sp>
      <p:sp>
        <p:nvSpPr>
          <p:cNvPr id="13" name="Text Placeholder 12">
            <a:extLst>
              <a:ext uri="{FF2B5EF4-FFF2-40B4-BE49-F238E27FC236}">
                <a16:creationId xmlns:a16="http://schemas.microsoft.com/office/drawing/2014/main" id="{52682DC1-CDD8-0E98-D7FD-965776407237}"/>
              </a:ext>
            </a:extLst>
          </p:cNvPr>
          <p:cNvSpPr>
            <a:spLocks noGrp="1"/>
          </p:cNvSpPr>
          <p:nvPr>
            <p:ph type="body" sz="half" idx="2"/>
          </p:nvPr>
        </p:nvSpPr>
        <p:spPr/>
        <p:txBody>
          <a:bodyPr/>
          <a:lstStyle/>
          <a:p>
            <a:endParaRPr lang="en-US"/>
          </a:p>
        </p:txBody>
      </p:sp>
      <p:sp>
        <p:nvSpPr>
          <p:cNvPr id="11" name="Title 10">
            <a:extLst>
              <a:ext uri="{FF2B5EF4-FFF2-40B4-BE49-F238E27FC236}">
                <a16:creationId xmlns:a16="http://schemas.microsoft.com/office/drawing/2014/main" id="{FEEE47DA-AEBB-0267-FBFA-600D739AAAFA}"/>
              </a:ext>
            </a:extLst>
          </p:cNvPr>
          <p:cNvSpPr>
            <a:spLocks noGrp="1"/>
          </p:cNvSpPr>
          <p:nvPr>
            <p:ph type="title"/>
          </p:nvPr>
        </p:nvSpPr>
        <p:spPr/>
        <p:txBody>
          <a:bodyPr/>
          <a:lstStyle/>
          <a:p>
            <a:r>
              <a:rPr lang="en-US"/>
              <a:t>Safety and ethical considerations</a:t>
            </a:r>
          </a:p>
        </p:txBody>
      </p:sp>
      <p:sp>
        <p:nvSpPr>
          <p:cNvPr id="4" name="Rectangle 1">
            <a:extLst>
              <a:ext uri="{FF2B5EF4-FFF2-40B4-BE49-F238E27FC236}">
                <a16:creationId xmlns:a16="http://schemas.microsoft.com/office/drawing/2014/main" id="{6EE4DD6A-6A00-9D4D-336C-F75050179161}"/>
              </a:ext>
            </a:extLst>
          </p:cNvPr>
          <p:cNvSpPr>
            <a:spLocks noGrp="1" noChangeArrowheads="1"/>
          </p:cNvSpPr>
          <p:nvPr>
            <p:ph idx="1"/>
          </p:nvPr>
        </p:nvSpPr>
        <p:spPr bwMode="auto">
          <a:xfrm>
            <a:off x="512763" y="1782420"/>
            <a:ext cx="1027405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a:ln>
                  <a:noFill/>
                </a:ln>
                <a:solidFill>
                  <a:schemeClr val="tx2"/>
                </a:solidFill>
                <a:effectLst/>
                <a:latin typeface="Arial" panose="020B0604020202020204" pitchFamily="34" charset="0"/>
              </a:rPr>
              <a:t>All LLM-generated summaries require clinician review and verification before use in clinical decision-making</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a:ln>
                  <a:noFill/>
                </a:ln>
                <a:solidFill>
                  <a:schemeClr val="tx2"/>
                </a:solidFill>
                <a:effectLst/>
                <a:latin typeface="Arial" panose="020B0604020202020204" pitchFamily="34" charset="0"/>
              </a:rPr>
              <a:t>The tool is designed to augment—not replace—clinical judgment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a:ln>
                  <a:noFill/>
                </a:ln>
                <a:solidFill>
                  <a:schemeClr val="tx2"/>
                </a:solidFill>
                <a:effectLst/>
                <a:latin typeface="Arial" panose="020B0604020202020204" pitchFamily="34" charset="0"/>
              </a:rPr>
              <a:t>Staff must retain competency in independently collecting oncologic histories in the setting of system downtime </a:t>
            </a:r>
          </a:p>
        </p:txBody>
      </p:sp>
    </p:spTree>
    <p:extLst>
      <p:ext uri="{BB962C8B-B14F-4D97-AF65-F5344CB8AC3E}">
        <p14:creationId xmlns:p14="http://schemas.microsoft.com/office/powerpoint/2010/main" val="1507725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7674382"/>
      </p:ext>
    </p:extLst>
  </p:cSld>
  <p:clrMapOvr>
    <a:masterClrMapping/>
  </p:clrMapOvr>
</p:sld>
</file>

<file path=ppt/theme/theme1.xml><?xml version="1.0" encoding="utf-8"?>
<a:theme xmlns:a="http://schemas.openxmlformats.org/drawingml/2006/main" name="MSK Internal Template">
  <a:themeElements>
    <a:clrScheme name="MSK Direct">
      <a:dk1>
        <a:srgbClr val="002569"/>
      </a:dk1>
      <a:lt1>
        <a:srgbClr val="FFFFFF"/>
      </a:lt1>
      <a:dk2>
        <a:srgbClr val="272524"/>
      </a:dk2>
      <a:lt2>
        <a:srgbClr val="FBF9F7"/>
      </a:lt2>
      <a:accent1>
        <a:srgbClr val="0073E0"/>
      </a:accent1>
      <a:accent2>
        <a:srgbClr val="70BCFF"/>
      </a:accent2>
      <a:accent3>
        <a:srgbClr val="C3DEFF"/>
      </a:accent3>
      <a:accent4>
        <a:srgbClr val="037D98"/>
      </a:accent4>
      <a:accent5>
        <a:srgbClr val="78E2DA"/>
      </a:accent5>
      <a:accent6>
        <a:srgbClr val="B1FFF9"/>
      </a:accent6>
      <a:hlink>
        <a:srgbClr val="3259E7"/>
      </a:hlink>
      <a:folHlink>
        <a:srgbClr val="863EC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dirty="0" smtClean="0">
            <a:solidFill>
              <a:srgbClr val="272524"/>
            </a:solidFill>
          </a:defRPr>
        </a:defPPr>
      </a:lstStyle>
    </a:txDef>
  </a:objectDefaults>
  <a:extraClrSchemeLst/>
  <a:custClrLst>
    <a:custClr name="Dark Warm Gray">
      <a:srgbClr val="272524"/>
    </a:custClr>
    <a:custClr name="Blue">
      <a:srgbClr val="0073E0"/>
    </a:custClr>
    <a:custClr name="Dark Teal">
      <a:srgbClr val="037D98"/>
    </a:custClr>
    <a:custClr name="Dark Green">
      <a:srgbClr val="308229"/>
    </a:custClr>
    <a:custClr name="Dark Orange">
      <a:srgbClr val="E65722"/>
    </a:custClr>
    <a:custClr name="Dark Gold">
      <a:srgbClr val="C28110"/>
    </a:custClr>
    <a:custClr name="Dark Pink">
      <a:srgbClr val="D71D77"/>
    </a:custClr>
    <a:custClr name="Dark Purple">
      <a:srgbClr val="863ECC"/>
    </a:custClr>
    <a:custClr name="White01">
      <a:srgbClr val="FFFFFF"/>
    </a:custClr>
    <a:custClr name="Utility Red">
      <a:srgbClr val="E40D00"/>
    </a:custClr>
    <a:custClr name="Medium Warm Gray">
      <a:srgbClr val="B5B2AD"/>
    </a:custClr>
    <a:custClr name="Medium Blue">
      <a:srgbClr val="70BCFF"/>
    </a:custClr>
    <a:custClr name="Teal">
      <a:srgbClr val="78E2DA"/>
    </a:custClr>
    <a:custClr name="Green">
      <a:srgbClr val="5DCC6F"/>
    </a:custClr>
    <a:custClr name="Orange">
      <a:srgbClr val="FF8834"/>
    </a:custClr>
    <a:custClr name="Gold">
      <a:srgbClr val="FFBE02"/>
    </a:custClr>
    <a:custClr name="Pink">
      <a:srgbClr val="FF85BF"/>
    </a:custClr>
    <a:custClr name="Purple">
      <a:srgbClr val="BD8AEF"/>
    </a:custClr>
    <a:custClr name="White02">
      <a:srgbClr val="FFFFFF"/>
    </a:custClr>
    <a:custClr name="Utility Light Red">
      <a:srgbClr val="FFEDE8"/>
    </a:custClr>
    <a:custClr name="White03">
      <a:srgbClr val="FFFFFF"/>
    </a:custClr>
    <a:custClr name="Light Blue">
      <a:srgbClr val="C3DEFF"/>
    </a:custClr>
    <a:custClr name="Light Teal">
      <a:srgbClr val="B1FFF9"/>
    </a:custClr>
    <a:custClr name="Light Green">
      <a:srgbClr val="C7FCC6"/>
    </a:custClr>
    <a:custClr name="Light Orange">
      <a:srgbClr val="FCD2B4"/>
    </a:custClr>
    <a:custClr name="Light Gold">
      <a:srgbClr val="FFEDBA"/>
    </a:custClr>
    <a:custClr name="Light Pink">
      <a:srgbClr val="FFBBEC"/>
    </a:custClr>
    <a:custClr name="Light Purple">
      <a:srgbClr val="F4BDFF"/>
    </a:custClr>
    <a:custClr name="White04">
      <a:srgbClr val="FFFFFF"/>
    </a:custClr>
    <a:custClr name="Utility Dark Green">
      <a:srgbClr val="008937"/>
    </a:custClr>
    <a:custClr name="Pale Warm Gray">
      <a:srgbClr val="FBF9F7"/>
    </a:custClr>
    <a:custClr name="Pale Blue">
      <a:srgbClr val="F0F7FF"/>
    </a:custClr>
    <a:custClr name="Pale Teal">
      <a:srgbClr val="EBFCFA"/>
    </a:custClr>
    <a:custClr name="White05">
      <a:srgbClr val="FFFFFF"/>
    </a:custClr>
    <a:custClr name="White06">
      <a:srgbClr val="FFFFFF"/>
    </a:custClr>
    <a:custClr name="White07">
      <a:srgbClr val="FFFFFF"/>
    </a:custClr>
    <a:custClr name="White08">
      <a:srgbClr val="FFFFFF"/>
    </a:custClr>
    <a:custClr name="White09">
      <a:srgbClr val="FFFFFF"/>
    </a:custClr>
    <a:custClr name="White10">
      <a:srgbClr val="FFFFFF"/>
    </a:custClr>
    <a:custClr name="Utility Light Green">
      <a:srgbClr val="E4FFE3"/>
    </a:custClr>
  </a:custClrLst>
  <a:extLst>
    <a:ext uri="{05A4C25C-085E-4340-85A3-A5531E510DB2}">
      <thm15:themeFamily xmlns:thm15="http://schemas.microsoft.com/office/thememl/2012/main" name="MSK_Internal_Template" id="{59C23CD5-9955-5D4B-8670-B804478838D9}" vid="{943BE80A-EBCC-7E4F-9C4C-522D1ECDE11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87</TotalTime>
  <Words>2697</Words>
  <Application>Microsoft Office PowerPoint</Application>
  <PresentationFormat>Widescreen</PresentationFormat>
  <Paragraphs>265</Paragraphs>
  <Slides>19</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System Font Regular</vt:lpstr>
      <vt:lpstr>Times</vt:lpstr>
      <vt:lpstr>MSK Internal Template</vt:lpstr>
      <vt:lpstr>OPTICS Work in Progress</vt:lpstr>
      <vt:lpstr>About Me</vt:lpstr>
      <vt:lpstr>Goals &amp; Structure of Today’s Talk</vt:lpstr>
      <vt:lpstr>Subsets of AI in My Research</vt:lpstr>
      <vt:lpstr>AI for Outcomes Prediction – Machine Learning</vt:lpstr>
      <vt:lpstr>AI for Outcomes Prediction – Machine Learning</vt:lpstr>
      <vt:lpstr>AI for Clinical Care — Large Language Models</vt:lpstr>
      <vt:lpstr>What is Natural Language Processing (NLP)?</vt:lpstr>
      <vt:lpstr>From traditional NLP models → LLM</vt:lpstr>
      <vt:lpstr>Common clinical tasks for LLMs</vt:lpstr>
      <vt:lpstr>Breast cancer care: Use of NLP models to generate data from radiologic and pathologic reports</vt:lpstr>
      <vt:lpstr>Shortcomings in current literature</vt:lpstr>
      <vt:lpstr>Study Design &amp; Data Sources</vt:lpstr>
      <vt:lpstr>Study Design</vt:lpstr>
      <vt:lpstr>Evaluation framework</vt:lpstr>
      <vt:lpstr>Clinical implications</vt:lpstr>
      <vt:lpstr>Potential study limitations</vt:lpstr>
      <vt:lpstr>Safety and ethical considerations</vt:lpstr>
      <vt:lpstr>PowerPoint Presentation</vt:lpstr>
    </vt:vector>
  </TitlesOfParts>
  <Company>MSK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Robert</dc:creator>
  <cp:lastModifiedBy>James, Robert</cp:lastModifiedBy>
  <cp:revision>2</cp:revision>
  <dcterms:created xsi:type="dcterms:W3CDTF">2025-12-07T03:04:10Z</dcterms:created>
  <dcterms:modified xsi:type="dcterms:W3CDTF">2025-12-18T18:19:12Z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8f1469a-2c2a-4aee-b92b-090d4c5468ff_Enabled">
    <vt:lpwstr>true</vt:lpwstr>
  </property>
  <property fmtid="{D5CDD505-2E9C-101B-9397-08002B2CF9AE}" pid="3" name="MSIP_Label_38f1469a-2c2a-4aee-b92b-090d4c5468ff_SetDate">
    <vt:lpwstr>2022-09-12T14:33:51Z</vt:lpwstr>
  </property>
  <property fmtid="{D5CDD505-2E9C-101B-9397-08002B2CF9AE}" pid="4" name="MSIP_Label_38f1469a-2c2a-4aee-b92b-090d4c5468ff_Method">
    <vt:lpwstr>Standard</vt:lpwstr>
  </property>
  <property fmtid="{D5CDD505-2E9C-101B-9397-08002B2CF9AE}" pid="5" name="MSIP_Label_38f1469a-2c2a-4aee-b92b-090d4c5468ff_Name">
    <vt:lpwstr>Confidential - Unmarked</vt:lpwstr>
  </property>
  <property fmtid="{D5CDD505-2E9C-101B-9397-08002B2CF9AE}" pid="6" name="MSIP_Label_38f1469a-2c2a-4aee-b92b-090d4c5468ff_SiteId">
    <vt:lpwstr>2a6e6092-73e4-4752-b1a5-477a17f5056d</vt:lpwstr>
  </property>
  <property fmtid="{D5CDD505-2E9C-101B-9397-08002B2CF9AE}" pid="7" name="MSIP_Label_38f1469a-2c2a-4aee-b92b-090d4c5468ff_ActionId">
    <vt:lpwstr>e87d08fb-4b2a-4502-ad1f-5afae1f7f999</vt:lpwstr>
  </property>
  <property fmtid="{D5CDD505-2E9C-101B-9397-08002B2CF9AE}" pid="8" name="MSIP_Label_38f1469a-2c2a-4aee-b92b-090d4c5468ff_ContentBits">
    <vt:lpwstr>0</vt:lpwstr>
  </property>
</Properties>
</file>